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0" r:id="rId3"/>
    <p:sldId id="271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75" r:id="rId12"/>
    <p:sldId id="27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howGuides="1">
      <p:cViewPr>
        <p:scale>
          <a:sx n="98" d="100"/>
          <a:sy n="98" d="100"/>
        </p:scale>
        <p:origin x="509" y="-94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D83A5-81BD-45F0-AFBF-12885BE405F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940FFF-C6A5-4A2F-B38B-283A452E018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6598-33CB-4415-9240-9CCA689019B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06CD-4441-4328-B896-BD39C0F488EB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7B1BA-3769-4213-BA43-68A16E77E607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97FAA-B6BD-4052-9A9C-B5D068F375B1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ECCDA-DF26-40D8-AEC7-D30B4838CA5B}" type="datetime3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C41DD-F4E6-4D42-AEB7-6810C397581D}" type="datetime3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E0F3F-50DA-4844-A763-AD6FA68993DA}" type="datetime3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ED858-1A6B-4641-B84B-9E579A27BA8B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5E9932A-15A8-4176-AA35-361E2672133E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1AC6-D6B3-4FEB-BD01-387FA3604453}" type="datetime3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C3A71-0DE3-46A0-A27E-7CFBB58CA4E8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7D67C-93B8-449D-9257-4EF273EC9341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4994-1D02-4500-A434-5E5E604F3FD3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0947-7E7A-4965-80A4-E1E3D6C7441D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88523-7179-4F67-B73B-00FAA595E628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BEF0-E61C-4C99-ADBF-EB7D27380997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7DDB-91B5-4EC9-AE24-C104B1A26946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1D10E4E-9469-4868-B5C1-0114D7D207A2}" type="datetime3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-IN"/>
              <a:t>Purna Chandra Rao Chimata  |  Personal Portfolio HTML Project Presentation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 panose="020B0604020202020204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09600"/>
            <a:ext cx="8911687" cy="12954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My Portfolio Website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606" y="2209800"/>
            <a:ext cx="11278394" cy="309182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4000" b="1" dirty="0">
                <a:latin typeface="Algerian" panose="04020705040A02060702" pitchFamily="82" charset="0"/>
              </a:rPr>
              <a:t>Subtitle:</a:t>
            </a:r>
            <a:endParaRPr lang="en-IN" sz="40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br>
              <a:rPr lang="en-IN" sz="2800" dirty="0">
                <a:latin typeface="Algerian" panose="04020705040A02060702" pitchFamily="82" charset="0"/>
              </a:rPr>
            </a:br>
            <a:r>
              <a:rPr lang="en-IN" sz="3400" dirty="0">
                <a:latin typeface="Algerian" panose="04020705040A02060702" pitchFamily="82" charset="0"/>
                <a:cs typeface="Times New Roman" panose="02020603050405020304" pitchFamily="18" charset="0"/>
              </a:rPr>
              <a:t>Professional Portfolio for Showcasing Skills, Projects, and Career Profile</a:t>
            </a:r>
            <a:endParaRPr lang="en-US" sz="3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6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US" sz="26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US" sz="26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4000" b="1" dirty="0">
                <a:latin typeface="Algerian" panose="04020705040A02060702" pitchFamily="82" charset="0"/>
              </a:rPr>
              <a:t>Presented by :</a:t>
            </a:r>
            <a:endParaRPr lang="en-US" sz="40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IN" sz="2800" dirty="0">
                <a:latin typeface="Algerian" panose="04020705040A02060702" pitchFamily="82" charset="0"/>
              </a:rPr>
              <a:t>Purna Chandra Rao </a:t>
            </a:r>
            <a:r>
              <a:rPr lang="en-IN" sz="2800" dirty="0" err="1">
                <a:latin typeface="Algerian" panose="04020705040A02060702" pitchFamily="82" charset="0"/>
              </a:rPr>
              <a:t>Chimata</a:t>
            </a:r>
            <a:endParaRPr lang="en-IN" sz="28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US" sz="2600" dirty="0">
              <a:latin typeface="Algerian" panose="04020705040A02060702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04597"/>
            <a:ext cx="1065212" cy="365125"/>
          </a:xfrm>
        </p:spPr>
        <p:txBody>
          <a:bodyPr/>
          <a:lstStyle/>
          <a:p>
            <a:fld id="{B6092216-6816-4E44-A3F7-D3BC9D8CBA39}" type="datetime3">
              <a:rPr lang="en-US" b="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400" y="6504598"/>
            <a:ext cx="4953000" cy="365125"/>
          </a:xfrm>
        </p:spPr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0264" y="6425084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894773"/>
            <a:ext cx="464978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lgerian" panose="04020705040A02060702" pitchFamily="82" charset="0"/>
              </a:rPr>
              <a:t>Introduction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533400" y="1931261"/>
            <a:ext cx="10971212" cy="3682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pc="-10" dirty="0"/>
              <a:t>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Personal Portfolio Website is a professional web application developed to present my educational background, technical skills, certifications, projects, and contact details in a structured manner. It serves as an online resume that allows recruiters and employers to learn about my qualifications and achievements through a single platform.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895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 online portfolio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representation of resume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Showcases skills and projects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professional profiles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 and CSS</a:t>
            </a:r>
            <a:endParaRPr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4212" y="609600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TextBox 8"/>
          <p:cNvSpPr txBox="1"/>
          <p:nvPr/>
        </p:nvSpPr>
        <p:spPr>
          <a:xfrm>
            <a:off x="3352800" y="6553470"/>
            <a:ext cx="4876800" cy="23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1135"/>
              </a:lnSpc>
            </a:pPr>
            <a:r>
              <a:rPr lang="en-US" sz="1100" i="1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Purna Chandra Rao </a:t>
            </a:r>
            <a:r>
              <a:rPr lang="en-US" sz="1100" i="1" dirty="0" err="1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Chimata</a:t>
            </a:r>
            <a:r>
              <a:rPr lang="en-US" sz="1100" i="1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 | </a:t>
            </a:r>
            <a:r>
              <a:rPr lang="en-US" sz="1100" i="1" spc="-15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100" i="1" spc="-10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Personal</a:t>
            </a:r>
            <a:r>
              <a:rPr lang="en-US" sz="1100" i="1" spc="-25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100" i="1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Portfolio</a:t>
            </a:r>
            <a:r>
              <a:rPr lang="en-US" sz="1100" i="1" spc="-35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100" i="1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r>
              <a:rPr lang="en-US" sz="1100" i="1" spc="-25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100" i="1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lang="en-US" sz="1100" i="1" spc="-5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100" i="1" spc="-10" dirty="0">
                <a:solidFill>
                  <a:srgbClr val="9FADC0"/>
                </a:solidFill>
                <a:latin typeface="Times New Roman" panose="02020603050405020304"/>
                <a:cs typeface="Times New Roman" panose="02020603050405020304"/>
              </a:rPr>
              <a:t>Presentation</a:t>
            </a:r>
            <a:endParaRPr lang="en-US" sz="11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148858" y="6482985"/>
            <a:ext cx="989012" cy="262267"/>
          </a:xfrm>
        </p:spPr>
        <p:txBody>
          <a:bodyPr/>
          <a:lstStyle/>
          <a:p>
            <a:fld id="{A1324B8D-FEF5-4C4F-B0B0-820AC94597D4}" type="datetime3">
              <a:rPr lang="en-US" sz="11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638774" y="6411135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6728" y="1057275"/>
            <a:ext cx="69342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lgerian" panose="04020705040A02060702" pitchFamily="82" charset="0"/>
              </a:rPr>
              <a:t>Project</a:t>
            </a:r>
            <a:r>
              <a:rPr spc="-105" dirty="0">
                <a:latin typeface="Algerian" panose="04020705040A02060702" pitchFamily="82" charset="0"/>
              </a:rPr>
              <a:t> </a:t>
            </a:r>
            <a:r>
              <a:rPr spc="-10" dirty="0">
                <a:latin typeface="Algerian" panose="04020705040A02060702" pitchFamily="82" charset="0"/>
              </a:rPr>
              <a:t>Objective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718818" y="862695"/>
            <a:ext cx="10863581" cy="5218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sz="1600" dirty="0"/>
              <a:t>        </a:t>
            </a:r>
            <a:endParaRPr lang="en-IN" sz="1600" dirty="0"/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create a personal portfolio website that highlights my technical skills, academic achievements, certifications, and project experience while demonstrating my web development abilities.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professional online presence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technical skills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 academic projects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employability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web development knowledge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762000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147922" y="6399917"/>
            <a:ext cx="1217612" cy="365125"/>
          </a:xfrm>
        </p:spPr>
        <p:txBody>
          <a:bodyPr/>
          <a:lstStyle/>
          <a:p>
            <a:fld id="{A1324733-F33A-458B-B1B4-0FA80C3702F8}" type="datetime3">
              <a:rPr lang="en-US" sz="11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352800" y="6493510"/>
            <a:ext cx="4876800" cy="364242"/>
          </a:xfrm>
        </p:spPr>
        <p:txBody>
          <a:bodyPr/>
          <a:lstStyle/>
          <a:p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582399" y="6464043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1015425"/>
            <a:ext cx="609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System Modules</a:t>
            </a:r>
            <a:endParaRPr lang="en-IN" sz="3200" dirty="0">
              <a:latin typeface="Algerian" panose="04020705040A02060702" pitchFamily="82" charset="0"/>
            </a:endParaRPr>
          </a:p>
        </p:txBody>
      </p:sp>
      <p:grpSp>
        <p:nvGrpSpPr>
          <p:cNvPr id="4" name="object 3"/>
          <p:cNvGrpSpPr/>
          <p:nvPr/>
        </p:nvGrpSpPr>
        <p:grpSpPr>
          <a:xfrm>
            <a:off x="381000" y="762000"/>
            <a:ext cx="4196080" cy="117475"/>
            <a:chOff x="688848" y="1077457"/>
            <a:chExt cx="4196080" cy="117475"/>
          </a:xfrm>
        </p:grpSpPr>
        <p:pic>
          <p:nvPicPr>
            <p:cNvPr id="5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6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TextBox 7"/>
          <p:cNvSpPr txBox="1"/>
          <p:nvPr/>
        </p:nvSpPr>
        <p:spPr>
          <a:xfrm>
            <a:off x="304800" y="1656860"/>
            <a:ext cx="11125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portfolio is divided into different sections to organize information effectively and improve user navigation.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Home Page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About Page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Skills Page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Projects Page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Contact Page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222556" y="6413020"/>
            <a:ext cx="1141412" cy="365125"/>
          </a:xfrm>
        </p:spPr>
        <p:txBody>
          <a:bodyPr/>
          <a:lstStyle/>
          <a:p>
            <a:fld id="{DD5C61C8-01B5-46E8-BE58-85DEC751055C}" type="datetime3">
              <a:rPr lang="en-US" sz="11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504406" y="6406910"/>
            <a:ext cx="4725194" cy="436556"/>
          </a:xfrm>
        </p:spPr>
        <p:txBody>
          <a:bodyPr/>
          <a:lstStyle/>
          <a:p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sz="11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1430000" y="6406910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90600" y="740963"/>
            <a:ext cx="1001950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lgerian" panose="04020705040A02060702" pitchFamily="82" charset="0"/>
              </a:rPr>
              <a:t>Technologies Used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478916" y="1155935"/>
            <a:ext cx="5921884" cy="50017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Points  			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Front-End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Development Tools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6243" y="457200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TextBox 8"/>
          <p:cNvSpPr txBox="1"/>
          <p:nvPr/>
        </p:nvSpPr>
        <p:spPr>
          <a:xfrm>
            <a:off x="6096000" y="1854524"/>
            <a:ext cx="7086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Components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Navigation Bar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Tables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Images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Progress Bars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Hyperlinks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609600" y="6435453"/>
            <a:ext cx="1141412" cy="274413"/>
          </a:xfrm>
        </p:spPr>
        <p:txBody>
          <a:bodyPr/>
          <a:lstStyle/>
          <a:p>
            <a:fld id="{4F16D3B4-6055-41BD-944C-6970E328170E}" type="datetime3">
              <a:rPr lang="en-US" sz="1100" b="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505200" y="6492737"/>
            <a:ext cx="4954588" cy="365125"/>
          </a:xfrm>
        </p:spPr>
        <p:txBody>
          <a:bodyPr/>
          <a:lstStyle/>
          <a:p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sz="11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473181" y="6356356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759024"/>
            <a:ext cx="92202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lgerian" panose="04020705040A02060702" pitchFamily="82" charset="0"/>
              </a:rPr>
              <a:t>HTML</a:t>
            </a:r>
            <a:r>
              <a:rPr spc="-204" dirty="0">
                <a:latin typeface="Algerian" panose="04020705040A02060702" pitchFamily="82" charset="0"/>
              </a:rPr>
              <a:t> </a:t>
            </a:r>
            <a:r>
              <a:rPr spc="-50" dirty="0">
                <a:latin typeface="Algerian" panose="04020705040A02060702" pitchFamily="82" charset="0"/>
              </a:rPr>
              <a:t>Tags</a:t>
            </a:r>
            <a:r>
              <a:rPr spc="-100" dirty="0">
                <a:latin typeface="Algerian" panose="04020705040A02060702" pitchFamily="82" charset="0"/>
              </a:rPr>
              <a:t> </a:t>
            </a:r>
            <a:r>
              <a:rPr dirty="0">
                <a:latin typeface="Algerian" panose="04020705040A02060702" pitchFamily="82" charset="0"/>
              </a:rPr>
              <a:t>Used</a:t>
            </a:r>
            <a:r>
              <a:rPr spc="-35" dirty="0">
                <a:latin typeface="Algerian" panose="04020705040A02060702" pitchFamily="82" charset="0"/>
              </a:rPr>
              <a:t> </a:t>
            </a:r>
            <a:r>
              <a:rPr dirty="0">
                <a:latin typeface="Algerian" panose="04020705040A02060702" pitchFamily="82" charset="0"/>
              </a:rPr>
              <a:t>-</a:t>
            </a:r>
            <a:r>
              <a:rPr spc="-50" dirty="0">
                <a:latin typeface="Algerian" panose="04020705040A02060702" pitchFamily="82" charset="0"/>
              </a:rPr>
              <a:t> </a:t>
            </a:r>
            <a:r>
              <a:rPr dirty="0">
                <a:latin typeface="Algerian" panose="04020705040A02060702" pitchFamily="82" charset="0"/>
              </a:rPr>
              <a:t>Elements</a:t>
            </a:r>
            <a:r>
              <a:rPr spc="-40" dirty="0">
                <a:latin typeface="Algerian" panose="04020705040A02060702" pitchFamily="82" charset="0"/>
              </a:rPr>
              <a:t> </a:t>
            </a:r>
            <a:r>
              <a:rPr dirty="0">
                <a:latin typeface="Algerian" panose="04020705040A02060702" pitchFamily="82" charset="0"/>
              </a:rPr>
              <a:t>&amp;</a:t>
            </a:r>
            <a:r>
              <a:rPr spc="-90" dirty="0">
                <a:latin typeface="Algerian" panose="04020705040A02060702" pitchFamily="82" charset="0"/>
              </a:rPr>
              <a:t> </a:t>
            </a:r>
            <a:r>
              <a:rPr spc="-10" dirty="0">
                <a:latin typeface="Algerian" panose="04020705040A02060702" pitchFamily="82" charset="0"/>
              </a:rPr>
              <a:t>Tables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592836" y="1241523"/>
            <a:ext cx="11006328" cy="51243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>
              <a:buNone/>
            </a:pPr>
            <a:r>
              <a:rPr lang="en-IN" sz="1600" b="1" dirty="0"/>
              <a:t> </a:t>
            </a:r>
            <a:r>
              <a:rPr lang="en-IN" sz="2800" b="1" dirty="0">
                <a:latin typeface="Algerian" panose="04020705040A02060702" pitchFamily="82" charset="0"/>
              </a:rPr>
              <a:t>Layout Tags	 	 	 	 	 	 	 	 	 Content Tags</a:t>
            </a:r>
            <a:endParaRPr lang="en-IN" sz="2800" b="1" dirty="0">
              <a:latin typeface="Algerian" panose="04020705040A02060702" pitchFamily="8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	  	 	 	 	 	 	 	  		 &lt;h1&gt; to &lt;h6&gt;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	  	 	 	 	 	 	  	 	 &lt;p&gt;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	 	 	 	  	 	 	 	 	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	 	 	 	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 	 	 	  	 	 	 	 	  	 	 &lt;a&gt;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&lt;nav&gt; 	  	 	 	 	  	 	 	 	  	 &lt;table&gt;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&lt;section&gt; 	 	 	  	 		 	  	 	&lt;tr&gt;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&lt;footer&gt; 	 	 	  	 	 	  	 		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	 	  	 	 	 	 	 	    	  	 	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 	  		 	  	  	 	 	 	  	&lt;progress&gt; 	 	 </a:t>
            </a:r>
            <a:r>
              <a:rPr lang="en-IN" sz="1600" dirty="0"/>
              <a:t>	  	</a:t>
            </a:r>
            <a:endParaRPr lang="en-IN" sz="1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533400" y="492125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228600" y="6586194"/>
            <a:ext cx="1065212" cy="215701"/>
          </a:xfrm>
        </p:spPr>
        <p:txBody>
          <a:bodyPr/>
          <a:lstStyle/>
          <a:p>
            <a:fld id="{DA6F80D6-15D3-4AE6-A0C9-69CD69224CBB}" type="datetime3">
              <a:rPr lang="en-US" sz="1100" b="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505200" y="6586511"/>
            <a:ext cx="4878388" cy="365125"/>
          </a:xfrm>
        </p:spPr>
        <p:txBody>
          <a:bodyPr/>
          <a:lstStyle/>
          <a:p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sz="11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1597105" y="6374113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775981"/>
            <a:ext cx="7086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lgerian" panose="04020705040A02060702" pitchFamily="82" charset="0"/>
              </a:rPr>
              <a:t>Home Page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533400" y="1374042"/>
            <a:ext cx="11125200" cy="43918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Home Page acts as the landing page of the portfolio and provides a brief introduction along with navigation links and professional information.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banner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information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objective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summary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information table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download option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685800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133600"/>
            <a:ext cx="5947912" cy="21986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332214"/>
            <a:ext cx="5947912" cy="1811746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533400" y="6466058"/>
            <a:ext cx="1141412" cy="260685"/>
          </a:xfrm>
        </p:spPr>
        <p:txBody>
          <a:bodyPr/>
          <a:lstStyle/>
          <a:p>
            <a:fld id="{84B99D14-0417-427E-AB23-AA533687CF99}" type="datetime3">
              <a:rPr lang="en-US" sz="1100" b="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276600" y="6451500"/>
            <a:ext cx="4876800" cy="418070"/>
          </a:xfrm>
        </p:spPr>
        <p:txBody>
          <a:bodyPr/>
          <a:lstStyle/>
          <a:p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Purna Chandra Rao </a:t>
            </a:r>
            <a:r>
              <a:rPr lang="en-IN" sz="11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Chimata</a:t>
            </a:r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Personal Portfolio HTML Project Presentation</a:t>
            </a:r>
            <a:endParaRPr lang="en-IN" sz="11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11506200" y="6398741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726511"/>
            <a:ext cx="464978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lgerian" panose="04020705040A02060702" pitchFamily="82" charset="0"/>
              </a:rPr>
              <a:t>About Page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718818" y="1821811"/>
            <a:ext cx="11092181" cy="43308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About Page provides detailed information regarding education, technical knowledge, certifications, and career goals.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background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 overview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aspirations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profile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667000"/>
            <a:ext cx="5723116" cy="2891392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148112" y="6398757"/>
            <a:ext cx="1141412" cy="365125"/>
          </a:xfrm>
        </p:spPr>
        <p:txBody>
          <a:bodyPr/>
          <a:lstStyle/>
          <a:p>
            <a:fld id="{C785AF8B-1C81-4716-A8D3-547383A7C83D}" type="datetime3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809841" y="6476989"/>
            <a:ext cx="4954588" cy="365125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490662" y="6361686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1413" y="776387"/>
            <a:ext cx="274478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lgerian" panose="04020705040A02060702" pitchFamily="82" charset="0"/>
              </a:rPr>
              <a:t>Skills Page</a:t>
            </a:r>
            <a:endParaRPr spc="-10" dirty="0"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914400" y="1289136"/>
            <a:ext cx="10820400" cy="4911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Skills Page visually represents technical competencies using progress indicators and categorized skill sections.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Technical Skills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– 85%    			   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– 80%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85%                      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– 80%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– 70%   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&amp; ML – 70%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607896"/>
            <a:ext cx="4196080" cy="117475"/>
            <a:chOff x="688848" y="1077457"/>
            <a:chExt cx="4196080" cy="11747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239953"/>
            <a:ext cx="5715502" cy="3328911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144547" y="6492875"/>
            <a:ext cx="1217612" cy="365125"/>
          </a:xfrm>
        </p:spPr>
        <p:txBody>
          <a:bodyPr/>
          <a:lstStyle/>
          <a:p>
            <a:fld id="{DCCA4B14-2138-41D9-9919-3F6CCEFBB9AA}" type="datetime3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505200" y="6492859"/>
            <a:ext cx="4954588" cy="317847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459216" y="6400006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990600"/>
            <a:ext cx="800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Skills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Git &amp; GitHub – 80%           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OOPs – 75%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AWS Fundamentals – 70%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CCNA Fundamentals – 65%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298924"/>
            <a:ext cx="6172200" cy="271288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78259" y="6492875"/>
            <a:ext cx="1065212" cy="365125"/>
          </a:xfrm>
        </p:spPr>
        <p:txBody>
          <a:bodyPr/>
          <a:lstStyle/>
          <a:p>
            <a:fld id="{30E26E24-2EC8-44E5-9C69-106545005014}" type="datetime3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42665" y="6477300"/>
            <a:ext cx="5106988" cy="365125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1430000" y="6318550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3608" y="62917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Contact Page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674674"/>
            <a:ext cx="10972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Contact Page allows visitors and recruiters to connect through professional platforms and email.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Methods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GitHub                              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LinkedIn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Email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172" y="2141201"/>
            <a:ext cx="6396228" cy="3269000"/>
          </a:xfrm>
          <a:prstGeom prst="rect">
            <a:avLst/>
          </a:prstGeom>
        </p:spPr>
      </p:pic>
      <p:grpSp>
        <p:nvGrpSpPr>
          <p:cNvPr id="8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9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10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41002" y="6430962"/>
            <a:ext cx="1065212" cy="365125"/>
          </a:xfrm>
        </p:spPr>
        <p:txBody>
          <a:bodyPr/>
          <a:lstStyle/>
          <a:p>
            <a:fld id="{32D6B2A1-89E4-4A6F-9342-DAC2ECA09A37}" type="datetime3">
              <a:rPr lang="en-US" smtClean="0"/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4068383" y="6520692"/>
            <a:ext cx="4573588" cy="345546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504141" y="6248400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7032" y="588291"/>
            <a:ext cx="380787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latin typeface="Algerian" panose="04020705040A02060702" pitchFamily="82" charset="0"/>
              </a:rPr>
              <a:t>Projects Page</a:t>
            </a:r>
            <a:endParaRPr spc="-10" dirty="0">
              <a:latin typeface="Algerian" panose="04020705040A02060702" pitchFamily="82" charset="0"/>
            </a:endParaRPr>
          </a:p>
        </p:txBody>
      </p:sp>
      <p:grpSp>
        <p:nvGrpSpPr>
          <p:cNvPr id="6" name="object 3"/>
          <p:cNvGrpSpPr/>
          <p:nvPr/>
        </p:nvGrpSpPr>
        <p:grpSpPr>
          <a:xfrm>
            <a:off x="427435" y="435921"/>
            <a:ext cx="4196080" cy="117475"/>
            <a:chOff x="688848" y="1077457"/>
            <a:chExt cx="4196080" cy="117475"/>
          </a:xfrm>
        </p:grpSpPr>
        <p:pic>
          <p:nvPicPr>
            <p:cNvPr id="7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9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TextBox 11"/>
          <p:cNvSpPr txBox="1"/>
          <p:nvPr/>
        </p:nvSpPr>
        <p:spPr>
          <a:xfrm>
            <a:off x="592836" y="1092916"/>
            <a:ext cx="1100632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Projects Page highlights the major academic project completed during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project details along with technologies used.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MEDISEC ML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 security framework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Image encryption and decryption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Machine Learning integration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Security analysis using PSNR,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SSIM, Entropy, and NPCR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TensorFlow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OpenCV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Machine Learning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438400"/>
            <a:ext cx="6265163" cy="3219690"/>
          </a:xfrm>
          <a:prstGeom prst="rect">
            <a:avLst/>
          </a:prstGeom>
        </p:spPr>
      </p:pic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175020" y="6447564"/>
            <a:ext cx="1204024" cy="314579"/>
          </a:xfrm>
        </p:spPr>
        <p:txBody>
          <a:bodyPr/>
          <a:lstStyle/>
          <a:p>
            <a:fld id="{FD21ECF7-1117-4EE5-B424-3B6A131CE5CA}" type="datetime3">
              <a:rPr lang="en-US" smtClean="0"/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3732530" y="6543535"/>
            <a:ext cx="4725988" cy="314579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11430000" y="6294163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685800"/>
            <a:ext cx="525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Key Features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371600"/>
            <a:ext cx="10896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Professional user interface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Multi-page navigation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Responsive design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Skill visualization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Project showcase section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Social media integration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Resume accessibility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Organized content structure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9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304800" y="6390165"/>
            <a:ext cx="1217612" cy="365125"/>
          </a:xfrm>
        </p:spPr>
        <p:txBody>
          <a:bodyPr/>
          <a:lstStyle/>
          <a:p>
            <a:fld id="{BC599949-55AE-447F-9449-5AF0D464556A}" type="datetime3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886200" y="6569236"/>
            <a:ext cx="4725988" cy="288925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506200" y="6323234"/>
            <a:ext cx="458788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5300" y="1600200"/>
            <a:ext cx="111633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Designing page layouts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Aligning images and content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Creating responsive sections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Managing navigation links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Styling tables and progress bars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Maintaining consistent design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development, several design and layout challenges were encountered, particularly in content alignment and maintaining consistency across all pages. These challenges were resolved through testing and CSS customization.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762000"/>
            <a:ext cx="4195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Challenges Faced</a:t>
            </a:r>
            <a:endParaRPr lang="en-IN" sz="3200" dirty="0">
              <a:latin typeface="Algerian" panose="04020705040A02060702" pitchFamily="82" charset="0"/>
            </a:endParaRPr>
          </a:p>
        </p:txBody>
      </p:sp>
      <p:grpSp>
        <p:nvGrpSpPr>
          <p:cNvPr id="7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9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228600" y="6393095"/>
            <a:ext cx="1217612" cy="365125"/>
          </a:xfrm>
        </p:spPr>
        <p:txBody>
          <a:bodyPr/>
          <a:lstStyle/>
          <a:p>
            <a:fld id="{5D2BB639-27C1-4A83-887D-3034034C5942}" type="datetime3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886041" y="6476915"/>
            <a:ext cx="4954588" cy="365125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1412233" y="6393094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582341"/>
            <a:ext cx="10896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Improved HTML and CSS knowledge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Learned website structuring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Enhanced UI design skills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Gained experience in multi-page development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Improved debugging skills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Better understanding of portfolio design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provided practical experience in front-end development and improved my ability to design professional websites while strengthening problem-solving and web design skills.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838200"/>
            <a:ext cx="426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lgerian" panose="04020705040A02060702" pitchFamily="82" charset="0"/>
              </a:rPr>
              <a:t>Learning Outcomes</a:t>
            </a:r>
            <a:endParaRPr lang="en-IN" sz="3200" b="1" dirty="0">
              <a:latin typeface="Algerian" panose="04020705040A02060702" pitchFamily="82" charset="0"/>
            </a:endParaRPr>
          </a:p>
        </p:txBody>
      </p:sp>
      <p:grpSp>
        <p:nvGrpSpPr>
          <p:cNvPr id="8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9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10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52400" y="6501839"/>
            <a:ext cx="1066800" cy="231212"/>
          </a:xfrm>
        </p:spPr>
        <p:txBody>
          <a:bodyPr/>
          <a:lstStyle/>
          <a:p>
            <a:fld id="{78529185-A532-478A-B4B3-6384DA35E423}" type="datetime3">
              <a:rPr lang="en-US" smtClean="0"/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733800" y="6553274"/>
            <a:ext cx="5029200" cy="287620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353800" y="6357377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305342"/>
            <a:ext cx="110490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Personal Portfolio Website was successfully developed to showcase my professional profile, technical skills, and project achievements. The project helped me strengthen my front-end development skills and create a professional platform that can be used for internships and job opportunities.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Successfully completed portfolio website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Demonstrated web development skills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Created professional online presence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Showcased projects and achievements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Improved practical development experience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828287"/>
            <a:ext cx="289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Conclusion</a:t>
            </a:r>
            <a:endParaRPr lang="en-IN" sz="3200" dirty="0">
              <a:latin typeface="Algerian" panose="04020705040A02060702" pitchFamily="82" charset="0"/>
            </a:endParaRPr>
          </a:p>
        </p:txBody>
      </p:sp>
      <p:grpSp>
        <p:nvGrpSpPr>
          <p:cNvPr id="8" name="object 3"/>
          <p:cNvGrpSpPr/>
          <p:nvPr/>
        </p:nvGrpSpPr>
        <p:grpSpPr>
          <a:xfrm>
            <a:off x="609600" y="479933"/>
            <a:ext cx="4196080" cy="117475"/>
            <a:chOff x="688848" y="1077457"/>
            <a:chExt cx="4196080" cy="117475"/>
          </a:xfrm>
        </p:grpSpPr>
        <p:pic>
          <p:nvPicPr>
            <p:cNvPr id="9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88848" y="1077457"/>
              <a:ext cx="4195572" cy="117231"/>
            </a:xfrm>
            <a:prstGeom prst="rect">
              <a:avLst/>
            </a:prstGeom>
          </p:spPr>
        </p:pic>
        <p:sp>
          <p:nvSpPr>
            <p:cNvPr id="10" name="object 5"/>
            <p:cNvSpPr/>
            <p:nvPr/>
          </p:nvSpPr>
          <p:spPr>
            <a:xfrm>
              <a:off x="731520" y="1097280"/>
              <a:ext cx="4114800" cy="36830"/>
            </a:xfrm>
            <a:custGeom>
              <a:avLst/>
              <a:gdLst/>
              <a:ahLst/>
              <a:cxnLst/>
              <a:rect l="l" t="t" r="r" b="b"/>
              <a:pathLst>
                <a:path w="4114800" h="36830">
                  <a:moveTo>
                    <a:pt x="411480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4114800" y="3657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2DC4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>
          <a:xfrm>
            <a:off x="152400" y="6348619"/>
            <a:ext cx="1066800" cy="365125"/>
          </a:xfrm>
        </p:spPr>
        <p:txBody>
          <a:bodyPr/>
          <a:lstStyle/>
          <a:p>
            <a:fld id="{C7EBE791-189F-48BE-AFA5-4E3F995D650C}" type="datetime3">
              <a:rPr lang="en-US" smtClean="0"/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505200" y="6557137"/>
            <a:ext cx="5029200" cy="335677"/>
          </a:xfrm>
        </p:spPr>
        <p:txBody>
          <a:bodyPr/>
          <a:lstStyle/>
          <a:p>
            <a:r>
              <a:rPr lang="en-IN" dirty="0"/>
              <a:t>Purna Chandra Rao </a:t>
            </a:r>
            <a:r>
              <a:rPr lang="en-IN" dirty="0" err="1"/>
              <a:t>Chimata</a:t>
            </a:r>
            <a:r>
              <a:rPr lang="en-IN" dirty="0"/>
              <a:t>  |  Personal Portfolio HTML Project Presentation</a:t>
            </a:r>
            <a:endParaRPr lang="en-IN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353800" y="6262940"/>
            <a:ext cx="551167" cy="365125"/>
          </a:xfrm>
        </p:spPr>
        <p:txBody>
          <a:bodyPr/>
          <a:lstStyle/>
          <a:p>
            <a:fld id="{B6F15528-21DE-4FAA-801E-634DDDAF4B2B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0</TotalTime>
  <Words>6263</Words>
  <Application>WPS Presentation</Application>
  <PresentationFormat>Widescreen</PresentationFormat>
  <Paragraphs>290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Algerian</vt:lpstr>
      <vt:lpstr>Gabriola</vt:lpstr>
      <vt:lpstr>Times New Roman</vt:lpstr>
      <vt:lpstr>Times New Roman</vt:lpstr>
      <vt:lpstr>Century Gothic</vt:lpstr>
      <vt:lpstr>Microsoft YaHei</vt:lpstr>
      <vt:lpstr>Arial Unicode MS</vt:lpstr>
      <vt:lpstr>Calibri</vt:lpstr>
      <vt:lpstr>Mesh</vt:lpstr>
      <vt:lpstr>My Portfolio Website</vt:lpstr>
      <vt:lpstr>Introduction</vt:lpstr>
      <vt:lpstr>Project Objective</vt:lpstr>
      <vt:lpstr>PowerPoint 演示文稿</vt:lpstr>
      <vt:lpstr>Technologies Used</vt:lpstr>
      <vt:lpstr>HTML Tags Used - Elements &amp; Tables</vt:lpstr>
      <vt:lpstr>Home Page</vt:lpstr>
      <vt:lpstr>About Page</vt:lpstr>
      <vt:lpstr>Skills Page</vt:lpstr>
      <vt:lpstr>PowerPoint 演示文稿</vt:lpstr>
      <vt:lpstr>PowerPoint 演示文稿</vt:lpstr>
      <vt:lpstr>Projects Page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Asadullah</dc:creator>
  <cp:lastModifiedBy>PurnaChimata</cp:lastModifiedBy>
  <cp:revision>3</cp:revision>
  <dcterms:created xsi:type="dcterms:W3CDTF">2026-06-20T07:03:00Z</dcterms:created>
  <dcterms:modified xsi:type="dcterms:W3CDTF">2026-06-22T18:08:12Z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2026-06-19T05:30:00Z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2026-06-20T05:30:00Z</vt:filetime>
  </property>
  <property fmtid="{D5CDD505-2E9C-101B-9397-08002B2CF9AE}" pid="5" name="Producer">
    <vt:lpwstr>Microsoft® PowerPoint® 2021</vt:lpwstr>
  </property>
  <property fmtid="{D5CDD505-2E9C-101B-9397-08002B2CF9AE}" pid="6" name="ICV">
    <vt:lpwstr>01C4D1E0DC094E2790475285B64E01BE_13</vt:lpwstr>
  </property>
  <property fmtid="{D5CDD505-2E9C-101B-9397-08002B2CF9AE}" pid="7" name="KSOProductBuildVer">
    <vt:lpwstr>2057-12.2.0.23203</vt:lpwstr>
  </property>
</Properties>
</file>