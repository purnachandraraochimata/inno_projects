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256" r:id="rId3"/>
    <p:sldId id="257" r:id="rId4"/>
    <p:sldId id="258" r:id="rId5"/>
    <p:sldId id="259" r:id="rId6"/>
    <p:sldId id="260" r:id="rId7"/>
    <p:sldId id="269" r:id="rId8"/>
    <p:sldId id="262" r:id="rId9"/>
    <p:sldId id="263" r:id="rId10"/>
    <p:sldId id="264" r:id="rId11"/>
    <p:sldId id="265" r:id="rId12"/>
    <p:sldId id="266" r:id="rId13"/>
    <p:sldId id="270" r:id="rId14"/>
    <p:sldId id="268" r:id="rId15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912" userDrawn="1">
          <p15:clr>
            <a:srgbClr val="A4A3A4"/>
          </p15:clr>
        </p15:guide>
        <p15:guide id="2" pos="217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912"/>
        <p:guide pos="2176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notesMaster" Target="notesMasters/notesMaster1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979" y="0"/>
            <a:ext cx="52832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52832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979" y="6513910"/>
            <a:ext cx="52832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gradFill rotWithShape="0">
          <a:gsLst>
            <a:gs pos="0">
              <a:schemeClr val="folHlink"/>
            </a:gs>
            <a:gs pos="100000">
              <a:schemeClr val="bg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Group 2"/>
          <p:cNvGrpSpPr>
            <a:grpSpLocks noChangeAspect="1"/>
          </p:cNvGrpSpPr>
          <p:nvPr/>
        </p:nvGrpSpPr>
        <p:grpSpPr>
          <a:xfrm>
            <a:off x="2256367" y="4411663"/>
            <a:ext cx="2489200" cy="2330450"/>
            <a:chOff x="0" y="0"/>
            <a:chExt cx="1188" cy="1367"/>
          </a:xfrm>
        </p:grpSpPr>
        <p:sp>
          <p:nvSpPr>
            <p:cNvPr id="2057" name="未知"/>
            <p:cNvSpPr>
              <a:spLocks noChangeAspect="1"/>
            </p:cNvSpPr>
            <p:nvPr/>
          </p:nvSpPr>
          <p:spPr>
            <a:xfrm>
              <a:off x="698" y="345"/>
              <a:ext cx="490" cy="530"/>
            </a:xfrm>
            <a:custGeom>
              <a:avLst/>
              <a:gdLst/>
              <a:ahLst/>
              <a:cxnLst>
                <a:cxn ang="0">
                  <a:pos x="163" y="127"/>
                </a:cxn>
                <a:cxn ang="0">
                  <a:pos x="168" y="70"/>
                </a:cxn>
                <a:cxn ang="0">
                  <a:pos x="179" y="38"/>
                </a:cxn>
                <a:cxn ang="0">
                  <a:pos x="191" y="18"/>
                </a:cxn>
                <a:cxn ang="0">
                  <a:pos x="204" y="0"/>
                </a:cxn>
                <a:cxn ang="0">
                  <a:pos x="184" y="18"/>
                </a:cxn>
                <a:cxn ang="0">
                  <a:pos x="157" y="54"/>
                </a:cxn>
                <a:cxn ang="0">
                  <a:pos x="127" y="100"/>
                </a:cxn>
                <a:cxn ang="0">
                  <a:pos x="100" y="111"/>
                </a:cxn>
                <a:cxn ang="0">
                  <a:pos x="63" y="91"/>
                </a:cxn>
                <a:cxn ang="0">
                  <a:pos x="25" y="63"/>
                </a:cxn>
                <a:cxn ang="0">
                  <a:pos x="2" y="52"/>
                </a:cxn>
                <a:cxn ang="0">
                  <a:pos x="7" y="66"/>
                </a:cxn>
                <a:cxn ang="0">
                  <a:pos x="41" y="102"/>
                </a:cxn>
                <a:cxn ang="0">
                  <a:pos x="79" y="129"/>
                </a:cxn>
                <a:cxn ang="0">
                  <a:pos x="111" y="154"/>
                </a:cxn>
                <a:cxn ang="0">
                  <a:pos x="132" y="211"/>
                </a:cxn>
                <a:cxn ang="0">
                  <a:pos x="152" y="283"/>
                </a:cxn>
                <a:cxn ang="0">
                  <a:pos x="184" y="360"/>
                </a:cxn>
                <a:cxn ang="0">
                  <a:pos x="222" y="433"/>
                </a:cxn>
                <a:cxn ang="0">
                  <a:pos x="277" y="491"/>
                </a:cxn>
                <a:cxn ang="0">
                  <a:pos x="352" y="528"/>
                </a:cxn>
                <a:cxn ang="0">
                  <a:pos x="413" y="523"/>
                </a:cxn>
                <a:cxn ang="0">
                  <a:pos x="456" y="496"/>
                </a:cxn>
                <a:cxn ang="0">
                  <a:pos x="481" y="444"/>
                </a:cxn>
                <a:cxn ang="0">
                  <a:pos x="490" y="376"/>
                </a:cxn>
                <a:cxn ang="0">
                  <a:pos x="483" y="308"/>
                </a:cxn>
                <a:cxn ang="0">
                  <a:pos x="472" y="272"/>
                </a:cxn>
                <a:cxn ang="0">
                  <a:pos x="456" y="229"/>
                </a:cxn>
                <a:cxn ang="0">
                  <a:pos x="438" y="186"/>
                </a:cxn>
                <a:cxn ang="0">
                  <a:pos x="415" y="143"/>
                </a:cxn>
                <a:cxn ang="0">
                  <a:pos x="388" y="102"/>
                </a:cxn>
                <a:cxn ang="0">
                  <a:pos x="386" y="102"/>
                </a:cxn>
                <a:cxn ang="0">
                  <a:pos x="408" y="145"/>
                </a:cxn>
                <a:cxn ang="0">
                  <a:pos x="433" y="190"/>
                </a:cxn>
                <a:cxn ang="0">
                  <a:pos x="463" y="281"/>
                </a:cxn>
                <a:cxn ang="0">
                  <a:pos x="467" y="374"/>
                </a:cxn>
                <a:cxn ang="0">
                  <a:pos x="449" y="451"/>
                </a:cxn>
                <a:cxn ang="0">
                  <a:pos x="402" y="485"/>
                </a:cxn>
                <a:cxn ang="0">
                  <a:pos x="324" y="462"/>
                </a:cxn>
                <a:cxn ang="0">
                  <a:pos x="290" y="433"/>
                </a:cxn>
                <a:cxn ang="0">
                  <a:pos x="265" y="403"/>
                </a:cxn>
                <a:cxn ang="0">
                  <a:pos x="243" y="369"/>
                </a:cxn>
                <a:cxn ang="0">
                  <a:pos x="225" y="337"/>
                </a:cxn>
                <a:cxn ang="0">
                  <a:pos x="211" y="306"/>
                </a:cxn>
                <a:cxn ang="0">
                  <a:pos x="204" y="281"/>
                </a:cxn>
                <a:cxn ang="0">
                  <a:pos x="186" y="240"/>
                </a:cxn>
                <a:cxn ang="0">
                  <a:pos x="177" y="208"/>
                </a:cxn>
                <a:cxn ang="0">
                  <a:pos x="177" y="199"/>
                </a:cxn>
                <a:cxn ang="0">
                  <a:pos x="193" y="208"/>
                </a:cxn>
                <a:cxn ang="0">
                  <a:pos x="227" y="240"/>
                </a:cxn>
                <a:cxn ang="0">
                  <a:pos x="247" y="249"/>
                </a:cxn>
                <a:cxn ang="0">
                  <a:pos x="238" y="217"/>
                </a:cxn>
                <a:cxn ang="0">
                  <a:pos x="202" y="190"/>
                </a:cxn>
              </a:cxnLst>
              <a:pathLst>
                <a:path w="21600" h="21600">
                  <a:moveTo>
                    <a:pt x="7799" y="6830"/>
                  </a:moveTo>
                  <a:lnTo>
                    <a:pt x="7499" y="6645"/>
                  </a:lnTo>
                  <a:lnTo>
                    <a:pt x="7399" y="6276"/>
                  </a:lnTo>
                  <a:lnTo>
                    <a:pt x="7299" y="5999"/>
                  </a:lnTo>
                  <a:lnTo>
                    <a:pt x="7299" y="5630"/>
                  </a:lnTo>
                  <a:lnTo>
                    <a:pt x="7199" y="5168"/>
                  </a:lnTo>
                  <a:lnTo>
                    <a:pt x="7199" y="4799"/>
                  </a:lnTo>
                  <a:lnTo>
                    <a:pt x="7199" y="4430"/>
                  </a:lnTo>
                  <a:lnTo>
                    <a:pt x="7299" y="4061"/>
                  </a:lnTo>
                  <a:lnTo>
                    <a:pt x="7399" y="3599"/>
                  </a:lnTo>
                  <a:lnTo>
                    <a:pt x="7399" y="3230"/>
                  </a:lnTo>
                  <a:lnTo>
                    <a:pt x="7399" y="2861"/>
                  </a:lnTo>
                  <a:lnTo>
                    <a:pt x="7499" y="2584"/>
                  </a:lnTo>
                  <a:lnTo>
                    <a:pt x="7599" y="2215"/>
                  </a:lnTo>
                  <a:lnTo>
                    <a:pt x="7699" y="2030"/>
                  </a:lnTo>
                  <a:lnTo>
                    <a:pt x="7799" y="1846"/>
                  </a:lnTo>
                  <a:lnTo>
                    <a:pt x="7799" y="1661"/>
                  </a:lnTo>
                  <a:lnTo>
                    <a:pt x="7899" y="1569"/>
                  </a:lnTo>
                  <a:lnTo>
                    <a:pt x="7999" y="1476"/>
                  </a:lnTo>
                  <a:lnTo>
                    <a:pt x="7999" y="1199"/>
                  </a:lnTo>
                  <a:lnTo>
                    <a:pt x="8199" y="1107"/>
                  </a:lnTo>
                  <a:lnTo>
                    <a:pt x="8299" y="1015"/>
                  </a:lnTo>
                  <a:lnTo>
                    <a:pt x="8499" y="830"/>
                  </a:lnTo>
                  <a:lnTo>
                    <a:pt x="8399" y="738"/>
                  </a:lnTo>
                  <a:lnTo>
                    <a:pt x="8599" y="553"/>
                  </a:lnTo>
                  <a:lnTo>
                    <a:pt x="8599" y="369"/>
                  </a:lnTo>
                  <a:lnTo>
                    <a:pt x="8799" y="276"/>
                  </a:lnTo>
                  <a:lnTo>
                    <a:pt x="8899" y="92"/>
                  </a:lnTo>
                  <a:lnTo>
                    <a:pt x="8999" y="0"/>
                  </a:lnTo>
                  <a:lnTo>
                    <a:pt x="8999" y="0"/>
                  </a:lnTo>
                  <a:lnTo>
                    <a:pt x="8999" y="0"/>
                  </a:lnTo>
                  <a:lnTo>
                    <a:pt x="8999" y="0"/>
                  </a:lnTo>
                  <a:lnTo>
                    <a:pt x="8899" y="0"/>
                  </a:lnTo>
                  <a:lnTo>
                    <a:pt x="8599" y="276"/>
                  </a:lnTo>
                  <a:lnTo>
                    <a:pt x="8399" y="553"/>
                  </a:lnTo>
                  <a:lnTo>
                    <a:pt x="8100" y="738"/>
                  </a:lnTo>
                  <a:lnTo>
                    <a:pt x="7899" y="1015"/>
                  </a:lnTo>
                  <a:lnTo>
                    <a:pt x="7699" y="1107"/>
                  </a:lnTo>
                  <a:lnTo>
                    <a:pt x="7399" y="1384"/>
                  </a:lnTo>
                  <a:lnTo>
                    <a:pt x="7199" y="1661"/>
                  </a:lnTo>
                  <a:lnTo>
                    <a:pt x="7099" y="1938"/>
                  </a:lnTo>
                  <a:lnTo>
                    <a:pt x="6899" y="2215"/>
                  </a:lnTo>
                  <a:lnTo>
                    <a:pt x="6699" y="2492"/>
                  </a:lnTo>
                  <a:lnTo>
                    <a:pt x="6499" y="2769"/>
                  </a:lnTo>
                  <a:lnTo>
                    <a:pt x="6299" y="3046"/>
                  </a:lnTo>
                  <a:lnTo>
                    <a:pt x="6099" y="3322"/>
                  </a:lnTo>
                  <a:lnTo>
                    <a:pt x="5699" y="3784"/>
                  </a:lnTo>
                  <a:lnTo>
                    <a:pt x="5599" y="4061"/>
                  </a:lnTo>
                  <a:lnTo>
                    <a:pt x="5299" y="4430"/>
                  </a:lnTo>
                  <a:lnTo>
                    <a:pt x="5099" y="4522"/>
                  </a:lnTo>
                  <a:lnTo>
                    <a:pt x="4999" y="4615"/>
                  </a:lnTo>
                  <a:lnTo>
                    <a:pt x="4799" y="4615"/>
                  </a:lnTo>
                  <a:lnTo>
                    <a:pt x="4699" y="4522"/>
                  </a:lnTo>
                  <a:lnTo>
                    <a:pt x="4399" y="4522"/>
                  </a:lnTo>
                  <a:lnTo>
                    <a:pt x="4099" y="4338"/>
                  </a:lnTo>
                  <a:lnTo>
                    <a:pt x="3999" y="4338"/>
                  </a:lnTo>
                  <a:lnTo>
                    <a:pt x="3699" y="4061"/>
                  </a:lnTo>
                  <a:lnTo>
                    <a:pt x="3399" y="3968"/>
                  </a:lnTo>
                  <a:lnTo>
                    <a:pt x="3099" y="3784"/>
                  </a:lnTo>
                  <a:lnTo>
                    <a:pt x="2799" y="3692"/>
                  </a:lnTo>
                  <a:lnTo>
                    <a:pt x="2399" y="3599"/>
                  </a:lnTo>
                  <a:lnTo>
                    <a:pt x="2299" y="3322"/>
                  </a:lnTo>
                  <a:lnTo>
                    <a:pt x="1899" y="3230"/>
                  </a:lnTo>
                  <a:lnTo>
                    <a:pt x="1699" y="2953"/>
                  </a:lnTo>
                  <a:lnTo>
                    <a:pt x="1299" y="2861"/>
                  </a:lnTo>
                  <a:lnTo>
                    <a:pt x="1099" y="2584"/>
                  </a:lnTo>
                  <a:lnTo>
                    <a:pt x="799" y="2492"/>
                  </a:lnTo>
                  <a:lnTo>
                    <a:pt x="499" y="2399"/>
                  </a:lnTo>
                  <a:lnTo>
                    <a:pt x="399" y="2399"/>
                  </a:lnTo>
                  <a:lnTo>
                    <a:pt x="299" y="2215"/>
                  </a:lnTo>
                  <a:lnTo>
                    <a:pt x="199" y="2122"/>
                  </a:lnTo>
                  <a:lnTo>
                    <a:pt x="99" y="2122"/>
                  </a:lnTo>
                  <a:lnTo>
                    <a:pt x="0" y="2122"/>
                  </a:lnTo>
                  <a:lnTo>
                    <a:pt x="0" y="2122"/>
                  </a:lnTo>
                  <a:lnTo>
                    <a:pt x="0" y="2215"/>
                  </a:lnTo>
                  <a:lnTo>
                    <a:pt x="0" y="2399"/>
                  </a:lnTo>
                  <a:lnTo>
                    <a:pt x="199" y="2584"/>
                  </a:lnTo>
                  <a:lnTo>
                    <a:pt x="299" y="2676"/>
                  </a:lnTo>
                  <a:lnTo>
                    <a:pt x="499" y="3046"/>
                  </a:lnTo>
                  <a:lnTo>
                    <a:pt x="699" y="3322"/>
                  </a:lnTo>
                  <a:lnTo>
                    <a:pt x="1099" y="3692"/>
                  </a:lnTo>
                  <a:lnTo>
                    <a:pt x="1299" y="3876"/>
                  </a:lnTo>
                  <a:lnTo>
                    <a:pt x="1499" y="4061"/>
                  </a:lnTo>
                  <a:lnTo>
                    <a:pt x="1799" y="4153"/>
                  </a:lnTo>
                  <a:lnTo>
                    <a:pt x="2099" y="4430"/>
                  </a:lnTo>
                  <a:lnTo>
                    <a:pt x="2299" y="4522"/>
                  </a:lnTo>
                  <a:lnTo>
                    <a:pt x="2599" y="4799"/>
                  </a:lnTo>
                  <a:lnTo>
                    <a:pt x="2899" y="4892"/>
                  </a:lnTo>
                  <a:lnTo>
                    <a:pt x="3299" y="5076"/>
                  </a:lnTo>
                  <a:lnTo>
                    <a:pt x="3499" y="5261"/>
                  </a:lnTo>
                  <a:lnTo>
                    <a:pt x="3899" y="5353"/>
                  </a:lnTo>
                  <a:lnTo>
                    <a:pt x="4099" y="5630"/>
                  </a:lnTo>
                  <a:lnTo>
                    <a:pt x="4499" y="5722"/>
                  </a:lnTo>
                  <a:lnTo>
                    <a:pt x="4599" y="5999"/>
                  </a:lnTo>
                  <a:lnTo>
                    <a:pt x="4799" y="6092"/>
                  </a:lnTo>
                  <a:lnTo>
                    <a:pt x="4899" y="6276"/>
                  </a:lnTo>
                  <a:lnTo>
                    <a:pt x="4999" y="6461"/>
                  </a:lnTo>
                  <a:lnTo>
                    <a:pt x="5199" y="6830"/>
                  </a:lnTo>
                  <a:lnTo>
                    <a:pt x="5299" y="7292"/>
                  </a:lnTo>
                  <a:lnTo>
                    <a:pt x="5499" y="7661"/>
                  </a:lnTo>
                  <a:lnTo>
                    <a:pt x="5599" y="8123"/>
                  </a:lnTo>
                  <a:lnTo>
                    <a:pt x="5799" y="8584"/>
                  </a:lnTo>
                  <a:lnTo>
                    <a:pt x="5999" y="9138"/>
                  </a:lnTo>
                  <a:lnTo>
                    <a:pt x="6199" y="9507"/>
                  </a:lnTo>
                  <a:lnTo>
                    <a:pt x="6299" y="10061"/>
                  </a:lnTo>
                  <a:lnTo>
                    <a:pt x="6499" y="10615"/>
                  </a:lnTo>
                  <a:lnTo>
                    <a:pt x="6599" y="11076"/>
                  </a:lnTo>
                  <a:lnTo>
                    <a:pt x="6699" y="11538"/>
                  </a:lnTo>
                  <a:lnTo>
                    <a:pt x="6999" y="12091"/>
                  </a:lnTo>
                  <a:lnTo>
                    <a:pt x="7199" y="12553"/>
                  </a:lnTo>
                  <a:lnTo>
                    <a:pt x="7399" y="13107"/>
                  </a:lnTo>
                  <a:lnTo>
                    <a:pt x="7599" y="13661"/>
                  </a:lnTo>
                  <a:lnTo>
                    <a:pt x="7799" y="14122"/>
                  </a:lnTo>
                  <a:lnTo>
                    <a:pt x="8100" y="14676"/>
                  </a:lnTo>
                  <a:lnTo>
                    <a:pt x="8299" y="15138"/>
                  </a:lnTo>
                  <a:lnTo>
                    <a:pt x="8499" y="15692"/>
                  </a:lnTo>
                  <a:lnTo>
                    <a:pt x="8699" y="16246"/>
                  </a:lnTo>
                  <a:lnTo>
                    <a:pt x="8999" y="16615"/>
                  </a:lnTo>
                  <a:lnTo>
                    <a:pt x="9399" y="17168"/>
                  </a:lnTo>
                  <a:lnTo>
                    <a:pt x="9799" y="17630"/>
                  </a:lnTo>
                  <a:lnTo>
                    <a:pt x="10199" y="17999"/>
                  </a:lnTo>
                  <a:lnTo>
                    <a:pt x="10599" y="18461"/>
                  </a:lnTo>
                  <a:lnTo>
                    <a:pt x="10999" y="18923"/>
                  </a:lnTo>
                  <a:lnTo>
                    <a:pt x="11299" y="19292"/>
                  </a:lnTo>
                  <a:lnTo>
                    <a:pt x="11699" y="19661"/>
                  </a:lnTo>
                  <a:lnTo>
                    <a:pt x="12199" y="20030"/>
                  </a:lnTo>
                  <a:lnTo>
                    <a:pt x="12799" y="20399"/>
                  </a:lnTo>
                  <a:lnTo>
                    <a:pt x="13199" y="20584"/>
                  </a:lnTo>
                  <a:lnTo>
                    <a:pt x="13799" y="20953"/>
                  </a:lnTo>
                  <a:lnTo>
                    <a:pt x="14499" y="21138"/>
                  </a:lnTo>
                  <a:lnTo>
                    <a:pt x="14899" y="21322"/>
                  </a:lnTo>
                  <a:lnTo>
                    <a:pt x="15499" y="21507"/>
                  </a:lnTo>
                  <a:lnTo>
                    <a:pt x="15999" y="21600"/>
                  </a:lnTo>
                  <a:lnTo>
                    <a:pt x="16499" y="21507"/>
                  </a:lnTo>
                  <a:lnTo>
                    <a:pt x="16799" y="21600"/>
                  </a:lnTo>
                  <a:lnTo>
                    <a:pt x="17299" y="21600"/>
                  </a:lnTo>
                  <a:lnTo>
                    <a:pt x="17699" y="21507"/>
                  </a:lnTo>
                  <a:lnTo>
                    <a:pt x="18199" y="21322"/>
                  </a:lnTo>
                  <a:lnTo>
                    <a:pt x="18499" y="21230"/>
                  </a:lnTo>
                  <a:lnTo>
                    <a:pt x="18900" y="21045"/>
                  </a:lnTo>
                  <a:lnTo>
                    <a:pt x="19199" y="20953"/>
                  </a:lnTo>
                  <a:lnTo>
                    <a:pt x="19599" y="20769"/>
                  </a:lnTo>
                  <a:lnTo>
                    <a:pt x="19699" y="20399"/>
                  </a:lnTo>
                  <a:lnTo>
                    <a:pt x="20099" y="20215"/>
                  </a:lnTo>
                  <a:lnTo>
                    <a:pt x="20299" y="19845"/>
                  </a:lnTo>
                  <a:lnTo>
                    <a:pt x="20499" y="19569"/>
                  </a:lnTo>
                  <a:lnTo>
                    <a:pt x="20799" y="19199"/>
                  </a:lnTo>
                  <a:lnTo>
                    <a:pt x="20999" y="18830"/>
                  </a:lnTo>
                  <a:lnTo>
                    <a:pt x="20999" y="18461"/>
                  </a:lnTo>
                  <a:lnTo>
                    <a:pt x="21199" y="18092"/>
                  </a:lnTo>
                  <a:lnTo>
                    <a:pt x="21299" y="17630"/>
                  </a:lnTo>
                  <a:lnTo>
                    <a:pt x="21499" y="17261"/>
                  </a:lnTo>
                  <a:lnTo>
                    <a:pt x="21499" y="16799"/>
                  </a:lnTo>
                  <a:lnTo>
                    <a:pt x="21499" y="16338"/>
                  </a:lnTo>
                  <a:lnTo>
                    <a:pt x="21600" y="15784"/>
                  </a:lnTo>
                  <a:lnTo>
                    <a:pt x="21600" y="15322"/>
                  </a:lnTo>
                  <a:lnTo>
                    <a:pt x="21600" y="14861"/>
                  </a:lnTo>
                  <a:lnTo>
                    <a:pt x="21600" y="14307"/>
                  </a:lnTo>
                  <a:lnTo>
                    <a:pt x="21499" y="13846"/>
                  </a:lnTo>
                  <a:lnTo>
                    <a:pt x="21399" y="13292"/>
                  </a:lnTo>
                  <a:lnTo>
                    <a:pt x="21299" y="12738"/>
                  </a:lnTo>
                  <a:lnTo>
                    <a:pt x="21299" y="12553"/>
                  </a:lnTo>
                  <a:lnTo>
                    <a:pt x="21099" y="12369"/>
                  </a:lnTo>
                  <a:lnTo>
                    <a:pt x="21099" y="12091"/>
                  </a:lnTo>
                  <a:lnTo>
                    <a:pt x="20999" y="11815"/>
                  </a:lnTo>
                  <a:lnTo>
                    <a:pt x="20899" y="11538"/>
                  </a:lnTo>
                  <a:lnTo>
                    <a:pt x="20899" y="11169"/>
                  </a:lnTo>
                  <a:lnTo>
                    <a:pt x="20799" y="11076"/>
                  </a:lnTo>
                  <a:lnTo>
                    <a:pt x="20699" y="10800"/>
                  </a:lnTo>
                  <a:lnTo>
                    <a:pt x="20599" y="10430"/>
                  </a:lnTo>
                  <a:lnTo>
                    <a:pt x="20499" y="10153"/>
                  </a:lnTo>
                  <a:lnTo>
                    <a:pt x="20399" y="9969"/>
                  </a:lnTo>
                  <a:lnTo>
                    <a:pt x="20299" y="9692"/>
                  </a:lnTo>
                  <a:lnTo>
                    <a:pt x="20099" y="9322"/>
                  </a:lnTo>
                  <a:lnTo>
                    <a:pt x="20099" y="9045"/>
                  </a:lnTo>
                  <a:lnTo>
                    <a:pt x="19899" y="8676"/>
                  </a:lnTo>
                  <a:lnTo>
                    <a:pt x="19699" y="8492"/>
                  </a:lnTo>
                  <a:lnTo>
                    <a:pt x="19599" y="8215"/>
                  </a:lnTo>
                  <a:lnTo>
                    <a:pt x="19499" y="7938"/>
                  </a:lnTo>
                  <a:lnTo>
                    <a:pt x="19299" y="7569"/>
                  </a:lnTo>
                  <a:lnTo>
                    <a:pt x="19099" y="7384"/>
                  </a:lnTo>
                  <a:lnTo>
                    <a:pt x="18999" y="7015"/>
                  </a:lnTo>
                  <a:lnTo>
                    <a:pt x="18799" y="6738"/>
                  </a:lnTo>
                  <a:lnTo>
                    <a:pt x="18599" y="6461"/>
                  </a:lnTo>
                  <a:lnTo>
                    <a:pt x="18499" y="6184"/>
                  </a:lnTo>
                  <a:lnTo>
                    <a:pt x="18299" y="5815"/>
                  </a:lnTo>
                  <a:lnTo>
                    <a:pt x="17999" y="5538"/>
                  </a:lnTo>
                  <a:lnTo>
                    <a:pt x="17899" y="5353"/>
                  </a:lnTo>
                  <a:lnTo>
                    <a:pt x="17699" y="4984"/>
                  </a:lnTo>
                  <a:lnTo>
                    <a:pt x="17499" y="4707"/>
                  </a:lnTo>
                  <a:lnTo>
                    <a:pt x="17199" y="4430"/>
                  </a:lnTo>
                  <a:lnTo>
                    <a:pt x="17099" y="4153"/>
                  </a:lnTo>
                  <a:lnTo>
                    <a:pt x="16799" y="3968"/>
                  </a:lnTo>
                  <a:lnTo>
                    <a:pt x="16699" y="3876"/>
                  </a:lnTo>
                  <a:lnTo>
                    <a:pt x="16699" y="3876"/>
                  </a:lnTo>
                  <a:lnTo>
                    <a:pt x="16699" y="3968"/>
                  </a:lnTo>
                  <a:lnTo>
                    <a:pt x="16899" y="4153"/>
                  </a:lnTo>
                  <a:lnTo>
                    <a:pt x="16999" y="4153"/>
                  </a:lnTo>
                  <a:lnTo>
                    <a:pt x="17099" y="4430"/>
                  </a:lnTo>
                  <a:lnTo>
                    <a:pt x="17299" y="4707"/>
                  </a:lnTo>
                  <a:lnTo>
                    <a:pt x="17499" y="4984"/>
                  </a:lnTo>
                  <a:lnTo>
                    <a:pt x="17599" y="5261"/>
                  </a:lnTo>
                  <a:lnTo>
                    <a:pt x="17799" y="5538"/>
                  </a:lnTo>
                  <a:lnTo>
                    <a:pt x="17999" y="5907"/>
                  </a:lnTo>
                  <a:lnTo>
                    <a:pt x="18199" y="6184"/>
                  </a:lnTo>
                  <a:lnTo>
                    <a:pt x="18399" y="6553"/>
                  </a:lnTo>
                  <a:lnTo>
                    <a:pt x="18599" y="6830"/>
                  </a:lnTo>
                  <a:lnTo>
                    <a:pt x="18699" y="7015"/>
                  </a:lnTo>
                  <a:lnTo>
                    <a:pt x="18799" y="7199"/>
                  </a:lnTo>
                  <a:lnTo>
                    <a:pt x="19099" y="7753"/>
                  </a:lnTo>
                  <a:lnTo>
                    <a:pt x="19399" y="8307"/>
                  </a:lnTo>
                  <a:lnTo>
                    <a:pt x="19699" y="8953"/>
                  </a:lnTo>
                  <a:lnTo>
                    <a:pt x="19999" y="9599"/>
                  </a:lnTo>
                  <a:lnTo>
                    <a:pt x="20099" y="10153"/>
                  </a:lnTo>
                  <a:lnTo>
                    <a:pt x="20299" y="10892"/>
                  </a:lnTo>
                  <a:lnTo>
                    <a:pt x="20399" y="11445"/>
                  </a:lnTo>
                  <a:lnTo>
                    <a:pt x="20599" y="12091"/>
                  </a:lnTo>
                  <a:lnTo>
                    <a:pt x="20599" y="12738"/>
                  </a:lnTo>
                  <a:lnTo>
                    <a:pt x="20699" y="13384"/>
                  </a:lnTo>
                  <a:lnTo>
                    <a:pt x="20699" y="14122"/>
                  </a:lnTo>
                  <a:lnTo>
                    <a:pt x="20599" y="14584"/>
                  </a:lnTo>
                  <a:lnTo>
                    <a:pt x="20599" y="15230"/>
                  </a:lnTo>
                  <a:lnTo>
                    <a:pt x="20499" y="15876"/>
                  </a:lnTo>
                  <a:lnTo>
                    <a:pt x="20399" y="16430"/>
                  </a:lnTo>
                  <a:lnTo>
                    <a:pt x="20399" y="16984"/>
                  </a:lnTo>
                  <a:lnTo>
                    <a:pt x="20199" y="17538"/>
                  </a:lnTo>
                  <a:lnTo>
                    <a:pt x="19999" y="17907"/>
                  </a:lnTo>
                  <a:lnTo>
                    <a:pt x="19799" y="18369"/>
                  </a:lnTo>
                  <a:lnTo>
                    <a:pt x="19499" y="18830"/>
                  </a:lnTo>
                  <a:lnTo>
                    <a:pt x="19199" y="19107"/>
                  </a:lnTo>
                  <a:lnTo>
                    <a:pt x="18900" y="19384"/>
                  </a:lnTo>
                  <a:lnTo>
                    <a:pt x="18499" y="19569"/>
                  </a:lnTo>
                  <a:lnTo>
                    <a:pt x="17999" y="19753"/>
                  </a:lnTo>
                  <a:lnTo>
                    <a:pt x="17699" y="19753"/>
                  </a:lnTo>
                  <a:lnTo>
                    <a:pt x="17199" y="19845"/>
                  </a:lnTo>
                  <a:lnTo>
                    <a:pt x="16699" y="19845"/>
                  </a:lnTo>
                  <a:lnTo>
                    <a:pt x="16200" y="19845"/>
                  </a:lnTo>
                  <a:lnTo>
                    <a:pt x="15599" y="19569"/>
                  </a:lnTo>
                  <a:lnTo>
                    <a:pt x="14999" y="19292"/>
                  </a:lnTo>
                  <a:lnTo>
                    <a:pt x="14299" y="18830"/>
                  </a:lnTo>
                  <a:lnTo>
                    <a:pt x="13699" y="18553"/>
                  </a:lnTo>
                  <a:lnTo>
                    <a:pt x="13500" y="18369"/>
                  </a:lnTo>
                  <a:lnTo>
                    <a:pt x="13299" y="18184"/>
                  </a:lnTo>
                  <a:lnTo>
                    <a:pt x="13099" y="18092"/>
                  </a:lnTo>
                  <a:lnTo>
                    <a:pt x="12899" y="17815"/>
                  </a:lnTo>
                  <a:lnTo>
                    <a:pt x="12799" y="17630"/>
                  </a:lnTo>
                  <a:lnTo>
                    <a:pt x="12499" y="17538"/>
                  </a:lnTo>
                  <a:lnTo>
                    <a:pt x="12399" y="17353"/>
                  </a:lnTo>
                  <a:lnTo>
                    <a:pt x="12199" y="17076"/>
                  </a:lnTo>
                  <a:lnTo>
                    <a:pt x="12099" y="16984"/>
                  </a:lnTo>
                  <a:lnTo>
                    <a:pt x="11899" y="16707"/>
                  </a:lnTo>
                  <a:lnTo>
                    <a:pt x="11699" y="16430"/>
                  </a:lnTo>
                  <a:lnTo>
                    <a:pt x="11499" y="16246"/>
                  </a:lnTo>
                  <a:lnTo>
                    <a:pt x="11499" y="16061"/>
                  </a:lnTo>
                  <a:lnTo>
                    <a:pt x="11299" y="15784"/>
                  </a:lnTo>
                  <a:lnTo>
                    <a:pt x="11099" y="15507"/>
                  </a:lnTo>
                  <a:lnTo>
                    <a:pt x="10999" y="15322"/>
                  </a:lnTo>
                  <a:lnTo>
                    <a:pt x="10699" y="15046"/>
                  </a:lnTo>
                  <a:lnTo>
                    <a:pt x="10599" y="14768"/>
                  </a:lnTo>
                  <a:lnTo>
                    <a:pt x="10399" y="14676"/>
                  </a:lnTo>
                  <a:lnTo>
                    <a:pt x="10299" y="14399"/>
                  </a:lnTo>
                  <a:lnTo>
                    <a:pt x="10199" y="14122"/>
                  </a:lnTo>
                  <a:lnTo>
                    <a:pt x="10099" y="13938"/>
                  </a:lnTo>
                  <a:lnTo>
                    <a:pt x="9899" y="13753"/>
                  </a:lnTo>
                  <a:lnTo>
                    <a:pt x="9699" y="13476"/>
                  </a:lnTo>
                  <a:lnTo>
                    <a:pt x="9699" y="13292"/>
                  </a:lnTo>
                  <a:lnTo>
                    <a:pt x="9699" y="13107"/>
                  </a:lnTo>
                  <a:lnTo>
                    <a:pt x="9499" y="12830"/>
                  </a:lnTo>
                  <a:lnTo>
                    <a:pt x="9499" y="12646"/>
                  </a:lnTo>
                  <a:lnTo>
                    <a:pt x="9299" y="12461"/>
                  </a:lnTo>
                  <a:lnTo>
                    <a:pt x="9299" y="12276"/>
                  </a:lnTo>
                  <a:lnTo>
                    <a:pt x="9199" y="12091"/>
                  </a:lnTo>
                  <a:lnTo>
                    <a:pt x="9099" y="11907"/>
                  </a:lnTo>
                  <a:lnTo>
                    <a:pt x="8999" y="11815"/>
                  </a:lnTo>
                  <a:lnTo>
                    <a:pt x="8999" y="11630"/>
                  </a:lnTo>
                  <a:lnTo>
                    <a:pt x="8999" y="11445"/>
                  </a:lnTo>
                  <a:lnTo>
                    <a:pt x="8799" y="11169"/>
                  </a:lnTo>
                  <a:lnTo>
                    <a:pt x="8599" y="10984"/>
                  </a:lnTo>
                  <a:lnTo>
                    <a:pt x="8499" y="10615"/>
                  </a:lnTo>
                  <a:lnTo>
                    <a:pt x="8399" y="10430"/>
                  </a:lnTo>
                  <a:lnTo>
                    <a:pt x="8299" y="10061"/>
                  </a:lnTo>
                  <a:lnTo>
                    <a:pt x="8199" y="9784"/>
                  </a:lnTo>
                  <a:lnTo>
                    <a:pt x="8100" y="9415"/>
                  </a:lnTo>
                  <a:lnTo>
                    <a:pt x="7999" y="9138"/>
                  </a:lnTo>
                  <a:lnTo>
                    <a:pt x="7999" y="8953"/>
                  </a:lnTo>
                  <a:lnTo>
                    <a:pt x="7899" y="8676"/>
                  </a:lnTo>
                  <a:lnTo>
                    <a:pt x="7899" y="8584"/>
                  </a:lnTo>
                  <a:lnTo>
                    <a:pt x="7799" y="8492"/>
                  </a:lnTo>
                  <a:lnTo>
                    <a:pt x="7899" y="8307"/>
                  </a:lnTo>
                  <a:lnTo>
                    <a:pt x="7899" y="8215"/>
                  </a:lnTo>
                  <a:lnTo>
                    <a:pt x="7899" y="8215"/>
                  </a:lnTo>
                  <a:lnTo>
                    <a:pt x="7899" y="8123"/>
                  </a:lnTo>
                  <a:lnTo>
                    <a:pt x="7899" y="8123"/>
                  </a:lnTo>
                  <a:lnTo>
                    <a:pt x="7799" y="8123"/>
                  </a:lnTo>
                  <a:lnTo>
                    <a:pt x="7799" y="8123"/>
                  </a:lnTo>
                  <a:lnTo>
                    <a:pt x="7799" y="8123"/>
                  </a:lnTo>
                  <a:lnTo>
                    <a:pt x="7799" y="8123"/>
                  </a:lnTo>
                  <a:lnTo>
                    <a:pt x="7999" y="8123"/>
                  </a:lnTo>
                  <a:lnTo>
                    <a:pt x="8199" y="8307"/>
                  </a:lnTo>
                  <a:lnTo>
                    <a:pt x="8499" y="8492"/>
                  </a:lnTo>
                  <a:lnTo>
                    <a:pt x="8599" y="8769"/>
                  </a:lnTo>
                  <a:lnTo>
                    <a:pt x="8999" y="8861"/>
                  </a:lnTo>
                  <a:lnTo>
                    <a:pt x="9199" y="9138"/>
                  </a:lnTo>
                  <a:lnTo>
                    <a:pt x="9499" y="9322"/>
                  </a:lnTo>
                  <a:lnTo>
                    <a:pt x="9699" y="9599"/>
                  </a:lnTo>
                  <a:lnTo>
                    <a:pt x="9999" y="9784"/>
                  </a:lnTo>
                  <a:lnTo>
                    <a:pt x="10199" y="9969"/>
                  </a:lnTo>
                  <a:lnTo>
                    <a:pt x="10499" y="10061"/>
                  </a:lnTo>
                  <a:lnTo>
                    <a:pt x="10599" y="10153"/>
                  </a:lnTo>
                  <a:lnTo>
                    <a:pt x="10699" y="10153"/>
                  </a:lnTo>
                  <a:lnTo>
                    <a:pt x="10800" y="10245"/>
                  </a:lnTo>
                  <a:lnTo>
                    <a:pt x="10899" y="10153"/>
                  </a:lnTo>
                  <a:lnTo>
                    <a:pt x="10999" y="9969"/>
                  </a:lnTo>
                  <a:lnTo>
                    <a:pt x="10999" y="9692"/>
                  </a:lnTo>
                  <a:lnTo>
                    <a:pt x="10999" y="9507"/>
                  </a:lnTo>
                  <a:lnTo>
                    <a:pt x="10800" y="9322"/>
                  </a:lnTo>
                  <a:lnTo>
                    <a:pt x="10599" y="9045"/>
                  </a:lnTo>
                  <a:lnTo>
                    <a:pt x="10499" y="8861"/>
                  </a:lnTo>
                  <a:lnTo>
                    <a:pt x="10199" y="8676"/>
                  </a:lnTo>
                  <a:lnTo>
                    <a:pt x="10099" y="8492"/>
                  </a:lnTo>
                  <a:lnTo>
                    <a:pt x="9799" y="8399"/>
                  </a:lnTo>
                  <a:lnTo>
                    <a:pt x="9499" y="8123"/>
                  </a:lnTo>
                  <a:lnTo>
                    <a:pt x="9299" y="7938"/>
                  </a:lnTo>
                  <a:lnTo>
                    <a:pt x="8899" y="7753"/>
                  </a:lnTo>
                  <a:lnTo>
                    <a:pt x="8699" y="7569"/>
                  </a:lnTo>
                  <a:lnTo>
                    <a:pt x="8299" y="7384"/>
                  </a:lnTo>
                  <a:lnTo>
                    <a:pt x="8199" y="7384"/>
                  </a:lnTo>
                  <a:lnTo>
                    <a:pt x="7899" y="7107"/>
                  </a:lnTo>
                  <a:lnTo>
                    <a:pt x="7799" y="6830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GB" altLang="en-US"/>
            </a:p>
          </p:txBody>
        </p:sp>
        <p:sp>
          <p:nvSpPr>
            <p:cNvPr id="2058" name="未知"/>
            <p:cNvSpPr>
              <a:spLocks noChangeAspect="1"/>
            </p:cNvSpPr>
            <p:nvPr/>
          </p:nvSpPr>
          <p:spPr>
            <a:xfrm>
              <a:off x="592" y="513"/>
              <a:ext cx="163" cy="530"/>
            </a:xfrm>
            <a:custGeom>
              <a:avLst/>
              <a:gdLst/>
              <a:ahLst/>
              <a:cxnLst>
                <a:cxn ang="0">
                  <a:pos x="156" y="181"/>
                </a:cxn>
                <a:cxn ang="0">
                  <a:pos x="156" y="163"/>
                </a:cxn>
                <a:cxn ang="0">
                  <a:pos x="156" y="143"/>
                </a:cxn>
                <a:cxn ang="0">
                  <a:pos x="156" y="122"/>
                </a:cxn>
                <a:cxn ang="0">
                  <a:pos x="156" y="100"/>
                </a:cxn>
                <a:cxn ang="0">
                  <a:pos x="156" y="79"/>
                </a:cxn>
                <a:cxn ang="0">
                  <a:pos x="154" y="57"/>
                </a:cxn>
                <a:cxn ang="0">
                  <a:pos x="149" y="38"/>
                </a:cxn>
                <a:cxn ang="0">
                  <a:pos x="138" y="20"/>
                </a:cxn>
                <a:cxn ang="0">
                  <a:pos x="127" y="11"/>
                </a:cxn>
                <a:cxn ang="0">
                  <a:pos x="109" y="0"/>
                </a:cxn>
                <a:cxn ang="0">
                  <a:pos x="100" y="2"/>
                </a:cxn>
                <a:cxn ang="0">
                  <a:pos x="93" y="16"/>
                </a:cxn>
                <a:cxn ang="0">
                  <a:pos x="86" y="34"/>
                </a:cxn>
                <a:cxn ang="0">
                  <a:pos x="88" y="61"/>
                </a:cxn>
                <a:cxn ang="0">
                  <a:pos x="91" y="93"/>
                </a:cxn>
                <a:cxn ang="0">
                  <a:pos x="95" y="125"/>
                </a:cxn>
                <a:cxn ang="0">
                  <a:pos x="100" y="159"/>
                </a:cxn>
                <a:cxn ang="0">
                  <a:pos x="104" y="192"/>
                </a:cxn>
                <a:cxn ang="0">
                  <a:pos x="109" y="222"/>
                </a:cxn>
                <a:cxn ang="0">
                  <a:pos x="115" y="251"/>
                </a:cxn>
                <a:cxn ang="0">
                  <a:pos x="118" y="276"/>
                </a:cxn>
                <a:cxn ang="0">
                  <a:pos x="122" y="308"/>
                </a:cxn>
                <a:cxn ang="0">
                  <a:pos x="125" y="335"/>
                </a:cxn>
                <a:cxn ang="0">
                  <a:pos x="122" y="362"/>
                </a:cxn>
                <a:cxn ang="0">
                  <a:pos x="118" y="383"/>
                </a:cxn>
                <a:cxn ang="0">
                  <a:pos x="115" y="405"/>
                </a:cxn>
                <a:cxn ang="0">
                  <a:pos x="106" y="421"/>
                </a:cxn>
                <a:cxn ang="0">
                  <a:pos x="97" y="439"/>
                </a:cxn>
                <a:cxn ang="0">
                  <a:pos x="86" y="453"/>
                </a:cxn>
                <a:cxn ang="0">
                  <a:pos x="70" y="469"/>
                </a:cxn>
                <a:cxn ang="0">
                  <a:pos x="57" y="482"/>
                </a:cxn>
                <a:cxn ang="0">
                  <a:pos x="43" y="494"/>
                </a:cxn>
                <a:cxn ang="0">
                  <a:pos x="27" y="505"/>
                </a:cxn>
                <a:cxn ang="0">
                  <a:pos x="14" y="516"/>
                </a:cxn>
                <a:cxn ang="0">
                  <a:pos x="5" y="525"/>
                </a:cxn>
                <a:cxn ang="0">
                  <a:pos x="0" y="530"/>
                </a:cxn>
                <a:cxn ang="0">
                  <a:pos x="9" y="521"/>
                </a:cxn>
                <a:cxn ang="0">
                  <a:pos x="27" y="507"/>
                </a:cxn>
                <a:cxn ang="0">
                  <a:pos x="45" y="498"/>
                </a:cxn>
                <a:cxn ang="0">
                  <a:pos x="63" y="487"/>
                </a:cxn>
                <a:cxn ang="0">
                  <a:pos x="79" y="478"/>
                </a:cxn>
                <a:cxn ang="0">
                  <a:pos x="95" y="464"/>
                </a:cxn>
                <a:cxn ang="0">
                  <a:pos x="113" y="451"/>
                </a:cxn>
                <a:cxn ang="0">
                  <a:pos x="127" y="439"/>
                </a:cxn>
                <a:cxn ang="0">
                  <a:pos x="143" y="419"/>
                </a:cxn>
                <a:cxn ang="0">
                  <a:pos x="152" y="399"/>
                </a:cxn>
                <a:cxn ang="0">
                  <a:pos x="156" y="378"/>
                </a:cxn>
                <a:cxn ang="0">
                  <a:pos x="158" y="360"/>
                </a:cxn>
                <a:cxn ang="0">
                  <a:pos x="161" y="344"/>
                </a:cxn>
                <a:cxn ang="0">
                  <a:pos x="161" y="326"/>
                </a:cxn>
                <a:cxn ang="0">
                  <a:pos x="163" y="308"/>
                </a:cxn>
                <a:cxn ang="0">
                  <a:pos x="161" y="290"/>
                </a:cxn>
                <a:cxn ang="0">
                  <a:pos x="161" y="274"/>
                </a:cxn>
                <a:cxn ang="0">
                  <a:pos x="161" y="258"/>
                </a:cxn>
                <a:cxn ang="0">
                  <a:pos x="158" y="242"/>
                </a:cxn>
                <a:cxn ang="0">
                  <a:pos x="156" y="224"/>
                </a:cxn>
                <a:cxn ang="0">
                  <a:pos x="154" y="208"/>
                </a:cxn>
                <a:cxn ang="0">
                  <a:pos x="156" y="192"/>
                </a:cxn>
              </a:cxnLst>
              <a:pathLst>
                <a:path w="21600" h="21600">
                  <a:moveTo>
                    <a:pt x="20699" y="7845"/>
                  </a:moveTo>
                  <a:lnTo>
                    <a:pt x="20399" y="7661"/>
                  </a:lnTo>
                  <a:lnTo>
                    <a:pt x="20699" y="7384"/>
                  </a:lnTo>
                  <a:lnTo>
                    <a:pt x="20399" y="7199"/>
                  </a:lnTo>
                  <a:lnTo>
                    <a:pt x="20699" y="6923"/>
                  </a:lnTo>
                  <a:lnTo>
                    <a:pt x="20699" y="6645"/>
                  </a:lnTo>
                  <a:lnTo>
                    <a:pt x="20699" y="6461"/>
                  </a:lnTo>
                  <a:lnTo>
                    <a:pt x="20699" y="6092"/>
                  </a:lnTo>
                  <a:lnTo>
                    <a:pt x="20699" y="5815"/>
                  </a:lnTo>
                  <a:lnTo>
                    <a:pt x="20999" y="5538"/>
                  </a:lnTo>
                  <a:lnTo>
                    <a:pt x="20999" y="5261"/>
                  </a:lnTo>
                  <a:lnTo>
                    <a:pt x="20699" y="4984"/>
                  </a:lnTo>
                  <a:lnTo>
                    <a:pt x="20999" y="4707"/>
                  </a:lnTo>
                  <a:lnTo>
                    <a:pt x="20999" y="4338"/>
                  </a:lnTo>
                  <a:lnTo>
                    <a:pt x="20699" y="4061"/>
                  </a:lnTo>
                  <a:lnTo>
                    <a:pt x="20999" y="3784"/>
                  </a:lnTo>
                  <a:lnTo>
                    <a:pt x="20999" y="3507"/>
                  </a:lnTo>
                  <a:lnTo>
                    <a:pt x="20699" y="3230"/>
                  </a:lnTo>
                  <a:lnTo>
                    <a:pt x="20399" y="2861"/>
                  </a:lnTo>
                  <a:lnTo>
                    <a:pt x="20399" y="2584"/>
                  </a:lnTo>
                  <a:lnTo>
                    <a:pt x="20399" y="2307"/>
                  </a:lnTo>
                  <a:lnTo>
                    <a:pt x="20099" y="2122"/>
                  </a:lnTo>
                  <a:lnTo>
                    <a:pt x="19799" y="1846"/>
                  </a:lnTo>
                  <a:lnTo>
                    <a:pt x="19799" y="1569"/>
                  </a:lnTo>
                  <a:lnTo>
                    <a:pt x="19199" y="1291"/>
                  </a:lnTo>
                  <a:lnTo>
                    <a:pt x="18599" y="1107"/>
                  </a:lnTo>
                  <a:lnTo>
                    <a:pt x="18299" y="830"/>
                  </a:lnTo>
                  <a:lnTo>
                    <a:pt x="17999" y="738"/>
                  </a:lnTo>
                  <a:lnTo>
                    <a:pt x="17099" y="645"/>
                  </a:lnTo>
                  <a:lnTo>
                    <a:pt x="16799" y="461"/>
                  </a:lnTo>
                  <a:lnTo>
                    <a:pt x="15899" y="276"/>
                  </a:lnTo>
                  <a:lnTo>
                    <a:pt x="15299" y="184"/>
                  </a:lnTo>
                  <a:lnTo>
                    <a:pt x="14399" y="0"/>
                  </a:lnTo>
                  <a:lnTo>
                    <a:pt x="14099" y="92"/>
                  </a:lnTo>
                  <a:lnTo>
                    <a:pt x="13799" y="92"/>
                  </a:lnTo>
                  <a:lnTo>
                    <a:pt x="13199" y="92"/>
                  </a:lnTo>
                  <a:lnTo>
                    <a:pt x="12899" y="184"/>
                  </a:lnTo>
                  <a:lnTo>
                    <a:pt x="12599" y="461"/>
                  </a:lnTo>
                  <a:lnTo>
                    <a:pt x="12299" y="645"/>
                  </a:lnTo>
                  <a:lnTo>
                    <a:pt x="11999" y="830"/>
                  </a:lnTo>
                  <a:lnTo>
                    <a:pt x="11699" y="1107"/>
                  </a:lnTo>
                  <a:lnTo>
                    <a:pt x="11399" y="1384"/>
                  </a:lnTo>
                  <a:lnTo>
                    <a:pt x="11399" y="1753"/>
                  </a:lnTo>
                  <a:lnTo>
                    <a:pt x="11399" y="2122"/>
                  </a:lnTo>
                  <a:lnTo>
                    <a:pt x="11699" y="2492"/>
                  </a:lnTo>
                  <a:lnTo>
                    <a:pt x="11699" y="2861"/>
                  </a:lnTo>
                  <a:lnTo>
                    <a:pt x="11699" y="3230"/>
                  </a:lnTo>
                  <a:lnTo>
                    <a:pt x="11999" y="3784"/>
                  </a:lnTo>
                  <a:lnTo>
                    <a:pt x="11999" y="4246"/>
                  </a:lnTo>
                  <a:lnTo>
                    <a:pt x="12299" y="4615"/>
                  </a:lnTo>
                  <a:lnTo>
                    <a:pt x="12599" y="5076"/>
                  </a:lnTo>
                  <a:lnTo>
                    <a:pt x="12899" y="5630"/>
                  </a:lnTo>
                  <a:lnTo>
                    <a:pt x="12899" y="5999"/>
                  </a:lnTo>
                  <a:lnTo>
                    <a:pt x="13199" y="6461"/>
                  </a:lnTo>
                  <a:lnTo>
                    <a:pt x="13199" y="7015"/>
                  </a:lnTo>
                  <a:lnTo>
                    <a:pt x="13500" y="7384"/>
                  </a:lnTo>
                  <a:lnTo>
                    <a:pt x="13799" y="7845"/>
                  </a:lnTo>
                  <a:lnTo>
                    <a:pt x="14099" y="8215"/>
                  </a:lnTo>
                  <a:lnTo>
                    <a:pt x="14399" y="8861"/>
                  </a:lnTo>
                  <a:lnTo>
                    <a:pt x="14399" y="9045"/>
                  </a:lnTo>
                  <a:lnTo>
                    <a:pt x="14699" y="9507"/>
                  </a:lnTo>
                  <a:lnTo>
                    <a:pt x="14999" y="9876"/>
                  </a:lnTo>
                  <a:lnTo>
                    <a:pt x="15299" y="10245"/>
                  </a:lnTo>
                  <a:lnTo>
                    <a:pt x="14999" y="10522"/>
                  </a:lnTo>
                  <a:lnTo>
                    <a:pt x="15299" y="10707"/>
                  </a:lnTo>
                  <a:lnTo>
                    <a:pt x="15599" y="11261"/>
                  </a:lnTo>
                  <a:lnTo>
                    <a:pt x="15599" y="11722"/>
                  </a:lnTo>
                  <a:lnTo>
                    <a:pt x="15899" y="12091"/>
                  </a:lnTo>
                  <a:lnTo>
                    <a:pt x="16200" y="12553"/>
                  </a:lnTo>
                  <a:lnTo>
                    <a:pt x="16200" y="12922"/>
                  </a:lnTo>
                  <a:lnTo>
                    <a:pt x="16200" y="13384"/>
                  </a:lnTo>
                  <a:lnTo>
                    <a:pt x="16499" y="13661"/>
                  </a:lnTo>
                  <a:lnTo>
                    <a:pt x="16499" y="14030"/>
                  </a:lnTo>
                  <a:lnTo>
                    <a:pt x="16499" y="14399"/>
                  </a:lnTo>
                  <a:lnTo>
                    <a:pt x="16200" y="14768"/>
                  </a:lnTo>
                  <a:lnTo>
                    <a:pt x="16200" y="15046"/>
                  </a:lnTo>
                  <a:lnTo>
                    <a:pt x="15899" y="15322"/>
                  </a:lnTo>
                  <a:lnTo>
                    <a:pt x="15599" y="15599"/>
                  </a:lnTo>
                  <a:lnTo>
                    <a:pt x="15599" y="15876"/>
                  </a:lnTo>
                  <a:lnTo>
                    <a:pt x="15299" y="16153"/>
                  </a:lnTo>
                  <a:lnTo>
                    <a:pt x="15299" y="16522"/>
                  </a:lnTo>
                  <a:lnTo>
                    <a:pt x="14699" y="16615"/>
                  </a:lnTo>
                  <a:lnTo>
                    <a:pt x="14399" y="16892"/>
                  </a:lnTo>
                  <a:lnTo>
                    <a:pt x="14099" y="17168"/>
                  </a:lnTo>
                  <a:lnTo>
                    <a:pt x="13799" y="17445"/>
                  </a:lnTo>
                  <a:lnTo>
                    <a:pt x="13500" y="17630"/>
                  </a:lnTo>
                  <a:lnTo>
                    <a:pt x="12899" y="17907"/>
                  </a:lnTo>
                  <a:lnTo>
                    <a:pt x="11999" y="18092"/>
                  </a:lnTo>
                  <a:lnTo>
                    <a:pt x="11699" y="18369"/>
                  </a:lnTo>
                  <a:lnTo>
                    <a:pt x="11399" y="18461"/>
                  </a:lnTo>
                  <a:lnTo>
                    <a:pt x="10800" y="18645"/>
                  </a:lnTo>
                  <a:lnTo>
                    <a:pt x="9899" y="18923"/>
                  </a:lnTo>
                  <a:lnTo>
                    <a:pt x="9299" y="19107"/>
                  </a:lnTo>
                  <a:lnTo>
                    <a:pt x="8699" y="19292"/>
                  </a:lnTo>
                  <a:lnTo>
                    <a:pt x="7799" y="19569"/>
                  </a:lnTo>
                  <a:lnTo>
                    <a:pt x="7499" y="19661"/>
                  </a:lnTo>
                  <a:lnTo>
                    <a:pt x="6599" y="19938"/>
                  </a:lnTo>
                  <a:lnTo>
                    <a:pt x="5999" y="20030"/>
                  </a:lnTo>
                  <a:lnTo>
                    <a:pt x="5699" y="20122"/>
                  </a:lnTo>
                  <a:lnTo>
                    <a:pt x="5099" y="20307"/>
                  </a:lnTo>
                  <a:lnTo>
                    <a:pt x="4199" y="20399"/>
                  </a:lnTo>
                  <a:lnTo>
                    <a:pt x="3599" y="20584"/>
                  </a:lnTo>
                  <a:lnTo>
                    <a:pt x="3299" y="20676"/>
                  </a:lnTo>
                  <a:lnTo>
                    <a:pt x="2700" y="20861"/>
                  </a:lnTo>
                  <a:lnTo>
                    <a:pt x="1799" y="21045"/>
                  </a:lnTo>
                  <a:lnTo>
                    <a:pt x="1499" y="21230"/>
                  </a:lnTo>
                  <a:lnTo>
                    <a:pt x="899" y="21322"/>
                  </a:lnTo>
                  <a:lnTo>
                    <a:pt x="599" y="21415"/>
                  </a:lnTo>
                  <a:lnTo>
                    <a:pt x="0" y="21507"/>
                  </a:lnTo>
                  <a:lnTo>
                    <a:pt x="0" y="21600"/>
                  </a:lnTo>
                  <a:lnTo>
                    <a:pt x="0" y="21600"/>
                  </a:lnTo>
                  <a:lnTo>
                    <a:pt x="0" y="21507"/>
                  </a:lnTo>
                  <a:lnTo>
                    <a:pt x="299" y="21415"/>
                  </a:lnTo>
                  <a:lnTo>
                    <a:pt x="1199" y="21230"/>
                  </a:lnTo>
                  <a:lnTo>
                    <a:pt x="1799" y="21045"/>
                  </a:lnTo>
                  <a:lnTo>
                    <a:pt x="2700" y="20861"/>
                  </a:lnTo>
                  <a:lnTo>
                    <a:pt x="3599" y="20676"/>
                  </a:lnTo>
                  <a:lnTo>
                    <a:pt x="4199" y="20492"/>
                  </a:lnTo>
                  <a:lnTo>
                    <a:pt x="5099" y="20492"/>
                  </a:lnTo>
                  <a:lnTo>
                    <a:pt x="5999" y="20307"/>
                  </a:lnTo>
                  <a:lnTo>
                    <a:pt x="6899" y="20215"/>
                  </a:lnTo>
                  <a:lnTo>
                    <a:pt x="7799" y="20030"/>
                  </a:lnTo>
                  <a:lnTo>
                    <a:pt x="8399" y="19845"/>
                  </a:lnTo>
                  <a:lnTo>
                    <a:pt x="9299" y="19753"/>
                  </a:lnTo>
                  <a:lnTo>
                    <a:pt x="9899" y="19569"/>
                  </a:lnTo>
                  <a:lnTo>
                    <a:pt x="10499" y="19476"/>
                  </a:lnTo>
                  <a:lnTo>
                    <a:pt x="11399" y="19199"/>
                  </a:lnTo>
                  <a:lnTo>
                    <a:pt x="12299" y="19015"/>
                  </a:lnTo>
                  <a:lnTo>
                    <a:pt x="12599" y="18923"/>
                  </a:lnTo>
                  <a:lnTo>
                    <a:pt x="13799" y="18738"/>
                  </a:lnTo>
                  <a:lnTo>
                    <a:pt x="14699" y="18553"/>
                  </a:lnTo>
                  <a:lnTo>
                    <a:pt x="14999" y="18369"/>
                  </a:lnTo>
                  <a:lnTo>
                    <a:pt x="15899" y="18184"/>
                  </a:lnTo>
                  <a:lnTo>
                    <a:pt x="16799" y="17999"/>
                  </a:lnTo>
                  <a:lnTo>
                    <a:pt x="16799" y="17907"/>
                  </a:lnTo>
                  <a:lnTo>
                    <a:pt x="17699" y="17630"/>
                  </a:lnTo>
                  <a:lnTo>
                    <a:pt x="17999" y="17353"/>
                  </a:lnTo>
                  <a:lnTo>
                    <a:pt x="18900" y="17076"/>
                  </a:lnTo>
                  <a:lnTo>
                    <a:pt x="19199" y="16892"/>
                  </a:lnTo>
                  <a:lnTo>
                    <a:pt x="19799" y="16615"/>
                  </a:lnTo>
                  <a:lnTo>
                    <a:pt x="20099" y="16246"/>
                  </a:lnTo>
                  <a:lnTo>
                    <a:pt x="20099" y="16061"/>
                  </a:lnTo>
                  <a:lnTo>
                    <a:pt x="20699" y="15784"/>
                  </a:lnTo>
                  <a:lnTo>
                    <a:pt x="20699" y="15415"/>
                  </a:lnTo>
                  <a:lnTo>
                    <a:pt x="20999" y="14953"/>
                  </a:lnTo>
                  <a:lnTo>
                    <a:pt x="20999" y="14768"/>
                  </a:lnTo>
                  <a:lnTo>
                    <a:pt x="20999" y="14676"/>
                  </a:lnTo>
                  <a:lnTo>
                    <a:pt x="20999" y="14492"/>
                  </a:lnTo>
                  <a:lnTo>
                    <a:pt x="20999" y="14215"/>
                  </a:lnTo>
                  <a:lnTo>
                    <a:pt x="21299" y="14030"/>
                  </a:lnTo>
                  <a:lnTo>
                    <a:pt x="21299" y="13753"/>
                  </a:lnTo>
                  <a:lnTo>
                    <a:pt x="21299" y="13569"/>
                  </a:lnTo>
                  <a:lnTo>
                    <a:pt x="21299" y="13292"/>
                  </a:lnTo>
                  <a:lnTo>
                    <a:pt x="21299" y="13107"/>
                  </a:lnTo>
                  <a:lnTo>
                    <a:pt x="21299" y="12922"/>
                  </a:lnTo>
                  <a:lnTo>
                    <a:pt x="21600" y="12553"/>
                  </a:lnTo>
                  <a:lnTo>
                    <a:pt x="21299" y="12369"/>
                  </a:lnTo>
                  <a:lnTo>
                    <a:pt x="21600" y="12091"/>
                  </a:lnTo>
                  <a:lnTo>
                    <a:pt x="21299" y="11815"/>
                  </a:lnTo>
                  <a:lnTo>
                    <a:pt x="20999" y="11538"/>
                  </a:lnTo>
                  <a:lnTo>
                    <a:pt x="21299" y="11445"/>
                  </a:lnTo>
                  <a:lnTo>
                    <a:pt x="21299" y="11169"/>
                  </a:lnTo>
                  <a:lnTo>
                    <a:pt x="21299" y="10892"/>
                  </a:lnTo>
                  <a:lnTo>
                    <a:pt x="20999" y="10707"/>
                  </a:lnTo>
                  <a:lnTo>
                    <a:pt x="21299" y="10522"/>
                  </a:lnTo>
                  <a:lnTo>
                    <a:pt x="20999" y="10245"/>
                  </a:lnTo>
                  <a:lnTo>
                    <a:pt x="21299" y="9969"/>
                  </a:lnTo>
                  <a:lnTo>
                    <a:pt x="20999" y="9876"/>
                  </a:lnTo>
                  <a:lnTo>
                    <a:pt x="20999" y="9599"/>
                  </a:lnTo>
                  <a:lnTo>
                    <a:pt x="20699" y="9322"/>
                  </a:lnTo>
                  <a:lnTo>
                    <a:pt x="20699" y="9138"/>
                  </a:lnTo>
                  <a:lnTo>
                    <a:pt x="20699" y="8861"/>
                  </a:lnTo>
                  <a:lnTo>
                    <a:pt x="20699" y="8676"/>
                  </a:lnTo>
                  <a:lnTo>
                    <a:pt x="20399" y="8492"/>
                  </a:lnTo>
                  <a:lnTo>
                    <a:pt x="20699" y="8307"/>
                  </a:lnTo>
                  <a:lnTo>
                    <a:pt x="20399" y="8030"/>
                  </a:lnTo>
                  <a:lnTo>
                    <a:pt x="20699" y="7845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GB" altLang="en-US"/>
            </a:p>
          </p:txBody>
        </p:sp>
        <p:sp>
          <p:nvSpPr>
            <p:cNvPr id="2059" name="未知"/>
            <p:cNvSpPr>
              <a:spLocks noChangeAspect="1"/>
            </p:cNvSpPr>
            <p:nvPr/>
          </p:nvSpPr>
          <p:spPr>
            <a:xfrm>
              <a:off x="297" y="499"/>
              <a:ext cx="352" cy="408"/>
            </a:xfrm>
            <a:custGeom>
              <a:avLst/>
              <a:gdLst/>
              <a:ahLst/>
              <a:cxnLst>
                <a:cxn ang="0">
                  <a:pos x="179" y="34"/>
                </a:cxn>
                <a:cxn ang="0">
                  <a:pos x="157" y="48"/>
                </a:cxn>
                <a:cxn ang="0">
                  <a:pos x="132" y="61"/>
                </a:cxn>
                <a:cxn ang="0">
                  <a:pos x="104" y="75"/>
                </a:cxn>
                <a:cxn ang="0">
                  <a:pos x="79" y="91"/>
                </a:cxn>
                <a:cxn ang="0">
                  <a:pos x="54" y="104"/>
                </a:cxn>
                <a:cxn ang="0">
                  <a:pos x="30" y="118"/>
                </a:cxn>
                <a:cxn ang="0">
                  <a:pos x="7" y="134"/>
                </a:cxn>
                <a:cxn ang="0">
                  <a:pos x="7" y="136"/>
                </a:cxn>
                <a:cxn ang="0">
                  <a:pos x="34" y="129"/>
                </a:cxn>
                <a:cxn ang="0">
                  <a:pos x="68" y="118"/>
                </a:cxn>
                <a:cxn ang="0">
                  <a:pos x="98" y="107"/>
                </a:cxn>
                <a:cxn ang="0">
                  <a:pos x="116" y="93"/>
                </a:cxn>
                <a:cxn ang="0">
                  <a:pos x="134" y="77"/>
                </a:cxn>
                <a:cxn ang="0">
                  <a:pos x="159" y="63"/>
                </a:cxn>
                <a:cxn ang="0">
                  <a:pos x="182" y="52"/>
                </a:cxn>
                <a:cxn ang="0">
                  <a:pos x="204" y="43"/>
                </a:cxn>
                <a:cxn ang="0">
                  <a:pos x="229" y="39"/>
                </a:cxn>
                <a:cxn ang="0">
                  <a:pos x="248" y="39"/>
                </a:cxn>
                <a:cxn ang="0">
                  <a:pos x="266" y="48"/>
                </a:cxn>
                <a:cxn ang="0">
                  <a:pos x="282" y="73"/>
                </a:cxn>
                <a:cxn ang="0">
                  <a:pos x="295" y="102"/>
                </a:cxn>
                <a:cxn ang="0">
                  <a:pos x="302" y="134"/>
                </a:cxn>
                <a:cxn ang="0">
                  <a:pos x="307" y="168"/>
                </a:cxn>
                <a:cxn ang="0">
                  <a:pos x="307" y="202"/>
                </a:cxn>
                <a:cxn ang="0">
                  <a:pos x="304" y="231"/>
                </a:cxn>
                <a:cxn ang="0">
                  <a:pos x="300" y="263"/>
                </a:cxn>
                <a:cxn ang="0">
                  <a:pos x="295" y="292"/>
                </a:cxn>
                <a:cxn ang="0">
                  <a:pos x="284" y="290"/>
                </a:cxn>
                <a:cxn ang="0">
                  <a:pos x="254" y="263"/>
                </a:cxn>
                <a:cxn ang="0">
                  <a:pos x="223" y="238"/>
                </a:cxn>
                <a:cxn ang="0">
                  <a:pos x="207" y="240"/>
                </a:cxn>
                <a:cxn ang="0">
                  <a:pos x="218" y="281"/>
                </a:cxn>
                <a:cxn ang="0">
                  <a:pos x="238" y="311"/>
                </a:cxn>
                <a:cxn ang="0">
                  <a:pos x="263" y="340"/>
                </a:cxn>
                <a:cxn ang="0">
                  <a:pos x="279" y="369"/>
                </a:cxn>
                <a:cxn ang="0">
                  <a:pos x="295" y="394"/>
                </a:cxn>
                <a:cxn ang="0">
                  <a:pos x="318" y="406"/>
                </a:cxn>
                <a:cxn ang="0">
                  <a:pos x="345" y="406"/>
                </a:cxn>
                <a:cxn ang="0">
                  <a:pos x="352" y="403"/>
                </a:cxn>
                <a:cxn ang="0">
                  <a:pos x="347" y="381"/>
                </a:cxn>
                <a:cxn ang="0">
                  <a:pos x="347" y="340"/>
                </a:cxn>
                <a:cxn ang="0">
                  <a:pos x="350" y="301"/>
                </a:cxn>
                <a:cxn ang="0">
                  <a:pos x="350" y="267"/>
                </a:cxn>
                <a:cxn ang="0">
                  <a:pos x="350" y="245"/>
                </a:cxn>
                <a:cxn ang="0">
                  <a:pos x="347" y="227"/>
                </a:cxn>
                <a:cxn ang="0">
                  <a:pos x="345" y="206"/>
                </a:cxn>
                <a:cxn ang="0">
                  <a:pos x="343" y="184"/>
                </a:cxn>
                <a:cxn ang="0">
                  <a:pos x="341" y="161"/>
                </a:cxn>
                <a:cxn ang="0">
                  <a:pos x="338" y="138"/>
                </a:cxn>
                <a:cxn ang="0">
                  <a:pos x="334" y="113"/>
                </a:cxn>
                <a:cxn ang="0">
                  <a:pos x="332" y="91"/>
                </a:cxn>
                <a:cxn ang="0">
                  <a:pos x="311" y="36"/>
                </a:cxn>
                <a:cxn ang="0">
                  <a:pos x="275" y="7"/>
                </a:cxn>
                <a:cxn ang="0">
                  <a:pos x="234" y="2"/>
                </a:cxn>
                <a:cxn ang="0">
                  <a:pos x="198" y="16"/>
                </a:cxn>
              </a:cxnLst>
              <a:pathLst>
                <a:path w="21600" h="21600">
                  <a:moveTo>
                    <a:pt x="11845" y="1079"/>
                  </a:moveTo>
                  <a:lnTo>
                    <a:pt x="11705" y="1319"/>
                  </a:lnTo>
                  <a:lnTo>
                    <a:pt x="11287" y="1559"/>
                  </a:lnTo>
                  <a:lnTo>
                    <a:pt x="11008" y="1799"/>
                  </a:lnTo>
                  <a:lnTo>
                    <a:pt x="10590" y="1919"/>
                  </a:lnTo>
                  <a:lnTo>
                    <a:pt x="10172" y="2159"/>
                  </a:lnTo>
                  <a:lnTo>
                    <a:pt x="9754" y="2399"/>
                  </a:lnTo>
                  <a:lnTo>
                    <a:pt x="9615" y="2519"/>
                  </a:lnTo>
                  <a:lnTo>
                    <a:pt x="9197" y="2759"/>
                  </a:lnTo>
                  <a:lnTo>
                    <a:pt x="8779" y="2879"/>
                  </a:lnTo>
                  <a:lnTo>
                    <a:pt x="8361" y="3119"/>
                  </a:lnTo>
                  <a:lnTo>
                    <a:pt x="8082" y="3239"/>
                  </a:lnTo>
                  <a:lnTo>
                    <a:pt x="7524" y="3359"/>
                  </a:lnTo>
                  <a:lnTo>
                    <a:pt x="7246" y="3599"/>
                  </a:lnTo>
                  <a:lnTo>
                    <a:pt x="6828" y="3719"/>
                  </a:lnTo>
                  <a:lnTo>
                    <a:pt x="6410" y="3959"/>
                  </a:lnTo>
                  <a:lnTo>
                    <a:pt x="5991" y="4199"/>
                  </a:lnTo>
                  <a:lnTo>
                    <a:pt x="5574" y="4319"/>
                  </a:lnTo>
                  <a:lnTo>
                    <a:pt x="5295" y="4559"/>
                  </a:lnTo>
                  <a:lnTo>
                    <a:pt x="4877" y="4799"/>
                  </a:lnTo>
                  <a:lnTo>
                    <a:pt x="4459" y="4919"/>
                  </a:lnTo>
                  <a:lnTo>
                    <a:pt x="4041" y="5159"/>
                  </a:lnTo>
                  <a:lnTo>
                    <a:pt x="3762" y="5279"/>
                  </a:lnTo>
                  <a:lnTo>
                    <a:pt x="3344" y="5519"/>
                  </a:lnTo>
                  <a:lnTo>
                    <a:pt x="2926" y="5759"/>
                  </a:lnTo>
                  <a:lnTo>
                    <a:pt x="2508" y="5879"/>
                  </a:lnTo>
                  <a:lnTo>
                    <a:pt x="2229" y="6119"/>
                  </a:lnTo>
                  <a:lnTo>
                    <a:pt x="1811" y="6239"/>
                  </a:lnTo>
                  <a:lnTo>
                    <a:pt x="1393" y="6479"/>
                  </a:lnTo>
                  <a:lnTo>
                    <a:pt x="1114" y="6599"/>
                  </a:lnTo>
                  <a:lnTo>
                    <a:pt x="696" y="6839"/>
                  </a:lnTo>
                  <a:lnTo>
                    <a:pt x="417" y="7079"/>
                  </a:lnTo>
                  <a:lnTo>
                    <a:pt x="0" y="7319"/>
                  </a:lnTo>
                  <a:lnTo>
                    <a:pt x="0" y="7319"/>
                  </a:lnTo>
                  <a:lnTo>
                    <a:pt x="139" y="7319"/>
                  </a:lnTo>
                  <a:lnTo>
                    <a:pt x="417" y="7199"/>
                  </a:lnTo>
                  <a:lnTo>
                    <a:pt x="696" y="7199"/>
                  </a:lnTo>
                  <a:lnTo>
                    <a:pt x="1254" y="7079"/>
                  </a:lnTo>
                  <a:lnTo>
                    <a:pt x="1532" y="6959"/>
                  </a:lnTo>
                  <a:lnTo>
                    <a:pt x="2090" y="6839"/>
                  </a:lnTo>
                  <a:lnTo>
                    <a:pt x="2647" y="6719"/>
                  </a:lnTo>
                  <a:lnTo>
                    <a:pt x="3344" y="6479"/>
                  </a:lnTo>
                  <a:lnTo>
                    <a:pt x="3623" y="6479"/>
                  </a:lnTo>
                  <a:lnTo>
                    <a:pt x="4180" y="6239"/>
                  </a:lnTo>
                  <a:lnTo>
                    <a:pt x="4877" y="5999"/>
                  </a:lnTo>
                  <a:lnTo>
                    <a:pt x="5434" y="5879"/>
                  </a:lnTo>
                  <a:lnTo>
                    <a:pt x="5852" y="5759"/>
                  </a:lnTo>
                  <a:lnTo>
                    <a:pt x="5991" y="5639"/>
                  </a:lnTo>
                  <a:lnTo>
                    <a:pt x="6410" y="5279"/>
                  </a:lnTo>
                  <a:lnTo>
                    <a:pt x="6689" y="5279"/>
                  </a:lnTo>
                  <a:lnTo>
                    <a:pt x="6967" y="5039"/>
                  </a:lnTo>
                  <a:lnTo>
                    <a:pt x="7106" y="4919"/>
                  </a:lnTo>
                  <a:lnTo>
                    <a:pt x="7524" y="4559"/>
                  </a:lnTo>
                  <a:lnTo>
                    <a:pt x="7803" y="4559"/>
                  </a:lnTo>
                  <a:lnTo>
                    <a:pt x="7803" y="4319"/>
                  </a:lnTo>
                  <a:lnTo>
                    <a:pt x="8221" y="4079"/>
                  </a:lnTo>
                  <a:lnTo>
                    <a:pt x="8639" y="3959"/>
                  </a:lnTo>
                  <a:lnTo>
                    <a:pt x="9057" y="3719"/>
                  </a:lnTo>
                  <a:lnTo>
                    <a:pt x="9336" y="3599"/>
                  </a:lnTo>
                  <a:lnTo>
                    <a:pt x="9754" y="3359"/>
                  </a:lnTo>
                  <a:lnTo>
                    <a:pt x="10033" y="3239"/>
                  </a:lnTo>
                  <a:lnTo>
                    <a:pt x="10451" y="3119"/>
                  </a:lnTo>
                  <a:lnTo>
                    <a:pt x="10869" y="2879"/>
                  </a:lnTo>
                  <a:lnTo>
                    <a:pt x="11148" y="2759"/>
                  </a:lnTo>
                  <a:lnTo>
                    <a:pt x="11566" y="2639"/>
                  </a:lnTo>
                  <a:lnTo>
                    <a:pt x="11845" y="2519"/>
                  </a:lnTo>
                  <a:lnTo>
                    <a:pt x="12123" y="2399"/>
                  </a:lnTo>
                  <a:lnTo>
                    <a:pt x="12541" y="2279"/>
                  </a:lnTo>
                  <a:lnTo>
                    <a:pt x="12959" y="2279"/>
                  </a:lnTo>
                  <a:lnTo>
                    <a:pt x="13378" y="2159"/>
                  </a:lnTo>
                  <a:lnTo>
                    <a:pt x="13656" y="2159"/>
                  </a:lnTo>
                  <a:lnTo>
                    <a:pt x="14074" y="2039"/>
                  </a:lnTo>
                  <a:lnTo>
                    <a:pt x="14213" y="2039"/>
                  </a:lnTo>
                  <a:lnTo>
                    <a:pt x="14632" y="2039"/>
                  </a:lnTo>
                  <a:lnTo>
                    <a:pt x="14910" y="2039"/>
                  </a:lnTo>
                  <a:lnTo>
                    <a:pt x="15189" y="2039"/>
                  </a:lnTo>
                  <a:lnTo>
                    <a:pt x="15468" y="2159"/>
                  </a:lnTo>
                  <a:lnTo>
                    <a:pt x="15746" y="2279"/>
                  </a:lnTo>
                  <a:lnTo>
                    <a:pt x="16025" y="2399"/>
                  </a:lnTo>
                  <a:lnTo>
                    <a:pt x="16304" y="2519"/>
                  </a:lnTo>
                  <a:lnTo>
                    <a:pt x="16582" y="2639"/>
                  </a:lnTo>
                  <a:lnTo>
                    <a:pt x="16861" y="3119"/>
                  </a:lnTo>
                  <a:lnTo>
                    <a:pt x="17001" y="3479"/>
                  </a:lnTo>
                  <a:lnTo>
                    <a:pt x="17279" y="3839"/>
                  </a:lnTo>
                  <a:lnTo>
                    <a:pt x="17558" y="4079"/>
                  </a:lnTo>
                  <a:lnTo>
                    <a:pt x="17697" y="4559"/>
                  </a:lnTo>
                  <a:lnTo>
                    <a:pt x="17837" y="5039"/>
                  </a:lnTo>
                  <a:lnTo>
                    <a:pt x="18115" y="5400"/>
                  </a:lnTo>
                  <a:lnTo>
                    <a:pt x="18255" y="5759"/>
                  </a:lnTo>
                  <a:lnTo>
                    <a:pt x="18255" y="6119"/>
                  </a:lnTo>
                  <a:lnTo>
                    <a:pt x="18394" y="6599"/>
                  </a:lnTo>
                  <a:lnTo>
                    <a:pt x="18534" y="7079"/>
                  </a:lnTo>
                  <a:lnTo>
                    <a:pt x="18673" y="7439"/>
                  </a:lnTo>
                  <a:lnTo>
                    <a:pt x="18673" y="7919"/>
                  </a:lnTo>
                  <a:lnTo>
                    <a:pt x="18673" y="8399"/>
                  </a:lnTo>
                  <a:lnTo>
                    <a:pt x="18812" y="8879"/>
                  </a:lnTo>
                  <a:lnTo>
                    <a:pt x="18812" y="9359"/>
                  </a:lnTo>
                  <a:lnTo>
                    <a:pt x="18812" y="9719"/>
                  </a:lnTo>
                  <a:lnTo>
                    <a:pt x="18673" y="10199"/>
                  </a:lnTo>
                  <a:lnTo>
                    <a:pt x="18812" y="10679"/>
                  </a:lnTo>
                  <a:lnTo>
                    <a:pt x="18812" y="11159"/>
                  </a:lnTo>
                  <a:lnTo>
                    <a:pt x="18812" y="11639"/>
                  </a:lnTo>
                  <a:lnTo>
                    <a:pt x="18673" y="11999"/>
                  </a:lnTo>
                  <a:lnTo>
                    <a:pt x="18673" y="12239"/>
                  </a:lnTo>
                  <a:lnTo>
                    <a:pt x="18673" y="12719"/>
                  </a:lnTo>
                  <a:lnTo>
                    <a:pt x="18673" y="13079"/>
                  </a:lnTo>
                  <a:lnTo>
                    <a:pt x="18394" y="13559"/>
                  </a:lnTo>
                  <a:lnTo>
                    <a:pt x="18394" y="13919"/>
                  </a:lnTo>
                  <a:lnTo>
                    <a:pt x="18394" y="14279"/>
                  </a:lnTo>
                  <a:lnTo>
                    <a:pt x="18115" y="14639"/>
                  </a:lnTo>
                  <a:lnTo>
                    <a:pt x="18115" y="14999"/>
                  </a:lnTo>
                  <a:lnTo>
                    <a:pt x="18115" y="15479"/>
                  </a:lnTo>
                  <a:lnTo>
                    <a:pt x="17837" y="15719"/>
                  </a:lnTo>
                  <a:lnTo>
                    <a:pt x="17837" y="15719"/>
                  </a:lnTo>
                  <a:lnTo>
                    <a:pt x="17558" y="15599"/>
                  </a:lnTo>
                  <a:lnTo>
                    <a:pt x="17419" y="15359"/>
                  </a:lnTo>
                  <a:lnTo>
                    <a:pt x="17001" y="15119"/>
                  </a:lnTo>
                  <a:lnTo>
                    <a:pt x="16582" y="14759"/>
                  </a:lnTo>
                  <a:lnTo>
                    <a:pt x="16025" y="14279"/>
                  </a:lnTo>
                  <a:lnTo>
                    <a:pt x="15607" y="13919"/>
                  </a:lnTo>
                  <a:lnTo>
                    <a:pt x="15050" y="13559"/>
                  </a:lnTo>
                  <a:lnTo>
                    <a:pt x="14492" y="13079"/>
                  </a:lnTo>
                  <a:lnTo>
                    <a:pt x="14074" y="12839"/>
                  </a:lnTo>
                  <a:lnTo>
                    <a:pt x="13656" y="12599"/>
                  </a:lnTo>
                  <a:lnTo>
                    <a:pt x="13378" y="12479"/>
                  </a:lnTo>
                  <a:lnTo>
                    <a:pt x="13099" y="12359"/>
                  </a:lnTo>
                  <a:lnTo>
                    <a:pt x="12820" y="12599"/>
                  </a:lnTo>
                  <a:lnTo>
                    <a:pt x="12680" y="12719"/>
                  </a:lnTo>
                  <a:lnTo>
                    <a:pt x="12820" y="13199"/>
                  </a:lnTo>
                  <a:lnTo>
                    <a:pt x="12959" y="13919"/>
                  </a:lnTo>
                  <a:lnTo>
                    <a:pt x="13099" y="14519"/>
                  </a:lnTo>
                  <a:lnTo>
                    <a:pt x="13378" y="14879"/>
                  </a:lnTo>
                  <a:lnTo>
                    <a:pt x="13656" y="15359"/>
                  </a:lnTo>
                  <a:lnTo>
                    <a:pt x="14074" y="15839"/>
                  </a:lnTo>
                  <a:lnTo>
                    <a:pt x="14353" y="16200"/>
                  </a:lnTo>
                  <a:lnTo>
                    <a:pt x="14632" y="16439"/>
                  </a:lnTo>
                  <a:lnTo>
                    <a:pt x="15189" y="16799"/>
                  </a:lnTo>
                  <a:lnTo>
                    <a:pt x="15468" y="17279"/>
                  </a:lnTo>
                  <a:lnTo>
                    <a:pt x="15746" y="17519"/>
                  </a:lnTo>
                  <a:lnTo>
                    <a:pt x="16165" y="17999"/>
                  </a:lnTo>
                  <a:lnTo>
                    <a:pt x="16304" y="18239"/>
                  </a:lnTo>
                  <a:lnTo>
                    <a:pt x="16722" y="18599"/>
                  </a:lnTo>
                  <a:lnTo>
                    <a:pt x="17001" y="19079"/>
                  </a:lnTo>
                  <a:lnTo>
                    <a:pt x="17140" y="19559"/>
                  </a:lnTo>
                  <a:lnTo>
                    <a:pt x="17419" y="19919"/>
                  </a:lnTo>
                  <a:lnTo>
                    <a:pt x="17558" y="20279"/>
                  </a:lnTo>
                  <a:lnTo>
                    <a:pt x="17837" y="20639"/>
                  </a:lnTo>
                  <a:lnTo>
                    <a:pt x="18115" y="20879"/>
                  </a:lnTo>
                  <a:lnTo>
                    <a:pt x="18394" y="21119"/>
                  </a:lnTo>
                  <a:lnTo>
                    <a:pt x="18952" y="21239"/>
                  </a:lnTo>
                  <a:lnTo>
                    <a:pt x="19091" y="21479"/>
                  </a:lnTo>
                  <a:lnTo>
                    <a:pt x="19509" y="21479"/>
                  </a:lnTo>
                  <a:lnTo>
                    <a:pt x="19927" y="21479"/>
                  </a:lnTo>
                  <a:lnTo>
                    <a:pt x="20345" y="21479"/>
                  </a:lnTo>
                  <a:lnTo>
                    <a:pt x="20763" y="21600"/>
                  </a:lnTo>
                  <a:lnTo>
                    <a:pt x="21181" y="21479"/>
                  </a:lnTo>
                  <a:lnTo>
                    <a:pt x="21460" y="21600"/>
                  </a:lnTo>
                  <a:lnTo>
                    <a:pt x="21321" y="21479"/>
                  </a:lnTo>
                  <a:lnTo>
                    <a:pt x="21600" y="21359"/>
                  </a:lnTo>
                  <a:lnTo>
                    <a:pt x="21600" y="21359"/>
                  </a:lnTo>
                  <a:lnTo>
                    <a:pt x="21600" y="21239"/>
                  </a:lnTo>
                  <a:lnTo>
                    <a:pt x="21600" y="20879"/>
                  </a:lnTo>
                  <a:lnTo>
                    <a:pt x="21321" y="20639"/>
                  </a:lnTo>
                  <a:lnTo>
                    <a:pt x="21321" y="20159"/>
                  </a:lnTo>
                  <a:lnTo>
                    <a:pt x="21181" y="19679"/>
                  </a:lnTo>
                  <a:lnTo>
                    <a:pt x="21181" y="19079"/>
                  </a:lnTo>
                  <a:lnTo>
                    <a:pt x="21321" y="18599"/>
                  </a:lnTo>
                  <a:lnTo>
                    <a:pt x="21321" y="17999"/>
                  </a:lnTo>
                  <a:lnTo>
                    <a:pt x="21321" y="17519"/>
                  </a:lnTo>
                  <a:lnTo>
                    <a:pt x="21321" y="17039"/>
                  </a:lnTo>
                  <a:lnTo>
                    <a:pt x="21321" y="16439"/>
                  </a:lnTo>
                  <a:lnTo>
                    <a:pt x="21460" y="15959"/>
                  </a:lnTo>
                  <a:lnTo>
                    <a:pt x="21460" y="15359"/>
                  </a:lnTo>
                  <a:lnTo>
                    <a:pt x="21460" y="14999"/>
                  </a:lnTo>
                  <a:lnTo>
                    <a:pt x="21600" y="14519"/>
                  </a:lnTo>
                  <a:lnTo>
                    <a:pt x="21460" y="14159"/>
                  </a:lnTo>
                  <a:lnTo>
                    <a:pt x="21600" y="13919"/>
                  </a:lnTo>
                  <a:lnTo>
                    <a:pt x="21460" y="13559"/>
                  </a:lnTo>
                  <a:lnTo>
                    <a:pt x="21321" y="13319"/>
                  </a:lnTo>
                  <a:lnTo>
                    <a:pt x="21460" y="12959"/>
                  </a:lnTo>
                  <a:lnTo>
                    <a:pt x="21460" y="12839"/>
                  </a:lnTo>
                  <a:lnTo>
                    <a:pt x="21460" y="12479"/>
                  </a:lnTo>
                  <a:lnTo>
                    <a:pt x="21460" y="12239"/>
                  </a:lnTo>
                  <a:lnTo>
                    <a:pt x="21321" y="11999"/>
                  </a:lnTo>
                  <a:lnTo>
                    <a:pt x="21321" y="11759"/>
                  </a:lnTo>
                  <a:lnTo>
                    <a:pt x="21181" y="11399"/>
                  </a:lnTo>
                  <a:lnTo>
                    <a:pt x="21042" y="11159"/>
                  </a:lnTo>
                  <a:lnTo>
                    <a:pt x="21181" y="10919"/>
                  </a:lnTo>
                  <a:lnTo>
                    <a:pt x="21181" y="10679"/>
                  </a:lnTo>
                  <a:lnTo>
                    <a:pt x="21042" y="10319"/>
                  </a:lnTo>
                  <a:lnTo>
                    <a:pt x="21042" y="9959"/>
                  </a:lnTo>
                  <a:lnTo>
                    <a:pt x="21042" y="9719"/>
                  </a:lnTo>
                  <a:lnTo>
                    <a:pt x="20902" y="9359"/>
                  </a:lnTo>
                  <a:lnTo>
                    <a:pt x="21042" y="9119"/>
                  </a:lnTo>
                  <a:lnTo>
                    <a:pt x="20902" y="8879"/>
                  </a:lnTo>
                  <a:lnTo>
                    <a:pt x="20902" y="8519"/>
                  </a:lnTo>
                  <a:lnTo>
                    <a:pt x="20902" y="8279"/>
                  </a:lnTo>
                  <a:lnTo>
                    <a:pt x="20902" y="7919"/>
                  </a:lnTo>
                  <a:lnTo>
                    <a:pt x="20763" y="7559"/>
                  </a:lnTo>
                  <a:lnTo>
                    <a:pt x="20763" y="7319"/>
                  </a:lnTo>
                  <a:lnTo>
                    <a:pt x="20763" y="7079"/>
                  </a:lnTo>
                  <a:lnTo>
                    <a:pt x="20763" y="6719"/>
                  </a:lnTo>
                  <a:lnTo>
                    <a:pt x="20624" y="6359"/>
                  </a:lnTo>
                  <a:lnTo>
                    <a:pt x="20484" y="5999"/>
                  </a:lnTo>
                  <a:lnTo>
                    <a:pt x="20484" y="5759"/>
                  </a:lnTo>
                  <a:lnTo>
                    <a:pt x="20345" y="5400"/>
                  </a:lnTo>
                  <a:lnTo>
                    <a:pt x="20484" y="5159"/>
                  </a:lnTo>
                  <a:lnTo>
                    <a:pt x="20345" y="4799"/>
                  </a:lnTo>
                  <a:lnTo>
                    <a:pt x="20345" y="4439"/>
                  </a:lnTo>
                  <a:lnTo>
                    <a:pt x="19927" y="3479"/>
                  </a:lnTo>
                  <a:lnTo>
                    <a:pt x="19509" y="2639"/>
                  </a:lnTo>
                  <a:lnTo>
                    <a:pt x="19091" y="1919"/>
                  </a:lnTo>
                  <a:lnTo>
                    <a:pt x="18673" y="1319"/>
                  </a:lnTo>
                  <a:lnTo>
                    <a:pt x="18115" y="959"/>
                  </a:lnTo>
                  <a:lnTo>
                    <a:pt x="17419" y="599"/>
                  </a:lnTo>
                  <a:lnTo>
                    <a:pt x="16861" y="359"/>
                  </a:lnTo>
                  <a:lnTo>
                    <a:pt x="16304" y="119"/>
                  </a:lnTo>
                  <a:lnTo>
                    <a:pt x="15607" y="0"/>
                  </a:lnTo>
                  <a:lnTo>
                    <a:pt x="14910" y="0"/>
                  </a:lnTo>
                  <a:lnTo>
                    <a:pt x="14353" y="119"/>
                  </a:lnTo>
                  <a:lnTo>
                    <a:pt x="13656" y="239"/>
                  </a:lnTo>
                  <a:lnTo>
                    <a:pt x="13238" y="359"/>
                  </a:lnTo>
                  <a:lnTo>
                    <a:pt x="12680" y="599"/>
                  </a:lnTo>
                  <a:lnTo>
                    <a:pt x="12123" y="839"/>
                  </a:lnTo>
                  <a:lnTo>
                    <a:pt x="11845" y="1079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GB" altLang="en-US"/>
            </a:p>
          </p:txBody>
        </p:sp>
        <p:sp>
          <p:nvSpPr>
            <p:cNvPr id="2060" name="未知"/>
            <p:cNvSpPr>
              <a:spLocks noChangeAspect="1"/>
            </p:cNvSpPr>
            <p:nvPr/>
          </p:nvSpPr>
          <p:spPr>
            <a:xfrm>
              <a:off x="576" y="274"/>
              <a:ext cx="125" cy="116"/>
            </a:xfrm>
            <a:custGeom>
              <a:avLst/>
              <a:gdLst/>
              <a:ahLst/>
              <a:cxnLst>
                <a:cxn ang="0">
                  <a:pos x="125" y="0"/>
                </a:cxn>
                <a:cxn ang="0">
                  <a:pos x="120" y="2"/>
                </a:cxn>
                <a:cxn ang="0">
                  <a:pos x="118" y="5"/>
                </a:cxn>
                <a:cxn ang="0">
                  <a:pos x="114" y="9"/>
                </a:cxn>
                <a:cxn ang="0">
                  <a:pos x="107" y="9"/>
                </a:cxn>
                <a:cxn ang="0">
                  <a:pos x="102" y="14"/>
                </a:cxn>
                <a:cxn ang="0">
                  <a:pos x="98" y="16"/>
                </a:cxn>
                <a:cxn ang="0">
                  <a:pos x="95" y="16"/>
                </a:cxn>
                <a:cxn ang="0">
                  <a:pos x="89" y="20"/>
                </a:cxn>
                <a:cxn ang="0">
                  <a:pos x="82" y="25"/>
                </a:cxn>
                <a:cxn ang="0">
                  <a:pos x="75" y="25"/>
                </a:cxn>
                <a:cxn ang="0">
                  <a:pos x="68" y="30"/>
                </a:cxn>
                <a:cxn ang="0">
                  <a:pos x="64" y="34"/>
                </a:cxn>
                <a:cxn ang="0">
                  <a:pos x="59" y="34"/>
                </a:cxn>
                <a:cxn ang="0">
                  <a:pos x="52" y="39"/>
                </a:cxn>
                <a:cxn ang="0">
                  <a:pos x="45" y="41"/>
                </a:cxn>
                <a:cxn ang="0">
                  <a:pos x="41" y="45"/>
                </a:cxn>
                <a:cxn ang="0">
                  <a:pos x="34" y="48"/>
                </a:cxn>
                <a:cxn ang="0">
                  <a:pos x="30" y="52"/>
                </a:cxn>
                <a:cxn ang="0">
                  <a:pos x="25" y="55"/>
                </a:cxn>
                <a:cxn ang="0">
                  <a:pos x="20" y="59"/>
                </a:cxn>
                <a:cxn ang="0">
                  <a:pos x="16" y="59"/>
                </a:cxn>
                <a:cxn ang="0">
                  <a:pos x="11" y="61"/>
                </a:cxn>
                <a:cxn ang="0">
                  <a:pos x="7" y="66"/>
                </a:cxn>
                <a:cxn ang="0">
                  <a:pos x="5" y="68"/>
                </a:cxn>
                <a:cxn ang="0">
                  <a:pos x="2" y="75"/>
                </a:cxn>
                <a:cxn ang="0">
                  <a:pos x="2" y="80"/>
                </a:cxn>
                <a:cxn ang="0">
                  <a:pos x="0" y="82"/>
                </a:cxn>
                <a:cxn ang="0">
                  <a:pos x="0" y="86"/>
                </a:cxn>
                <a:cxn ang="0">
                  <a:pos x="2" y="91"/>
                </a:cxn>
                <a:cxn ang="0">
                  <a:pos x="2" y="98"/>
                </a:cxn>
                <a:cxn ang="0">
                  <a:pos x="2" y="100"/>
                </a:cxn>
                <a:cxn ang="0">
                  <a:pos x="9" y="102"/>
                </a:cxn>
                <a:cxn ang="0">
                  <a:pos x="18" y="114"/>
                </a:cxn>
                <a:cxn ang="0">
                  <a:pos x="27" y="116"/>
                </a:cxn>
                <a:cxn ang="0">
                  <a:pos x="36" y="116"/>
                </a:cxn>
                <a:cxn ang="0">
                  <a:pos x="45" y="111"/>
                </a:cxn>
                <a:cxn ang="0">
                  <a:pos x="55" y="102"/>
                </a:cxn>
                <a:cxn ang="0">
                  <a:pos x="66" y="93"/>
                </a:cxn>
                <a:cxn ang="0">
                  <a:pos x="75" y="82"/>
                </a:cxn>
                <a:cxn ang="0">
                  <a:pos x="84" y="71"/>
                </a:cxn>
                <a:cxn ang="0">
                  <a:pos x="91" y="59"/>
                </a:cxn>
                <a:cxn ang="0">
                  <a:pos x="100" y="45"/>
                </a:cxn>
                <a:cxn ang="0">
                  <a:pos x="107" y="34"/>
                </a:cxn>
                <a:cxn ang="0">
                  <a:pos x="111" y="25"/>
                </a:cxn>
                <a:cxn ang="0">
                  <a:pos x="120" y="14"/>
                </a:cxn>
                <a:cxn ang="0">
                  <a:pos x="123" y="7"/>
                </a:cxn>
                <a:cxn ang="0">
                  <a:pos x="123" y="2"/>
                </a:cxn>
                <a:cxn ang="0">
                  <a:pos x="125" y="0"/>
                </a:cxn>
              </a:cxnLst>
              <a:pathLst>
                <a:path w="21600" h="21600">
                  <a:moveTo>
                    <a:pt x="21600" y="0"/>
                  </a:moveTo>
                  <a:lnTo>
                    <a:pt x="20814" y="423"/>
                  </a:lnTo>
                  <a:lnTo>
                    <a:pt x="20421" y="847"/>
                  </a:lnTo>
                  <a:lnTo>
                    <a:pt x="19636" y="1694"/>
                  </a:lnTo>
                  <a:lnTo>
                    <a:pt x="18458" y="1694"/>
                  </a:lnTo>
                  <a:lnTo>
                    <a:pt x="17672" y="2541"/>
                  </a:lnTo>
                  <a:lnTo>
                    <a:pt x="16887" y="2964"/>
                  </a:lnTo>
                  <a:lnTo>
                    <a:pt x="16494" y="2964"/>
                  </a:lnTo>
                  <a:lnTo>
                    <a:pt x="15316" y="3811"/>
                  </a:lnTo>
                  <a:lnTo>
                    <a:pt x="14138" y="4658"/>
                  </a:lnTo>
                  <a:lnTo>
                    <a:pt x="12959" y="4658"/>
                  </a:lnTo>
                  <a:lnTo>
                    <a:pt x="11781" y="5505"/>
                  </a:lnTo>
                  <a:lnTo>
                    <a:pt x="10996" y="6352"/>
                  </a:lnTo>
                  <a:lnTo>
                    <a:pt x="10210" y="6352"/>
                  </a:lnTo>
                  <a:lnTo>
                    <a:pt x="9032" y="7199"/>
                  </a:lnTo>
                  <a:lnTo>
                    <a:pt x="7854" y="7623"/>
                  </a:lnTo>
                  <a:lnTo>
                    <a:pt x="7069" y="8470"/>
                  </a:lnTo>
                  <a:lnTo>
                    <a:pt x="5890" y="8893"/>
                  </a:lnTo>
                  <a:lnTo>
                    <a:pt x="5105" y="9741"/>
                  </a:lnTo>
                  <a:lnTo>
                    <a:pt x="4319" y="10164"/>
                  </a:lnTo>
                  <a:lnTo>
                    <a:pt x="3534" y="11011"/>
                  </a:lnTo>
                  <a:lnTo>
                    <a:pt x="2748" y="11011"/>
                  </a:lnTo>
                  <a:lnTo>
                    <a:pt x="1963" y="11435"/>
                  </a:lnTo>
                  <a:lnTo>
                    <a:pt x="1177" y="12282"/>
                  </a:lnTo>
                  <a:lnTo>
                    <a:pt x="785" y="12705"/>
                  </a:lnTo>
                  <a:lnTo>
                    <a:pt x="392" y="13976"/>
                  </a:lnTo>
                  <a:lnTo>
                    <a:pt x="392" y="14823"/>
                  </a:lnTo>
                  <a:lnTo>
                    <a:pt x="0" y="15246"/>
                  </a:lnTo>
                  <a:lnTo>
                    <a:pt x="0" y="16093"/>
                  </a:lnTo>
                  <a:lnTo>
                    <a:pt x="392" y="16940"/>
                  </a:lnTo>
                  <a:lnTo>
                    <a:pt x="392" y="18211"/>
                  </a:lnTo>
                  <a:lnTo>
                    <a:pt x="392" y="18635"/>
                  </a:lnTo>
                  <a:lnTo>
                    <a:pt x="1570" y="19058"/>
                  </a:lnTo>
                  <a:lnTo>
                    <a:pt x="3141" y="21176"/>
                  </a:lnTo>
                  <a:lnTo>
                    <a:pt x="4712" y="21600"/>
                  </a:lnTo>
                  <a:lnTo>
                    <a:pt x="6283" y="21600"/>
                  </a:lnTo>
                  <a:lnTo>
                    <a:pt x="7854" y="20752"/>
                  </a:lnTo>
                  <a:lnTo>
                    <a:pt x="9425" y="19058"/>
                  </a:lnTo>
                  <a:lnTo>
                    <a:pt x="11388" y="17364"/>
                  </a:lnTo>
                  <a:lnTo>
                    <a:pt x="12959" y="15246"/>
                  </a:lnTo>
                  <a:lnTo>
                    <a:pt x="14530" y="13129"/>
                  </a:lnTo>
                  <a:lnTo>
                    <a:pt x="15708" y="11011"/>
                  </a:lnTo>
                  <a:lnTo>
                    <a:pt x="17279" y="8470"/>
                  </a:lnTo>
                  <a:lnTo>
                    <a:pt x="18458" y="6352"/>
                  </a:lnTo>
                  <a:lnTo>
                    <a:pt x="19243" y="4658"/>
                  </a:lnTo>
                  <a:lnTo>
                    <a:pt x="20814" y="2541"/>
                  </a:lnTo>
                  <a:lnTo>
                    <a:pt x="21207" y="1270"/>
                  </a:lnTo>
                  <a:lnTo>
                    <a:pt x="21207" y="423"/>
                  </a:lnTo>
                  <a:lnTo>
                    <a:pt x="21600" y="0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GB" altLang="en-US"/>
            </a:p>
          </p:txBody>
        </p:sp>
        <p:sp>
          <p:nvSpPr>
            <p:cNvPr id="2" name="未知"/>
            <p:cNvSpPr>
              <a:spLocks noChangeAspect="1"/>
            </p:cNvSpPr>
            <p:nvPr/>
          </p:nvSpPr>
          <p:spPr>
            <a:xfrm>
              <a:off x="556" y="175"/>
              <a:ext cx="161" cy="70"/>
            </a:xfrm>
            <a:custGeom>
              <a:avLst/>
              <a:gdLst/>
              <a:ahLst/>
              <a:cxnLst>
                <a:cxn ang="0">
                  <a:pos x="113" y="5"/>
                </a:cxn>
                <a:cxn ang="0">
                  <a:pos x="111" y="0"/>
                </a:cxn>
                <a:cxn ang="0">
                  <a:pos x="107" y="5"/>
                </a:cxn>
                <a:cxn ang="0">
                  <a:pos x="93" y="11"/>
                </a:cxn>
                <a:cxn ang="0">
                  <a:pos x="82" y="16"/>
                </a:cxn>
                <a:cxn ang="0">
                  <a:pos x="68" y="18"/>
                </a:cxn>
                <a:cxn ang="0">
                  <a:pos x="50" y="18"/>
                </a:cxn>
                <a:cxn ang="0">
                  <a:pos x="36" y="20"/>
                </a:cxn>
                <a:cxn ang="0">
                  <a:pos x="20" y="18"/>
                </a:cxn>
                <a:cxn ang="0">
                  <a:pos x="7" y="18"/>
                </a:cxn>
                <a:cxn ang="0">
                  <a:pos x="0" y="20"/>
                </a:cxn>
                <a:cxn ang="0">
                  <a:pos x="2" y="25"/>
                </a:cxn>
                <a:cxn ang="0">
                  <a:pos x="9" y="32"/>
                </a:cxn>
                <a:cxn ang="0">
                  <a:pos x="20" y="43"/>
                </a:cxn>
                <a:cxn ang="0">
                  <a:pos x="32" y="50"/>
                </a:cxn>
                <a:cxn ang="0">
                  <a:pos x="48" y="59"/>
                </a:cxn>
                <a:cxn ang="0">
                  <a:pos x="59" y="65"/>
                </a:cxn>
                <a:cxn ang="0">
                  <a:pos x="73" y="70"/>
                </a:cxn>
                <a:cxn ang="0">
                  <a:pos x="82" y="68"/>
                </a:cxn>
                <a:cxn ang="0">
                  <a:pos x="88" y="65"/>
                </a:cxn>
                <a:cxn ang="0">
                  <a:pos x="95" y="65"/>
                </a:cxn>
                <a:cxn ang="0">
                  <a:pos x="107" y="65"/>
                </a:cxn>
                <a:cxn ang="0">
                  <a:pos x="118" y="61"/>
                </a:cxn>
                <a:cxn ang="0">
                  <a:pos x="127" y="61"/>
                </a:cxn>
                <a:cxn ang="0">
                  <a:pos x="136" y="56"/>
                </a:cxn>
                <a:cxn ang="0">
                  <a:pos x="143" y="50"/>
                </a:cxn>
                <a:cxn ang="0">
                  <a:pos x="152" y="43"/>
                </a:cxn>
                <a:cxn ang="0">
                  <a:pos x="159" y="36"/>
                </a:cxn>
                <a:cxn ang="0">
                  <a:pos x="159" y="27"/>
                </a:cxn>
                <a:cxn ang="0">
                  <a:pos x="159" y="23"/>
                </a:cxn>
                <a:cxn ang="0">
                  <a:pos x="159" y="18"/>
                </a:cxn>
                <a:cxn ang="0">
                  <a:pos x="150" y="14"/>
                </a:cxn>
                <a:cxn ang="0">
                  <a:pos x="138" y="11"/>
                </a:cxn>
                <a:cxn ang="0">
                  <a:pos x="120" y="9"/>
                </a:cxn>
              </a:cxnLst>
              <a:pathLst>
                <a:path w="21600" h="21600">
                  <a:moveTo>
                    <a:pt x="15515" y="2090"/>
                  </a:moveTo>
                  <a:lnTo>
                    <a:pt x="15211" y="1393"/>
                  </a:lnTo>
                  <a:lnTo>
                    <a:pt x="15211" y="696"/>
                  </a:lnTo>
                  <a:lnTo>
                    <a:pt x="14907" y="0"/>
                  </a:lnTo>
                  <a:lnTo>
                    <a:pt x="14602" y="696"/>
                  </a:lnTo>
                  <a:lnTo>
                    <a:pt x="14298" y="1393"/>
                  </a:lnTo>
                  <a:lnTo>
                    <a:pt x="13385" y="2787"/>
                  </a:lnTo>
                  <a:lnTo>
                    <a:pt x="12472" y="3483"/>
                  </a:lnTo>
                  <a:lnTo>
                    <a:pt x="11256" y="4180"/>
                  </a:lnTo>
                  <a:lnTo>
                    <a:pt x="10951" y="4877"/>
                  </a:lnTo>
                  <a:lnTo>
                    <a:pt x="10039" y="4877"/>
                  </a:lnTo>
                  <a:lnTo>
                    <a:pt x="9126" y="5574"/>
                  </a:lnTo>
                  <a:lnTo>
                    <a:pt x="7909" y="5574"/>
                  </a:lnTo>
                  <a:lnTo>
                    <a:pt x="6692" y="5574"/>
                  </a:lnTo>
                  <a:lnTo>
                    <a:pt x="6084" y="5574"/>
                  </a:lnTo>
                  <a:lnTo>
                    <a:pt x="4867" y="6270"/>
                  </a:lnTo>
                  <a:lnTo>
                    <a:pt x="3954" y="5574"/>
                  </a:lnTo>
                  <a:lnTo>
                    <a:pt x="2737" y="5574"/>
                  </a:lnTo>
                  <a:lnTo>
                    <a:pt x="1825" y="6270"/>
                  </a:lnTo>
                  <a:lnTo>
                    <a:pt x="912" y="5574"/>
                  </a:lnTo>
                  <a:lnTo>
                    <a:pt x="0" y="6270"/>
                  </a:lnTo>
                  <a:lnTo>
                    <a:pt x="0" y="6270"/>
                  </a:lnTo>
                  <a:lnTo>
                    <a:pt x="0" y="6270"/>
                  </a:lnTo>
                  <a:lnTo>
                    <a:pt x="304" y="7664"/>
                  </a:lnTo>
                  <a:lnTo>
                    <a:pt x="608" y="9057"/>
                  </a:lnTo>
                  <a:lnTo>
                    <a:pt x="1216" y="9754"/>
                  </a:lnTo>
                  <a:lnTo>
                    <a:pt x="1825" y="11148"/>
                  </a:lnTo>
                  <a:lnTo>
                    <a:pt x="2737" y="13238"/>
                  </a:lnTo>
                  <a:lnTo>
                    <a:pt x="3346" y="14632"/>
                  </a:lnTo>
                  <a:lnTo>
                    <a:pt x="4258" y="15328"/>
                  </a:lnTo>
                  <a:lnTo>
                    <a:pt x="5475" y="16722"/>
                  </a:lnTo>
                  <a:lnTo>
                    <a:pt x="6388" y="18115"/>
                  </a:lnTo>
                  <a:lnTo>
                    <a:pt x="7605" y="18812"/>
                  </a:lnTo>
                  <a:lnTo>
                    <a:pt x="7909" y="20206"/>
                  </a:lnTo>
                  <a:lnTo>
                    <a:pt x="8822" y="21600"/>
                  </a:lnTo>
                  <a:lnTo>
                    <a:pt x="9735" y="21600"/>
                  </a:lnTo>
                  <a:lnTo>
                    <a:pt x="10343" y="21600"/>
                  </a:lnTo>
                  <a:lnTo>
                    <a:pt x="10951" y="20902"/>
                  </a:lnTo>
                  <a:lnTo>
                    <a:pt x="11256" y="20902"/>
                  </a:lnTo>
                  <a:lnTo>
                    <a:pt x="11864" y="20206"/>
                  </a:lnTo>
                  <a:lnTo>
                    <a:pt x="12168" y="20206"/>
                  </a:lnTo>
                  <a:lnTo>
                    <a:pt x="12777" y="20206"/>
                  </a:lnTo>
                  <a:lnTo>
                    <a:pt x="13689" y="19509"/>
                  </a:lnTo>
                  <a:lnTo>
                    <a:pt x="14298" y="20206"/>
                  </a:lnTo>
                  <a:lnTo>
                    <a:pt x="14907" y="19509"/>
                  </a:lnTo>
                  <a:lnTo>
                    <a:pt x="15819" y="18812"/>
                  </a:lnTo>
                  <a:lnTo>
                    <a:pt x="16428" y="18812"/>
                  </a:lnTo>
                  <a:lnTo>
                    <a:pt x="17036" y="18812"/>
                  </a:lnTo>
                  <a:lnTo>
                    <a:pt x="17644" y="17419"/>
                  </a:lnTo>
                  <a:lnTo>
                    <a:pt x="18253" y="17419"/>
                  </a:lnTo>
                  <a:lnTo>
                    <a:pt x="18861" y="16025"/>
                  </a:lnTo>
                  <a:lnTo>
                    <a:pt x="19165" y="15328"/>
                  </a:lnTo>
                  <a:lnTo>
                    <a:pt x="19774" y="14632"/>
                  </a:lnTo>
                  <a:lnTo>
                    <a:pt x="20382" y="13238"/>
                  </a:lnTo>
                  <a:lnTo>
                    <a:pt x="20991" y="11845"/>
                  </a:lnTo>
                  <a:lnTo>
                    <a:pt x="21295" y="11148"/>
                  </a:lnTo>
                  <a:lnTo>
                    <a:pt x="21600" y="9754"/>
                  </a:lnTo>
                  <a:lnTo>
                    <a:pt x="21295" y="8361"/>
                  </a:lnTo>
                  <a:lnTo>
                    <a:pt x="21600" y="7664"/>
                  </a:lnTo>
                  <a:lnTo>
                    <a:pt x="21295" y="6967"/>
                  </a:lnTo>
                  <a:lnTo>
                    <a:pt x="21295" y="6270"/>
                  </a:lnTo>
                  <a:lnTo>
                    <a:pt x="21295" y="5574"/>
                  </a:lnTo>
                  <a:lnTo>
                    <a:pt x="20687" y="4877"/>
                  </a:lnTo>
                  <a:lnTo>
                    <a:pt x="20078" y="4180"/>
                  </a:lnTo>
                  <a:lnTo>
                    <a:pt x="19470" y="4180"/>
                  </a:lnTo>
                  <a:lnTo>
                    <a:pt x="18557" y="3483"/>
                  </a:lnTo>
                  <a:lnTo>
                    <a:pt x="17340" y="2787"/>
                  </a:lnTo>
                  <a:lnTo>
                    <a:pt x="16123" y="2787"/>
                  </a:lnTo>
                  <a:lnTo>
                    <a:pt x="15515" y="2090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GB" altLang="en-US"/>
            </a:p>
          </p:txBody>
        </p:sp>
        <p:sp>
          <p:nvSpPr>
            <p:cNvPr id="3" name="未知"/>
            <p:cNvSpPr>
              <a:spLocks noChangeAspect="1"/>
            </p:cNvSpPr>
            <p:nvPr/>
          </p:nvSpPr>
          <p:spPr>
            <a:xfrm>
              <a:off x="279" y="2"/>
              <a:ext cx="186" cy="216"/>
            </a:xfrm>
            <a:custGeom>
              <a:avLst/>
              <a:gdLst/>
              <a:ahLst/>
              <a:cxnLst>
                <a:cxn ang="0">
                  <a:pos x="175" y="70"/>
                </a:cxn>
                <a:cxn ang="0">
                  <a:pos x="147" y="32"/>
                </a:cxn>
                <a:cxn ang="0">
                  <a:pos x="118" y="11"/>
                </a:cxn>
                <a:cxn ang="0">
                  <a:pos x="82" y="0"/>
                </a:cxn>
                <a:cxn ang="0">
                  <a:pos x="52" y="5"/>
                </a:cxn>
                <a:cxn ang="0">
                  <a:pos x="34" y="14"/>
                </a:cxn>
                <a:cxn ang="0">
                  <a:pos x="25" y="25"/>
                </a:cxn>
                <a:cxn ang="0">
                  <a:pos x="18" y="36"/>
                </a:cxn>
                <a:cxn ang="0">
                  <a:pos x="11" y="52"/>
                </a:cxn>
                <a:cxn ang="0">
                  <a:pos x="7" y="61"/>
                </a:cxn>
                <a:cxn ang="0">
                  <a:pos x="0" y="70"/>
                </a:cxn>
                <a:cxn ang="0">
                  <a:pos x="2" y="77"/>
                </a:cxn>
                <a:cxn ang="0">
                  <a:pos x="11" y="75"/>
                </a:cxn>
                <a:cxn ang="0">
                  <a:pos x="27" y="77"/>
                </a:cxn>
                <a:cxn ang="0">
                  <a:pos x="48" y="73"/>
                </a:cxn>
                <a:cxn ang="0">
                  <a:pos x="59" y="68"/>
                </a:cxn>
                <a:cxn ang="0">
                  <a:pos x="68" y="64"/>
                </a:cxn>
                <a:cxn ang="0">
                  <a:pos x="77" y="61"/>
                </a:cxn>
                <a:cxn ang="0">
                  <a:pos x="88" y="59"/>
                </a:cxn>
                <a:cxn ang="0">
                  <a:pos x="98" y="59"/>
                </a:cxn>
                <a:cxn ang="0">
                  <a:pos x="109" y="66"/>
                </a:cxn>
                <a:cxn ang="0">
                  <a:pos x="118" y="75"/>
                </a:cxn>
                <a:cxn ang="0">
                  <a:pos x="122" y="84"/>
                </a:cxn>
                <a:cxn ang="0">
                  <a:pos x="125" y="91"/>
                </a:cxn>
                <a:cxn ang="0">
                  <a:pos x="129" y="100"/>
                </a:cxn>
                <a:cxn ang="0">
                  <a:pos x="134" y="109"/>
                </a:cxn>
                <a:cxn ang="0">
                  <a:pos x="134" y="114"/>
                </a:cxn>
                <a:cxn ang="0">
                  <a:pos x="141" y="132"/>
                </a:cxn>
                <a:cxn ang="0">
                  <a:pos x="141" y="150"/>
                </a:cxn>
                <a:cxn ang="0">
                  <a:pos x="134" y="164"/>
                </a:cxn>
                <a:cxn ang="0">
                  <a:pos x="127" y="177"/>
                </a:cxn>
                <a:cxn ang="0">
                  <a:pos x="118" y="186"/>
                </a:cxn>
                <a:cxn ang="0">
                  <a:pos x="113" y="191"/>
                </a:cxn>
                <a:cxn ang="0">
                  <a:pos x="107" y="189"/>
                </a:cxn>
                <a:cxn ang="0">
                  <a:pos x="98" y="182"/>
                </a:cxn>
                <a:cxn ang="0">
                  <a:pos x="88" y="175"/>
                </a:cxn>
                <a:cxn ang="0">
                  <a:pos x="77" y="168"/>
                </a:cxn>
                <a:cxn ang="0">
                  <a:pos x="70" y="166"/>
                </a:cxn>
                <a:cxn ang="0">
                  <a:pos x="73" y="173"/>
                </a:cxn>
                <a:cxn ang="0">
                  <a:pos x="75" y="180"/>
                </a:cxn>
                <a:cxn ang="0">
                  <a:pos x="98" y="207"/>
                </a:cxn>
                <a:cxn ang="0">
                  <a:pos x="132" y="216"/>
                </a:cxn>
                <a:cxn ang="0">
                  <a:pos x="157" y="198"/>
                </a:cxn>
                <a:cxn ang="0">
                  <a:pos x="177" y="166"/>
                </a:cxn>
                <a:cxn ang="0">
                  <a:pos x="186" y="125"/>
                </a:cxn>
              </a:cxnLst>
              <a:pathLst>
                <a:path w="21600" h="21600">
                  <a:moveTo>
                    <a:pt x="21600" y="10458"/>
                  </a:moveTo>
                  <a:lnTo>
                    <a:pt x="20809" y="8639"/>
                  </a:lnTo>
                  <a:lnTo>
                    <a:pt x="20282" y="7048"/>
                  </a:lnTo>
                  <a:lnTo>
                    <a:pt x="19229" y="5684"/>
                  </a:lnTo>
                  <a:lnTo>
                    <a:pt x="18438" y="4319"/>
                  </a:lnTo>
                  <a:lnTo>
                    <a:pt x="17121" y="3182"/>
                  </a:lnTo>
                  <a:lnTo>
                    <a:pt x="16068" y="2273"/>
                  </a:lnTo>
                  <a:lnTo>
                    <a:pt x="14751" y="1364"/>
                  </a:lnTo>
                  <a:lnTo>
                    <a:pt x="13697" y="1136"/>
                  </a:lnTo>
                  <a:lnTo>
                    <a:pt x="12117" y="454"/>
                  </a:lnTo>
                  <a:lnTo>
                    <a:pt x="11063" y="227"/>
                  </a:lnTo>
                  <a:lnTo>
                    <a:pt x="9482" y="0"/>
                  </a:lnTo>
                  <a:lnTo>
                    <a:pt x="8429" y="0"/>
                  </a:lnTo>
                  <a:lnTo>
                    <a:pt x="7111" y="227"/>
                  </a:lnTo>
                  <a:lnTo>
                    <a:pt x="6058" y="454"/>
                  </a:lnTo>
                  <a:lnTo>
                    <a:pt x="4741" y="681"/>
                  </a:lnTo>
                  <a:lnTo>
                    <a:pt x="4477" y="1136"/>
                  </a:lnTo>
                  <a:lnTo>
                    <a:pt x="3951" y="1364"/>
                  </a:lnTo>
                  <a:lnTo>
                    <a:pt x="3424" y="1818"/>
                  </a:lnTo>
                  <a:lnTo>
                    <a:pt x="3424" y="2273"/>
                  </a:lnTo>
                  <a:lnTo>
                    <a:pt x="2897" y="2500"/>
                  </a:lnTo>
                  <a:lnTo>
                    <a:pt x="2897" y="3182"/>
                  </a:lnTo>
                  <a:lnTo>
                    <a:pt x="2370" y="3410"/>
                  </a:lnTo>
                  <a:lnTo>
                    <a:pt x="2107" y="3637"/>
                  </a:lnTo>
                  <a:lnTo>
                    <a:pt x="1843" y="4092"/>
                  </a:lnTo>
                  <a:lnTo>
                    <a:pt x="1843" y="4774"/>
                  </a:lnTo>
                  <a:lnTo>
                    <a:pt x="1317" y="5229"/>
                  </a:lnTo>
                  <a:lnTo>
                    <a:pt x="1580" y="5456"/>
                  </a:lnTo>
                  <a:lnTo>
                    <a:pt x="1317" y="5911"/>
                  </a:lnTo>
                  <a:lnTo>
                    <a:pt x="790" y="6138"/>
                  </a:lnTo>
                  <a:lnTo>
                    <a:pt x="790" y="6820"/>
                  </a:lnTo>
                  <a:lnTo>
                    <a:pt x="526" y="6820"/>
                  </a:lnTo>
                  <a:lnTo>
                    <a:pt x="0" y="7048"/>
                  </a:lnTo>
                  <a:lnTo>
                    <a:pt x="0" y="7275"/>
                  </a:lnTo>
                  <a:lnTo>
                    <a:pt x="0" y="7503"/>
                  </a:lnTo>
                  <a:lnTo>
                    <a:pt x="263" y="7730"/>
                  </a:lnTo>
                  <a:lnTo>
                    <a:pt x="526" y="7730"/>
                  </a:lnTo>
                  <a:lnTo>
                    <a:pt x="1053" y="7503"/>
                  </a:lnTo>
                  <a:lnTo>
                    <a:pt x="1317" y="7503"/>
                  </a:lnTo>
                  <a:lnTo>
                    <a:pt x="2107" y="7730"/>
                  </a:lnTo>
                  <a:lnTo>
                    <a:pt x="2634" y="7503"/>
                  </a:lnTo>
                  <a:lnTo>
                    <a:pt x="3160" y="7730"/>
                  </a:lnTo>
                  <a:lnTo>
                    <a:pt x="3951" y="7503"/>
                  </a:lnTo>
                  <a:lnTo>
                    <a:pt x="4741" y="7503"/>
                  </a:lnTo>
                  <a:lnTo>
                    <a:pt x="5531" y="7275"/>
                  </a:lnTo>
                  <a:lnTo>
                    <a:pt x="6058" y="7048"/>
                  </a:lnTo>
                  <a:lnTo>
                    <a:pt x="6321" y="7048"/>
                  </a:lnTo>
                  <a:lnTo>
                    <a:pt x="6848" y="6820"/>
                  </a:lnTo>
                  <a:lnTo>
                    <a:pt x="7375" y="6593"/>
                  </a:lnTo>
                  <a:lnTo>
                    <a:pt x="7638" y="6366"/>
                  </a:lnTo>
                  <a:lnTo>
                    <a:pt x="7902" y="6366"/>
                  </a:lnTo>
                  <a:lnTo>
                    <a:pt x="8165" y="6366"/>
                  </a:lnTo>
                  <a:lnTo>
                    <a:pt x="8429" y="6138"/>
                  </a:lnTo>
                  <a:lnTo>
                    <a:pt x="8955" y="6138"/>
                  </a:lnTo>
                  <a:lnTo>
                    <a:pt x="9482" y="6138"/>
                  </a:lnTo>
                  <a:lnTo>
                    <a:pt x="9746" y="5911"/>
                  </a:lnTo>
                  <a:lnTo>
                    <a:pt x="10272" y="5911"/>
                  </a:lnTo>
                  <a:lnTo>
                    <a:pt x="10536" y="5911"/>
                  </a:lnTo>
                  <a:lnTo>
                    <a:pt x="11063" y="5684"/>
                  </a:lnTo>
                  <a:lnTo>
                    <a:pt x="11326" y="5911"/>
                  </a:lnTo>
                  <a:lnTo>
                    <a:pt x="11590" y="6138"/>
                  </a:lnTo>
                  <a:lnTo>
                    <a:pt x="12117" y="6138"/>
                  </a:lnTo>
                  <a:lnTo>
                    <a:pt x="12643" y="6593"/>
                  </a:lnTo>
                  <a:lnTo>
                    <a:pt x="13170" y="7048"/>
                  </a:lnTo>
                  <a:lnTo>
                    <a:pt x="13434" y="7275"/>
                  </a:lnTo>
                  <a:lnTo>
                    <a:pt x="13697" y="7503"/>
                  </a:lnTo>
                  <a:lnTo>
                    <a:pt x="13960" y="7730"/>
                  </a:lnTo>
                  <a:lnTo>
                    <a:pt x="13960" y="7957"/>
                  </a:lnTo>
                  <a:lnTo>
                    <a:pt x="14224" y="8412"/>
                  </a:lnTo>
                  <a:lnTo>
                    <a:pt x="14487" y="8639"/>
                  </a:lnTo>
                  <a:lnTo>
                    <a:pt x="14487" y="8867"/>
                  </a:lnTo>
                  <a:lnTo>
                    <a:pt x="14487" y="9094"/>
                  </a:lnTo>
                  <a:lnTo>
                    <a:pt x="14751" y="9321"/>
                  </a:lnTo>
                  <a:lnTo>
                    <a:pt x="15014" y="9776"/>
                  </a:lnTo>
                  <a:lnTo>
                    <a:pt x="15014" y="10004"/>
                  </a:lnTo>
                  <a:lnTo>
                    <a:pt x="15014" y="10231"/>
                  </a:lnTo>
                  <a:lnTo>
                    <a:pt x="15541" y="10686"/>
                  </a:lnTo>
                  <a:lnTo>
                    <a:pt x="15541" y="10913"/>
                  </a:lnTo>
                  <a:lnTo>
                    <a:pt x="15541" y="10913"/>
                  </a:lnTo>
                  <a:lnTo>
                    <a:pt x="15541" y="11140"/>
                  </a:lnTo>
                  <a:lnTo>
                    <a:pt x="15541" y="11368"/>
                  </a:lnTo>
                  <a:lnTo>
                    <a:pt x="16068" y="12050"/>
                  </a:lnTo>
                  <a:lnTo>
                    <a:pt x="16068" y="12504"/>
                  </a:lnTo>
                  <a:lnTo>
                    <a:pt x="16331" y="13187"/>
                  </a:lnTo>
                  <a:lnTo>
                    <a:pt x="16594" y="13869"/>
                  </a:lnTo>
                  <a:lnTo>
                    <a:pt x="16331" y="14323"/>
                  </a:lnTo>
                  <a:lnTo>
                    <a:pt x="16331" y="15006"/>
                  </a:lnTo>
                  <a:lnTo>
                    <a:pt x="16068" y="15460"/>
                  </a:lnTo>
                  <a:lnTo>
                    <a:pt x="16068" y="15915"/>
                  </a:lnTo>
                  <a:lnTo>
                    <a:pt x="15541" y="16370"/>
                  </a:lnTo>
                  <a:lnTo>
                    <a:pt x="15277" y="16825"/>
                  </a:lnTo>
                  <a:lnTo>
                    <a:pt x="15014" y="17279"/>
                  </a:lnTo>
                  <a:lnTo>
                    <a:pt x="14751" y="17734"/>
                  </a:lnTo>
                  <a:lnTo>
                    <a:pt x="14224" y="18189"/>
                  </a:lnTo>
                  <a:lnTo>
                    <a:pt x="14224" y="18416"/>
                  </a:lnTo>
                  <a:lnTo>
                    <a:pt x="13697" y="18643"/>
                  </a:lnTo>
                  <a:lnTo>
                    <a:pt x="13434" y="18871"/>
                  </a:lnTo>
                  <a:lnTo>
                    <a:pt x="13434" y="18871"/>
                  </a:lnTo>
                  <a:lnTo>
                    <a:pt x="13170" y="19098"/>
                  </a:lnTo>
                  <a:lnTo>
                    <a:pt x="12907" y="19098"/>
                  </a:lnTo>
                  <a:lnTo>
                    <a:pt x="12643" y="18871"/>
                  </a:lnTo>
                  <a:lnTo>
                    <a:pt x="12380" y="18871"/>
                  </a:lnTo>
                  <a:lnTo>
                    <a:pt x="12117" y="18871"/>
                  </a:lnTo>
                  <a:lnTo>
                    <a:pt x="11326" y="18416"/>
                  </a:lnTo>
                  <a:lnTo>
                    <a:pt x="11326" y="18189"/>
                  </a:lnTo>
                  <a:lnTo>
                    <a:pt x="11063" y="17961"/>
                  </a:lnTo>
                  <a:lnTo>
                    <a:pt x="10536" y="17734"/>
                  </a:lnTo>
                  <a:lnTo>
                    <a:pt x="10272" y="17507"/>
                  </a:lnTo>
                  <a:lnTo>
                    <a:pt x="9746" y="17279"/>
                  </a:lnTo>
                  <a:lnTo>
                    <a:pt x="9219" y="17279"/>
                  </a:lnTo>
                  <a:lnTo>
                    <a:pt x="8955" y="16825"/>
                  </a:lnTo>
                  <a:lnTo>
                    <a:pt x="8692" y="16597"/>
                  </a:lnTo>
                  <a:lnTo>
                    <a:pt x="8429" y="16370"/>
                  </a:lnTo>
                  <a:lnTo>
                    <a:pt x="8165" y="16597"/>
                  </a:lnTo>
                  <a:lnTo>
                    <a:pt x="8429" y="16825"/>
                  </a:lnTo>
                  <a:lnTo>
                    <a:pt x="8429" y="17052"/>
                  </a:lnTo>
                  <a:lnTo>
                    <a:pt x="8429" y="17279"/>
                  </a:lnTo>
                  <a:lnTo>
                    <a:pt x="8429" y="17507"/>
                  </a:lnTo>
                  <a:lnTo>
                    <a:pt x="8692" y="17734"/>
                  </a:lnTo>
                  <a:lnTo>
                    <a:pt x="8692" y="17961"/>
                  </a:lnTo>
                  <a:lnTo>
                    <a:pt x="8692" y="18189"/>
                  </a:lnTo>
                  <a:lnTo>
                    <a:pt x="10272" y="19780"/>
                  </a:lnTo>
                  <a:lnTo>
                    <a:pt x="11326" y="20690"/>
                  </a:lnTo>
                  <a:lnTo>
                    <a:pt x="12643" y="21145"/>
                  </a:lnTo>
                  <a:lnTo>
                    <a:pt x="14224" y="21600"/>
                  </a:lnTo>
                  <a:lnTo>
                    <a:pt x="15277" y="21600"/>
                  </a:lnTo>
                  <a:lnTo>
                    <a:pt x="16331" y="21145"/>
                  </a:lnTo>
                  <a:lnTo>
                    <a:pt x="17648" y="20462"/>
                  </a:lnTo>
                  <a:lnTo>
                    <a:pt x="18175" y="19780"/>
                  </a:lnTo>
                  <a:lnTo>
                    <a:pt x="19492" y="18871"/>
                  </a:lnTo>
                  <a:lnTo>
                    <a:pt x="20282" y="17734"/>
                  </a:lnTo>
                  <a:lnTo>
                    <a:pt x="20546" y="16597"/>
                  </a:lnTo>
                  <a:lnTo>
                    <a:pt x="21072" y="15233"/>
                  </a:lnTo>
                  <a:lnTo>
                    <a:pt x="21336" y="14096"/>
                  </a:lnTo>
                  <a:lnTo>
                    <a:pt x="21600" y="12504"/>
                  </a:lnTo>
                  <a:lnTo>
                    <a:pt x="21600" y="11140"/>
                  </a:lnTo>
                  <a:lnTo>
                    <a:pt x="21600" y="10458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GB" altLang="en-US"/>
            </a:p>
          </p:txBody>
        </p:sp>
        <p:sp>
          <p:nvSpPr>
            <p:cNvPr id="2063" name="未知"/>
            <p:cNvSpPr>
              <a:spLocks noChangeAspect="1"/>
            </p:cNvSpPr>
            <p:nvPr/>
          </p:nvSpPr>
          <p:spPr>
            <a:xfrm>
              <a:off x="340" y="254"/>
              <a:ext cx="277" cy="156"/>
            </a:xfrm>
            <a:custGeom>
              <a:avLst/>
              <a:gdLst/>
              <a:ahLst/>
              <a:cxnLst>
                <a:cxn ang="0">
                  <a:pos x="184" y="47"/>
                </a:cxn>
                <a:cxn ang="0">
                  <a:pos x="161" y="61"/>
                </a:cxn>
                <a:cxn ang="0">
                  <a:pos x="141" y="68"/>
                </a:cxn>
                <a:cxn ang="0">
                  <a:pos x="123" y="75"/>
                </a:cxn>
                <a:cxn ang="0">
                  <a:pos x="104" y="86"/>
                </a:cxn>
                <a:cxn ang="0">
                  <a:pos x="84" y="95"/>
                </a:cxn>
                <a:cxn ang="0">
                  <a:pos x="70" y="95"/>
                </a:cxn>
                <a:cxn ang="0">
                  <a:pos x="52" y="88"/>
                </a:cxn>
                <a:cxn ang="0">
                  <a:pos x="41" y="77"/>
                </a:cxn>
                <a:cxn ang="0">
                  <a:pos x="34" y="61"/>
                </a:cxn>
                <a:cxn ang="0">
                  <a:pos x="36" y="47"/>
                </a:cxn>
                <a:cxn ang="0">
                  <a:pos x="39" y="38"/>
                </a:cxn>
                <a:cxn ang="0">
                  <a:pos x="39" y="27"/>
                </a:cxn>
                <a:cxn ang="0">
                  <a:pos x="39" y="14"/>
                </a:cxn>
                <a:cxn ang="0">
                  <a:pos x="36" y="9"/>
                </a:cxn>
                <a:cxn ang="0">
                  <a:pos x="30" y="0"/>
                </a:cxn>
                <a:cxn ang="0">
                  <a:pos x="20" y="2"/>
                </a:cxn>
                <a:cxn ang="0">
                  <a:pos x="9" y="20"/>
                </a:cxn>
                <a:cxn ang="0">
                  <a:pos x="2" y="52"/>
                </a:cxn>
                <a:cxn ang="0">
                  <a:pos x="5" y="86"/>
                </a:cxn>
                <a:cxn ang="0">
                  <a:pos x="14" y="120"/>
                </a:cxn>
                <a:cxn ang="0">
                  <a:pos x="36" y="140"/>
                </a:cxn>
                <a:cxn ang="0">
                  <a:pos x="57" y="149"/>
                </a:cxn>
                <a:cxn ang="0">
                  <a:pos x="77" y="154"/>
                </a:cxn>
                <a:cxn ang="0">
                  <a:pos x="95" y="156"/>
                </a:cxn>
                <a:cxn ang="0">
                  <a:pos x="109" y="149"/>
                </a:cxn>
                <a:cxn ang="0">
                  <a:pos x="127" y="142"/>
                </a:cxn>
                <a:cxn ang="0">
                  <a:pos x="141" y="133"/>
                </a:cxn>
                <a:cxn ang="0">
                  <a:pos x="157" y="124"/>
                </a:cxn>
                <a:cxn ang="0">
                  <a:pos x="170" y="113"/>
                </a:cxn>
                <a:cxn ang="0">
                  <a:pos x="184" y="106"/>
                </a:cxn>
                <a:cxn ang="0">
                  <a:pos x="198" y="104"/>
                </a:cxn>
                <a:cxn ang="0">
                  <a:pos x="211" y="99"/>
                </a:cxn>
                <a:cxn ang="0">
                  <a:pos x="227" y="95"/>
                </a:cxn>
                <a:cxn ang="0">
                  <a:pos x="238" y="88"/>
                </a:cxn>
                <a:cxn ang="0">
                  <a:pos x="252" y="77"/>
                </a:cxn>
                <a:cxn ang="0">
                  <a:pos x="263" y="66"/>
                </a:cxn>
                <a:cxn ang="0">
                  <a:pos x="270" y="54"/>
                </a:cxn>
                <a:cxn ang="0">
                  <a:pos x="277" y="41"/>
                </a:cxn>
                <a:cxn ang="0">
                  <a:pos x="275" y="27"/>
                </a:cxn>
                <a:cxn ang="0">
                  <a:pos x="266" y="18"/>
                </a:cxn>
                <a:cxn ang="0">
                  <a:pos x="254" y="14"/>
                </a:cxn>
                <a:cxn ang="0">
                  <a:pos x="236" y="14"/>
                </a:cxn>
                <a:cxn ang="0">
                  <a:pos x="227" y="18"/>
                </a:cxn>
                <a:cxn ang="0">
                  <a:pos x="220" y="23"/>
                </a:cxn>
                <a:cxn ang="0">
                  <a:pos x="213" y="27"/>
                </a:cxn>
                <a:cxn ang="0">
                  <a:pos x="207" y="34"/>
                </a:cxn>
                <a:cxn ang="0">
                  <a:pos x="198" y="38"/>
                </a:cxn>
              </a:cxnLst>
              <a:pathLst>
                <a:path w="21600" h="21600">
                  <a:moveTo>
                    <a:pt x="15049" y="5634"/>
                  </a:moveTo>
                  <a:lnTo>
                    <a:pt x="14517" y="6260"/>
                  </a:lnTo>
                  <a:lnTo>
                    <a:pt x="14340" y="6573"/>
                  </a:lnTo>
                  <a:lnTo>
                    <a:pt x="13632" y="7199"/>
                  </a:lnTo>
                  <a:lnTo>
                    <a:pt x="13101" y="7825"/>
                  </a:lnTo>
                  <a:lnTo>
                    <a:pt x="12570" y="8452"/>
                  </a:lnTo>
                  <a:lnTo>
                    <a:pt x="12039" y="8452"/>
                  </a:lnTo>
                  <a:lnTo>
                    <a:pt x="11684" y="9078"/>
                  </a:lnTo>
                  <a:lnTo>
                    <a:pt x="10976" y="9391"/>
                  </a:lnTo>
                  <a:lnTo>
                    <a:pt x="10622" y="9704"/>
                  </a:lnTo>
                  <a:lnTo>
                    <a:pt x="9914" y="10017"/>
                  </a:lnTo>
                  <a:lnTo>
                    <a:pt x="9560" y="10330"/>
                  </a:lnTo>
                  <a:lnTo>
                    <a:pt x="9206" y="10956"/>
                  </a:lnTo>
                  <a:lnTo>
                    <a:pt x="8498" y="11582"/>
                  </a:lnTo>
                  <a:lnTo>
                    <a:pt x="8144" y="11895"/>
                  </a:lnTo>
                  <a:lnTo>
                    <a:pt x="7435" y="12521"/>
                  </a:lnTo>
                  <a:lnTo>
                    <a:pt x="6904" y="13147"/>
                  </a:lnTo>
                  <a:lnTo>
                    <a:pt x="6550" y="13147"/>
                  </a:lnTo>
                  <a:lnTo>
                    <a:pt x="6373" y="13147"/>
                  </a:lnTo>
                  <a:lnTo>
                    <a:pt x="5842" y="13460"/>
                  </a:lnTo>
                  <a:lnTo>
                    <a:pt x="5488" y="13147"/>
                  </a:lnTo>
                  <a:lnTo>
                    <a:pt x="5134" y="12834"/>
                  </a:lnTo>
                  <a:lnTo>
                    <a:pt x="4603" y="12521"/>
                  </a:lnTo>
                  <a:lnTo>
                    <a:pt x="4072" y="12208"/>
                  </a:lnTo>
                  <a:lnTo>
                    <a:pt x="3717" y="11582"/>
                  </a:lnTo>
                  <a:lnTo>
                    <a:pt x="3363" y="11269"/>
                  </a:lnTo>
                  <a:lnTo>
                    <a:pt x="3186" y="10643"/>
                  </a:lnTo>
                  <a:lnTo>
                    <a:pt x="2832" y="9704"/>
                  </a:lnTo>
                  <a:lnTo>
                    <a:pt x="2832" y="8765"/>
                  </a:lnTo>
                  <a:lnTo>
                    <a:pt x="2655" y="8452"/>
                  </a:lnTo>
                  <a:lnTo>
                    <a:pt x="2655" y="7513"/>
                  </a:lnTo>
                  <a:lnTo>
                    <a:pt x="2832" y="7199"/>
                  </a:lnTo>
                  <a:lnTo>
                    <a:pt x="2832" y="6573"/>
                  </a:lnTo>
                  <a:lnTo>
                    <a:pt x="3009" y="6260"/>
                  </a:lnTo>
                  <a:lnTo>
                    <a:pt x="2832" y="5634"/>
                  </a:lnTo>
                  <a:lnTo>
                    <a:pt x="3009" y="5321"/>
                  </a:lnTo>
                  <a:lnTo>
                    <a:pt x="3186" y="4695"/>
                  </a:lnTo>
                  <a:lnTo>
                    <a:pt x="3186" y="4382"/>
                  </a:lnTo>
                  <a:lnTo>
                    <a:pt x="3009" y="3756"/>
                  </a:lnTo>
                  <a:lnTo>
                    <a:pt x="3186" y="3130"/>
                  </a:lnTo>
                  <a:lnTo>
                    <a:pt x="3186" y="2504"/>
                  </a:lnTo>
                  <a:lnTo>
                    <a:pt x="3009" y="1878"/>
                  </a:lnTo>
                  <a:lnTo>
                    <a:pt x="3009" y="1878"/>
                  </a:lnTo>
                  <a:lnTo>
                    <a:pt x="2832" y="1564"/>
                  </a:lnTo>
                  <a:lnTo>
                    <a:pt x="2832" y="1252"/>
                  </a:lnTo>
                  <a:lnTo>
                    <a:pt x="2478" y="939"/>
                  </a:lnTo>
                  <a:lnTo>
                    <a:pt x="2478" y="312"/>
                  </a:lnTo>
                  <a:lnTo>
                    <a:pt x="2301" y="0"/>
                  </a:lnTo>
                  <a:lnTo>
                    <a:pt x="1947" y="312"/>
                  </a:lnTo>
                  <a:lnTo>
                    <a:pt x="1947" y="312"/>
                  </a:lnTo>
                  <a:lnTo>
                    <a:pt x="1593" y="312"/>
                  </a:lnTo>
                  <a:lnTo>
                    <a:pt x="1239" y="939"/>
                  </a:lnTo>
                  <a:lnTo>
                    <a:pt x="1062" y="2191"/>
                  </a:lnTo>
                  <a:lnTo>
                    <a:pt x="707" y="2817"/>
                  </a:lnTo>
                  <a:lnTo>
                    <a:pt x="530" y="4382"/>
                  </a:lnTo>
                  <a:lnTo>
                    <a:pt x="353" y="5947"/>
                  </a:lnTo>
                  <a:lnTo>
                    <a:pt x="176" y="7199"/>
                  </a:lnTo>
                  <a:lnTo>
                    <a:pt x="0" y="8452"/>
                  </a:lnTo>
                  <a:lnTo>
                    <a:pt x="0" y="10330"/>
                  </a:lnTo>
                  <a:lnTo>
                    <a:pt x="353" y="11895"/>
                  </a:lnTo>
                  <a:lnTo>
                    <a:pt x="530" y="13460"/>
                  </a:lnTo>
                  <a:lnTo>
                    <a:pt x="707" y="15026"/>
                  </a:lnTo>
                  <a:lnTo>
                    <a:pt x="1062" y="16591"/>
                  </a:lnTo>
                  <a:lnTo>
                    <a:pt x="1593" y="17530"/>
                  </a:lnTo>
                  <a:lnTo>
                    <a:pt x="2124" y="18782"/>
                  </a:lnTo>
                  <a:lnTo>
                    <a:pt x="2832" y="19408"/>
                  </a:lnTo>
                  <a:lnTo>
                    <a:pt x="3363" y="19721"/>
                  </a:lnTo>
                  <a:lnTo>
                    <a:pt x="4072" y="20347"/>
                  </a:lnTo>
                  <a:lnTo>
                    <a:pt x="4426" y="20660"/>
                  </a:lnTo>
                  <a:lnTo>
                    <a:pt x="4780" y="21286"/>
                  </a:lnTo>
                  <a:lnTo>
                    <a:pt x="5311" y="21286"/>
                  </a:lnTo>
                  <a:lnTo>
                    <a:pt x="6019" y="21286"/>
                  </a:lnTo>
                  <a:lnTo>
                    <a:pt x="6373" y="21600"/>
                  </a:lnTo>
                  <a:lnTo>
                    <a:pt x="6904" y="21286"/>
                  </a:lnTo>
                  <a:lnTo>
                    <a:pt x="7435" y="21600"/>
                  </a:lnTo>
                  <a:lnTo>
                    <a:pt x="7789" y="21286"/>
                  </a:lnTo>
                  <a:lnTo>
                    <a:pt x="8144" y="20973"/>
                  </a:lnTo>
                  <a:lnTo>
                    <a:pt x="8498" y="20660"/>
                  </a:lnTo>
                  <a:lnTo>
                    <a:pt x="9029" y="20660"/>
                  </a:lnTo>
                  <a:lnTo>
                    <a:pt x="9560" y="20034"/>
                  </a:lnTo>
                  <a:lnTo>
                    <a:pt x="9914" y="19721"/>
                  </a:lnTo>
                  <a:lnTo>
                    <a:pt x="10268" y="19095"/>
                  </a:lnTo>
                  <a:lnTo>
                    <a:pt x="10622" y="19095"/>
                  </a:lnTo>
                  <a:lnTo>
                    <a:pt x="10976" y="18469"/>
                  </a:lnTo>
                  <a:lnTo>
                    <a:pt x="11330" y="18156"/>
                  </a:lnTo>
                  <a:lnTo>
                    <a:pt x="11684" y="17530"/>
                  </a:lnTo>
                  <a:lnTo>
                    <a:pt x="12216" y="17217"/>
                  </a:lnTo>
                  <a:lnTo>
                    <a:pt x="12393" y="16591"/>
                  </a:lnTo>
                  <a:lnTo>
                    <a:pt x="12747" y="16278"/>
                  </a:lnTo>
                  <a:lnTo>
                    <a:pt x="13278" y="15651"/>
                  </a:lnTo>
                  <a:lnTo>
                    <a:pt x="13632" y="15651"/>
                  </a:lnTo>
                  <a:lnTo>
                    <a:pt x="13809" y="15026"/>
                  </a:lnTo>
                  <a:lnTo>
                    <a:pt x="14340" y="14712"/>
                  </a:lnTo>
                  <a:lnTo>
                    <a:pt x="14694" y="14399"/>
                  </a:lnTo>
                  <a:lnTo>
                    <a:pt x="15049" y="14399"/>
                  </a:lnTo>
                  <a:lnTo>
                    <a:pt x="15403" y="14399"/>
                  </a:lnTo>
                  <a:lnTo>
                    <a:pt x="15757" y="14086"/>
                  </a:lnTo>
                  <a:lnTo>
                    <a:pt x="16111" y="14086"/>
                  </a:lnTo>
                  <a:lnTo>
                    <a:pt x="16465" y="13773"/>
                  </a:lnTo>
                  <a:lnTo>
                    <a:pt x="16819" y="13773"/>
                  </a:lnTo>
                  <a:lnTo>
                    <a:pt x="17350" y="13460"/>
                  </a:lnTo>
                  <a:lnTo>
                    <a:pt x="17704" y="13147"/>
                  </a:lnTo>
                  <a:lnTo>
                    <a:pt x="18058" y="12521"/>
                  </a:lnTo>
                  <a:lnTo>
                    <a:pt x="18235" y="12521"/>
                  </a:lnTo>
                  <a:lnTo>
                    <a:pt x="18589" y="12208"/>
                  </a:lnTo>
                  <a:lnTo>
                    <a:pt x="19121" y="11582"/>
                  </a:lnTo>
                  <a:lnTo>
                    <a:pt x="19298" y="11269"/>
                  </a:lnTo>
                  <a:lnTo>
                    <a:pt x="19652" y="10643"/>
                  </a:lnTo>
                  <a:lnTo>
                    <a:pt x="20006" y="10330"/>
                  </a:lnTo>
                  <a:lnTo>
                    <a:pt x="20360" y="10017"/>
                  </a:lnTo>
                  <a:lnTo>
                    <a:pt x="20537" y="9078"/>
                  </a:lnTo>
                  <a:lnTo>
                    <a:pt x="20891" y="8765"/>
                  </a:lnTo>
                  <a:lnTo>
                    <a:pt x="20891" y="8452"/>
                  </a:lnTo>
                  <a:lnTo>
                    <a:pt x="21068" y="7513"/>
                  </a:lnTo>
                  <a:lnTo>
                    <a:pt x="21422" y="6886"/>
                  </a:lnTo>
                  <a:lnTo>
                    <a:pt x="21422" y="6260"/>
                  </a:lnTo>
                  <a:lnTo>
                    <a:pt x="21600" y="5634"/>
                  </a:lnTo>
                  <a:lnTo>
                    <a:pt x="21422" y="5008"/>
                  </a:lnTo>
                  <a:lnTo>
                    <a:pt x="21600" y="4382"/>
                  </a:lnTo>
                  <a:lnTo>
                    <a:pt x="21422" y="3756"/>
                  </a:lnTo>
                  <a:lnTo>
                    <a:pt x="21245" y="3130"/>
                  </a:lnTo>
                  <a:lnTo>
                    <a:pt x="21068" y="2504"/>
                  </a:lnTo>
                  <a:lnTo>
                    <a:pt x="20714" y="2504"/>
                  </a:lnTo>
                  <a:lnTo>
                    <a:pt x="20360" y="2191"/>
                  </a:lnTo>
                  <a:lnTo>
                    <a:pt x="20006" y="1564"/>
                  </a:lnTo>
                  <a:lnTo>
                    <a:pt x="19829" y="1878"/>
                  </a:lnTo>
                  <a:lnTo>
                    <a:pt x="19298" y="1564"/>
                  </a:lnTo>
                  <a:lnTo>
                    <a:pt x="18944" y="1878"/>
                  </a:lnTo>
                  <a:lnTo>
                    <a:pt x="18412" y="1878"/>
                  </a:lnTo>
                  <a:lnTo>
                    <a:pt x="18058" y="2504"/>
                  </a:lnTo>
                  <a:lnTo>
                    <a:pt x="17881" y="2504"/>
                  </a:lnTo>
                  <a:lnTo>
                    <a:pt x="17704" y="2504"/>
                  </a:lnTo>
                  <a:lnTo>
                    <a:pt x="17704" y="2817"/>
                  </a:lnTo>
                  <a:lnTo>
                    <a:pt x="17350" y="3130"/>
                  </a:lnTo>
                  <a:lnTo>
                    <a:pt x="17173" y="3130"/>
                  </a:lnTo>
                  <a:lnTo>
                    <a:pt x="16996" y="3443"/>
                  </a:lnTo>
                  <a:lnTo>
                    <a:pt x="16819" y="3756"/>
                  </a:lnTo>
                  <a:lnTo>
                    <a:pt x="16642" y="3756"/>
                  </a:lnTo>
                  <a:lnTo>
                    <a:pt x="16288" y="4382"/>
                  </a:lnTo>
                  <a:lnTo>
                    <a:pt x="16111" y="4382"/>
                  </a:lnTo>
                  <a:lnTo>
                    <a:pt x="16111" y="4695"/>
                  </a:lnTo>
                  <a:lnTo>
                    <a:pt x="15757" y="5008"/>
                  </a:lnTo>
                  <a:lnTo>
                    <a:pt x="15580" y="5321"/>
                  </a:lnTo>
                  <a:lnTo>
                    <a:pt x="15403" y="5321"/>
                  </a:lnTo>
                  <a:lnTo>
                    <a:pt x="15049" y="5634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GB" altLang="en-US"/>
            </a:p>
          </p:txBody>
        </p:sp>
        <p:sp>
          <p:nvSpPr>
            <p:cNvPr id="2064" name="未知"/>
            <p:cNvSpPr>
              <a:spLocks noChangeAspect="1"/>
            </p:cNvSpPr>
            <p:nvPr/>
          </p:nvSpPr>
          <p:spPr>
            <a:xfrm>
              <a:off x="2" y="120"/>
              <a:ext cx="302" cy="270"/>
            </a:xfrm>
            <a:custGeom>
              <a:avLst/>
              <a:gdLst/>
              <a:ahLst/>
              <a:cxnLst>
                <a:cxn ang="0">
                  <a:pos x="116" y="170"/>
                </a:cxn>
                <a:cxn ang="0">
                  <a:pos x="123" y="159"/>
                </a:cxn>
                <a:cxn ang="0">
                  <a:pos x="129" y="145"/>
                </a:cxn>
                <a:cxn ang="0">
                  <a:pos x="139" y="134"/>
                </a:cxn>
                <a:cxn ang="0">
                  <a:pos x="150" y="127"/>
                </a:cxn>
                <a:cxn ang="0">
                  <a:pos x="154" y="118"/>
                </a:cxn>
                <a:cxn ang="0">
                  <a:pos x="163" y="109"/>
                </a:cxn>
                <a:cxn ang="0">
                  <a:pos x="173" y="100"/>
                </a:cxn>
                <a:cxn ang="0">
                  <a:pos x="179" y="93"/>
                </a:cxn>
                <a:cxn ang="0">
                  <a:pos x="186" y="84"/>
                </a:cxn>
                <a:cxn ang="0">
                  <a:pos x="195" y="77"/>
                </a:cxn>
                <a:cxn ang="0">
                  <a:pos x="207" y="68"/>
                </a:cxn>
                <a:cxn ang="0">
                  <a:pos x="216" y="59"/>
                </a:cxn>
                <a:cxn ang="0">
                  <a:pos x="232" y="50"/>
                </a:cxn>
                <a:cxn ang="0">
                  <a:pos x="245" y="45"/>
                </a:cxn>
                <a:cxn ang="0">
                  <a:pos x="263" y="39"/>
                </a:cxn>
                <a:cxn ang="0">
                  <a:pos x="284" y="34"/>
                </a:cxn>
                <a:cxn ang="0">
                  <a:pos x="293" y="27"/>
                </a:cxn>
                <a:cxn ang="0">
                  <a:pos x="300" y="20"/>
                </a:cxn>
                <a:cxn ang="0">
                  <a:pos x="302" y="14"/>
                </a:cxn>
                <a:cxn ang="0">
                  <a:pos x="295" y="5"/>
                </a:cxn>
                <a:cxn ang="0">
                  <a:pos x="282" y="0"/>
                </a:cxn>
                <a:cxn ang="0">
                  <a:pos x="272" y="2"/>
                </a:cxn>
                <a:cxn ang="0">
                  <a:pos x="252" y="11"/>
                </a:cxn>
                <a:cxn ang="0">
                  <a:pos x="238" y="25"/>
                </a:cxn>
                <a:cxn ang="0">
                  <a:pos x="225" y="34"/>
                </a:cxn>
                <a:cxn ang="0">
                  <a:pos x="209" y="45"/>
                </a:cxn>
                <a:cxn ang="0">
                  <a:pos x="195" y="57"/>
                </a:cxn>
                <a:cxn ang="0">
                  <a:pos x="177" y="70"/>
                </a:cxn>
                <a:cxn ang="0">
                  <a:pos x="159" y="79"/>
                </a:cxn>
                <a:cxn ang="0">
                  <a:pos x="141" y="91"/>
                </a:cxn>
                <a:cxn ang="0">
                  <a:pos x="120" y="104"/>
                </a:cxn>
                <a:cxn ang="0">
                  <a:pos x="102" y="118"/>
                </a:cxn>
                <a:cxn ang="0">
                  <a:pos x="82" y="132"/>
                </a:cxn>
                <a:cxn ang="0">
                  <a:pos x="66" y="141"/>
                </a:cxn>
                <a:cxn ang="0">
                  <a:pos x="50" y="154"/>
                </a:cxn>
                <a:cxn ang="0">
                  <a:pos x="36" y="166"/>
                </a:cxn>
                <a:cxn ang="0">
                  <a:pos x="25" y="182"/>
                </a:cxn>
                <a:cxn ang="0">
                  <a:pos x="14" y="193"/>
                </a:cxn>
                <a:cxn ang="0">
                  <a:pos x="9" y="202"/>
                </a:cxn>
                <a:cxn ang="0">
                  <a:pos x="2" y="222"/>
                </a:cxn>
                <a:cxn ang="0">
                  <a:pos x="0" y="241"/>
                </a:cxn>
                <a:cxn ang="0">
                  <a:pos x="2" y="254"/>
                </a:cxn>
                <a:cxn ang="0">
                  <a:pos x="5" y="263"/>
                </a:cxn>
                <a:cxn ang="0">
                  <a:pos x="14" y="270"/>
                </a:cxn>
                <a:cxn ang="0">
                  <a:pos x="23" y="268"/>
                </a:cxn>
                <a:cxn ang="0">
                  <a:pos x="30" y="263"/>
                </a:cxn>
                <a:cxn ang="0">
                  <a:pos x="41" y="254"/>
                </a:cxn>
                <a:cxn ang="0">
                  <a:pos x="50" y="241"/>
                </a:cxn>
                <a:cxn ang="0">
                  <a:pos x="59" y="231"/>
                </a:cxn>
                <a:cxn ang="0">
                  <a:pos x="68" y="222"/>
                </a:cxn>
                <a:cxn ang="0">
                  <a:pos x="75" y="216"/>
                </a:cxn>
                <a:cxn ang="0">
                  <a:pos x="84" y="211"/>
                </a:cxn>
                <a:cxn ang="0">
                  <a:pos x="89" y="204"/>
                </a:cxn>
                <a:cxn ang="0">
                  <a:pos x="98" y="195"/>
                </a:cxn>
                <a:cxn ang="0">
                  <a:pos x="107" y="182"/>
                </a:cxn>
              </a:cxnLst>
              <a:pathLst>
                <a:path w="21600" h="21600">
                  <a:moveTo>
                    <a:pt x="7795" y="14157"/>
                  </a:moveTo>
                  <a:lnTo>
                    <a:pt x="8282" y="13613"/>
                  </a:lnTo>
                  <a:lnTo>
                    <a:pt x="8607" y="13068"/>
                  </a:lnTo>
                  <a:lnTo>
                    <a:pt x="8769" y="12705"/>
                  </a:lnTo>
                  <a:lnTo>
                    <a:pt x="9094" y="11979"/>
                  </a:lnTo>
                  <a:lnTo>
                    <a:pt x="9256" y="11616"/>
                  </a:lnTo>
                  <a:lnTo>
                    <a:pt x="9744" y="11072"/>
                  </a:lnTo>
                  <a:lnTo>
                    <a:pt x="9906" y="10709"/>
                  </a:lnTo>
                  <a:lnTo>
                    <a:pt x="10393" y="10346"/>
                  </a:lnTo>
                  <a:lnTo>
                    <a:pt x="10718" y="10164"/>
                  </a:lnTo>
                  <a:lnTo>
                    <a:pt x="10881" y="9620"/>
                  </a:lnTo>
                  <a:lnTo>
                    <a:pt x="11043" y="9438"/>
                  </a:lnTo>
                  <a:lnTo>
                    <a:pt x="11368" y="9075"/>
                  </a:lnTo>
                  <a:lnTo>
                    <a:pt x="11693" y="8712"/>
                  </a:lnTo>
                  <a:lnTo>
                    <a:pt x="12017" y="8349"/>
                  </a:lnTo>
                  <a:lnTo>
                    <a:pt x="12342" y="7986"/>
                  </a:lnTo>
                  <a:lnTo>
                    <a:pt x="12504" y="7623"/>
                  </a:lnTo>
                  <a:lnTo>
                    <a:pt x="12829" y="7441"/>
                  </a:lnTo>
                  <a:lnTo>
                    <a:pt x="13154" y="7078"/>
                  </a:lnTo>
                  <a:lnTo>
                    <a:pt x="13317" y="6715"/>
                  </a:lnTo>
                  <a:lnTo>
                    <a:pt x="13642" y="6352"/>
                  </a:lnTo>
                  <a:lnTo>
                    <a:pt x="13966" y="6171"/>
                  </a:lnTo>
                  <a:lnTo>
                    <a:pt x="14291" y="5808"/>
                  </a:lnTo>
                  <a:lnTo>
                    <a:pt x="14778" y="5445"/>
                  </a:lnTo>
                  <a:lnTo>
                    <a:pt x="15103" y="5082"/>
                  </a:lnTo>
                  <a:lnTo>
                    <a:pt x="15428" y="4719"/>
                  </a:lnTo>
                  <a:lnTo>
                    <a:pt x="15915" y="4356"/>
                  </a:lnTo>
                  <a:lnTo>
                    <a:pt x="16565" y="3992"/>
                  </a:lnTo>
                  <a:lnTo>
                    <a:pt x="16890" y="3992"/>
                  </a:lnTo>
                  <a:lnTo>
                    <a:pt x="17539" y="3630"/>
                  </a:lnTo>
                  <a:lnTo>
                    <a:pt x="18026" y="3267"/>
                  </a:lnTo>
                  <a:lnTo>
                    <a:pt x="18839" y="3085"/>
                  </a:lnTo>
                  <a:lnTo>
                    <a:pt x="19488" y="2904"/>
                  </a:lnTo>
                  <a:lnTo>
                    <a:pt x="20300" y="2722"/>
                  </a:lnTo>
                  <a:lnTo>
                    <a:pt x="20625" y="2722"/>
                  </a:lnTo>
                  <a:lnTo>
                    <a:pt x="20950" y="2177"/>
                  </a:lnTo>
                  <a:lnTo>
                    <a:pt x="21275" y="1996"/>
                  </a:lnTo>
                  <a:lnTo>
                    <a:pt x="21437" y="1633"/>
                  </a:lnTo>
                  <a:lnTo>
                    <a:pt x="21600" y="1451"/>
                  </a:lnTo>
                  <a:lnTo>
                    <a:pt x="21600" y="1088"/>
                  </a:lnTo>
                  <a:lnTo>
                    <a:pt x="21275" y="725"/>
                  </a:lnTo>
                  <a:lnTo>
                    <a:pt x="21112" y="362"/>
                  </a:lnTo>
                  <a:lnTo>
                    <a:pt x="20787" y="181"/>
                  </a:lnTo>
                  <a:lnTo>
                    <a:pt x="20138" y="0"/>
                  </a:lnTo>
                  <a:lnTo>
                    <a:pt x="19650" y="181"/>
                  </a:lnTo>
                  <a:lnTo>
                    <a:pt x="19488" y="181"/>
                  </a:lnTo>
                  <a:lnTo>
                    <a:pt x="18839" y="362"/>
                  </a:lnTo>
                  <a:lnTo>
                    <a:pt x="18026" y="907"/>
                  </a:lnTo>
                  <a:lnTo>
                    <a:pt x="17377" y="1633"/>
                  </a:lnTo>
                  <a:lnTo>
                    <a:pt x="17052" y="1996"/>
                  </a:lnTo>
                  <a:lnTo>
                    <a:pt x="16727" y="2359"/>
                  </a:lnTo>
                  <a:lnTo>
                    <a:pt x="16078" y="2722"/>
                  </a:lnTo>
                  <a:lnTo>
                    <a:pt x="15590" y="3085"/>
                  </a:lnTo>
                  <a:lnTo>
                    <a:pt x="14941" y="3630"/>
                  </a:lnTo>
                  <a:lnTo>
                    <a:pt x="14453" y="3992"/>
                  </a:lnTo>
                  <a:lnTo>
                    <a:pt x="13966" y="4537"/>
                  </a:lnTo>
                  <a:lnTo>
                    <a:pt x="13154" y="5082"/>
                  </a:lnTo>
                  <a:lnTo>
                    <a:pt x="12667" y="5626"/>
                  </a:lnTo>
                  <a:lnTo>
                    <a:pt x="12017" y="5808"/>
                  </a:lnTo>
                  <a:lnTo>
                    <a:pt x="11368" y="6352"/>
                  </a:lnTo>
                  <a:lnTo>
                    <a:pt x="10718" y="6897"/>
                  </a:lnTo>
                  <a:lnTo>
                    <a:pt x="10068" y="7260"/>
                  </a:lnTo>
                  <a:lnTo>
                    <a:pt x="9419" y="7805"/>
                  </a:lnTo>
                  <a:lnTo>
                    <a:pt x="8607" y="8349"/>
                  </a:lnTo>
                  <a:lnTo>
                    <a:pt x="7957" y="8893"/>
                  </a:lnTo>
                  <a:lnTo>
                    <a:pt x="7307" y="9438"/>
                  </a:lnTo>
                  <a:lnTo>
                    <a:pt x="6658" y="9982"/>
                  </a:lnTo>
                  <a:lnTo>
                    <a:pt x="5846" y="10527"/>
                  </a:lnTo>
                  <a:lnTo>
                    <a:pt x="5359" y="10890"/>
                  </a:lnTo>
                  <a:lnTo>
                    <a:pt x="4709" y="11253"/>
                  </a:lnTo>
                  <a:lnTo>
                    <a:pt x="4222" y="11616"/>
                  </a:lnTo>
                  <a:lnTo>
                    <a:pt x="3572" y="12342"/>
                  </a:lnTo>
                  <a:lnTo>
                    <a:pt x="2923" y="12887"/>
                  </a:lnTo>
                  <a:lnTo>
                    <a:pt x="2598" y="13250"/>
                  </a:lnTo>
                  <a:lnTo>
                    <a:pt x="2111" y="13794"/>
                  </a:lnTo>
                  <a:lnTo>
                    <a:pt x="1786" y="14520"/>
                  </a:lnTo>
                  <a:lnTo>
                    <a:pt x="1299" y="14883"/>
                  </a:lnTo>
                  <a:lnTo>
                    <a:pt x="974" y="15428"/>
                  </a:lnTo>
                  <a:lnTo>
                    <a:pt x="811" y="15791"/>
                  </a:lnTo>
                  <a:lnTo>
                    <a:pt x="649" y="16154"/>
                  </a:lnTo>
                  <a:lnTo>
                    <a:pt x="324" y="16880"/>
                  </a:lnTo>
                  <a:lnTo>
                    <a:pt x="162" y="17787"/>
                  </a:lnTo>
                  <a:lnTo>
                    <a:pt x="0" y="18514"/>
                  </a:lnTo>
                  <a:lnTo>
                    <a:pt x="0" y="19240"/>
                  </a:lnTo>
                  <a:lnTo>
                    <a:pt x="162" y="19966"/>
                  </a:lnTo>
                  <a:lnTo>
                    <a:pt x="162" y="20329"/>
                  </a:lnTo>
                  <a:lnTo>
                    <a:pt x="324" y="20692"/>
                  </a:lnTo>
                  <a:lnTo>
                    <a:pt x="324" y="21055"/>
                  </a:lnTo>
                  <a:lnTo>
                    <a:pt x="649" y="21418"/>
                  </a:lnTo>
                  <a:lnTo>
                    <a:pt x="974" y="21600"/>
                  </a:lnTo>
                  <a:lnTo>
                    <a:pt x="1299" y="21418"/>
                  </a:lnTo>
                  <a:lnTo>
                    <a:pt x="1623" y="21418"/>
                  </a:lnTo>
                  <a:lnTo>
                    <a:pt x="1948" y="21236"/>
                  </a:lnTo>
                  <a:lnTo>
                    <a:pt x="2111" y="21055"/>
                  </a:lnTo>
                  <a:lnTo>
                    <a:pt x="2598" y="20692"/>
                  </a:lnTo>
                  <a:lnTo>
                    <a:pt x="2923" y="20329"/>
                  </a:lnTo>
                  <a:lnTo>
                    <a:pt x="3248" y="19784"/>
                  </a:lnTo>
                  <a:lnTo>
                    <a:pt x="3572" y="19240"/>
                  </a:lnTo>
                  <a:lnTo>
                    <a:pt x="4059" y="18695"/>
                  </a:lnTo>
                  <a:lnTo>
                    <a:pt x="4222" y="18514"/>
                  </a:lnTo>
                  <a:lnTo>
                    <a:pt x="4384" y="18151"/>
                  </a:lnTo>
                  <a:lnTo>
                    <a:pt x="4871" y="17787"/>
                  </a:lnTo>
                  <a:lnTo>
                    <a:pt x="5196" y="17606"/>
                  </a:lnTo>
                  <a:lnTo>
                    <a:pt x="5359" y="17243"/>
                  </a:lnTo>
                  <a:lnTo>
                    <a:pt x="5684" y="17061"/>
                  </a:lnTo>
                  <a:lnTo>
                    <a:pt x="6008" y="16880"/>
                  </a:lnTo>
                  <a:lnTo>
                    <a:pt x="6333" y="16517"/>
                  </a:lnTo>
                  <a:lnTo>
                    <a:pt x="6333" y="16336"/>
                  </a:lnTo>
                  <a:lnTo>
                    <a:pt x="6658" y="15972"/>
                  </a:lnTo>
                  <a:lnTo>
                    <a:pt x="6983" y="15610"/>
                  </a:lnTo>
                  <a:lnTo>
                    <a:pt x="7145" y="15246"/>
                  </a:lnTo>
                  <a:lnTo>
                    <a:pt x="7632" y="14520"/>
                  </a:lnTo>
                  <a:lnTo>
                    <a:pt x="7795" y="14157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GB" altLang="en-US"/>
            </a:p>
          </p:txBody>
        </p:sp>
        <p:sp>
          <p:nvSpPr>
            <p:cNvPr id="2065" name="未知"/>
            <p:cNvSpPr>
              <a:spLocks noChangeAspect="1"/>
            </p:cNvSpPr>
            <p:nvPr/>
          </p:nvSpPr>
          <p:spPr>
            <a:xfrm>
              <a:off x="206" y="630"/>
              <a:ext cx="375" cy="737"/>
            </a:xfrm>
            <a:custGeom>
              <a:avLst/>
              <a:gdLst/>
              <a:ahLst/>
              <a:cxnLst>
                <a:cxn ang="0">
                  <a:pos x="261" y="159"/>
                </a:cxn>
                <a:cxn ang="0">
                  <a:pos x="259" y="100"/>
                </a:cxn>
                <a:cxn ang="0">
                  <a:pos x="277" y="59"/>
                </a:cxn>
                <a:cxn ang="0">
                  <a:pos x="327" y="16"/>
                </a:cxn>
                <a:cxn ang="0">
                  <a:pos x="345" y="2"/>
                </a:cxn>
                <a:cxn ang="0">
                  <a:pos x="291" y="43"/>
                </a:cxn>
                <a:cxn ang="0">
                  <a:pos x="255" y="82"/>
                </a:cxn>
                <a:cxn ang="0">
                  <a:pos x="232" y="131"/>
                </a:cxn>
                <a:cxn ang="0">
                  <a:pos x="225" y="163"/>
                </a:cxn>
                <a:cxn ang="0">
                  <a:pos x="220" y="204"/>
                </a:cxn>
                <a:cxn ang="0">
                  <a:pos x="218" y="245"/>
                </a:cxn>
                <a:cxn ang="0">
                  <a:pos x="223" y="286"/>
                </a:cxn>
                <a:cxn ang="0">
                  <a:pos x="227" y="338"/>
                </a:cxn>
                <a:cxn ang="0">
                  <a:pos x="230" y="370"/>
                </a:cxn>
                <a:cxn ang="0">
                  <a:pos x="250" y="429"/>
                </a:cxn>
                <a:cxn ang="0">
                  <a:pos x="266" y="447"/>
                </a:cxn>
                <a:cxn ang="0">
                  <a:pos x="261" y="399"/>
                </a:cxn>
                <a:cxn ang="0">
                  <a:pos x="255" y="345"/>
                </a:cxn>
                <a:cxn ang="0">
                  <a:pos x="273" y="297"/>
                </a:cxn>
                <a:cxn ang="0">
                  <a:pos x="291" y="306"/>
                </a:cxn>
                <a:cxn ang="0">
                  <a:pos x="309" y="338"/>
                </a:cxn>
                <a:cxn ang="0">
                  <a:pos x="323" y="385"/>
                </a:cxn>
                <a:cxn ang="0">
                  <a:pos x="332" y="422"/>
                </a:cxn>
                <a:cxn ang="0">
                  <a:pos x="339" y="442"/>
                </a:cxn>
                <a:cxn ang="0">
                  <a:pos x="348" y="494"/>
                </a:cxn>
                <a:cxn ang="0">
                  <a:pos x="357" y="547"/>
                </a:cxn>
                <a:cxn ang="0">
                  <a:pos x="352" y="596"/>
                </a:cxn>
                <a:cxn ang="0">
                  <a:pos x="341" y="637"/>
                </a:cxn>
                <a:cxn ang="0">
                  <a:pos x="323" y="669"/>
                </a:cxn>
                <a:cxn ang="0">
                  <a:pos x="289" y="694"/>
                </a:cxn>
                <a:cxn ang="0">
                  <a:pos x="250" y="687"/>
                </a:cxn>
                <a:cxn ang="0">
                  <a:pos x="211" y="662"/>
                </a:cxn>
                <a:cxn ang="0">
                  <a:pos x="168" y="619"/>
                </a:cxn>
                <a:cxn ang="0">
                  <a:pos x="134" y="571"/>
                </a:cxn>
                <a:cxn ang="0">
                  <a:pos x="102" y="517"/>
                </a:cxn>
                <a:cxn ang="0">
                  <a:pos x="73" y="444"/>
                </a:cxn>
                <a:cxn ang="0">
                  <a:pos x="59" y="379"/>
                </a:cxn>
                <a:cxn ang="0">
                  <a:pos x="55" y="315"/>
                </a:cxn>
                <a:cxn ang="0">
                  <a:pos x="61" y="258"/>
                </a:cxn>
                <a:cxn ang="0">
                  <a:pos x="80" y="215"/>
                </a:cxn>
                <a:cxn ang="0">
                  <a:pos x="75" y="215"/>
                </a:cxn>
                <a:cxn ang="0">
                  <a:pos x="41" y="243"/>
                </a:cxn>
                <a:cxn ang="0">
                  <a:pos x="14" y="268"/>
                </a:cxn>
                <a:cxn ang="0">
                  <a:pos x="2" y="315"/>
                </a:cxn>
                <a:cxn ang="0">
                  <a:pos x="0" y="383"/>
                </a:cxn>
                <a:cxn ang="0">
                  <a:pos x="16" y="458"/>
                </a:cxn>
                <a:cxn ang="0">
                  <a:pos x="45" y="537"/>
                </a:cxn>
                <a:cxn ang="0">
                  <a:pos x="86" y="610"/>
                </a:cxn>
                <a:cxn ang="0">
                  <a:pos x="182" y="705"/>
                </a:cxn>
                <a:cxn ang="0">
                  <a:pos x="266" y="737"/>
                </a:cxn>
                <a:cxn ang="0">
                  <a:pos x="327" y="707"/>
                </a:cxn>
                <a:cxn ang="0">
                  <a:pos x="364" y="639"/>
                </a:cxn>
                <a:cxn ang="0">
                  <a:pos x="373" y="551"/>
                </a:cxn>
                <a:cxn ang="0">
                  <a:pos x="364" y="488"/>
                </a:cxn>
                <a:cxn ang="0">
                  <a:pos x="352" y="451"/>
                </a:cxn>
                <a:cxn ang="0">
                  <a:pos x="336" y="410"/>
                </a:cxn>
                <a:cxn ang="0">
                  <a:pos x="318" y="372"/>
                </a:cxn>
                <a:cxn ang="0">
                  <a:pos x="295" y="333"/>
                </a:cxn>
                <a:cxn ang="0">
                  <a:pos x="270" y="297"/>
                </a:cxn>
                <a:cxn ang="0">
                  <a:pos x="259" y="256"/>
                </a:cxn>
                <a:cxn ang="0">
                  <a:pos x="257" y="213"/>
                </a:cxn>
              </a:cxnLst>
              <a:pathLst>
                <a:path w="21600" h="21600">
                  <a:moveTo>
                    <a:pt x="14792" y="5781"/>
                  </a:moveTo>
                  <a:lnTo>
                    <a:pt x="15054" y="5582"/>
                  </a:lnTo>
                  <a:lnTo>
                    <a:pt x="15054" y="5383"/>
                  </a:lnTo>
                  <a:lnTo>
                    <a:pt x="15054" y="5117"/>
                  </a:lnTo>
                  <a:lnTo>
                    <a:pt x="15185" y="4918"/>
                  </a:lnTo>
                  <a:lnTo>
                    <a:pt x="15054" y="4652"/>
                  </a:lnTo>
                  <a:lnTo>
                    <a:pt x="15054" y="4386"/>
                  </a:lnTo>
                  <a:lnTo>
                    <a:pt x="14923" y="4053"/>
                  </a:lnTo>
                  <a:lnTo>
                    <a:pt x="14923" y="3788"/>
                  </a:lnTo>
                  <a:lnTo>
                    <a:pt x="14923" y="3522"/>
                  </a:lnTo>
                  <a:lnTo>
                    <a:pt x="14792" y="3190"/>
                  </a:lnTo>
                  <a:lnTo>
                    <a:pt x="14923" y="2924"/>
                  </a:lnTo>
                  <a:lnTo>
                    <a:pt x="15054" y="2658"/>
                  </a:lnTo>
                  <a:lnTo>
                    <a:pt x="14923" y="2459"/>
                  </a:lnTo>
                  <a:lnTo>
                    <a:pt x="15054" y="2193"/>
                  </a:lnTo>
                  <a:lnTo>
                    <a:pt x="15316" y="2060"/>
                  </a:lnTo>
                  <a:lnTo>
                    <a:pt x="15578" y="1860"/>
                  </a:lnTo>
                  <a:lnTo>
                    <a:pt x="15970" y="1727"/>
                  </a:lnTo>
                  <a:lnTo>
                    <a:pt x="16494" y="1594"/>
                  </a:lnTo>
                  <a:lnTo>
                    <a:pt x="17018" y="1328"/>
                  </a:lnTo>
                  <a:lnTo>
                    <a:pt x="17410" y="1129"/>
                  </a:lnTo>
                  <a:lnTo>
                    <a:pt x="18065" y="863"/>
                  </a:lnTo>
                  <a:lnTo>
                    <a:pt x="18588" y="664"/>
                  </a:lnTo>
                  <a:lnTo>
                    <a:pt x="18850" y="465"/>
                  </a:lnTo>
                  <a:lnTo>
                    <a:pt x="19374" y="265"/>
                  </a:lnTo>
                  <a:lnTo>
                    <a:pt x="19767" y="132"/>
                  </a:lnTo>
                  <a:lnTo>
                    <a:pt x="19897" y="66"/>
                  </a:lnTo>
                  <a:lnTo>
                    <a:pt x="20159" y="0"/>
                  </a:lnTo>
                  <a:lnTo>
                    <a:pt x="20028" y="66"/>
                  </a:lnTo>
                  <a:lnTo>
                    <a:pt x="19897" y="66"/>
                  </a:lnTo>
                  <a:lnTo>
                    <a:pt x="19505" y="199"/>
                  </a:lnTo>
                  <a:lnTo>
                    <a:pt x="18850" y="398"/>
                  </a:lnTo>
                  <a:lnTo>
                    <a:pt x="18196" y="731"/>
                  </a:lnTo>
                  <a:lnTo>
                    <a:pt x="17803" y="930"/>
                  </a:lnTo>
                  <a:lnTo>
                    <a:pt x="17148" y="1129"/>
                  </a:lnTo>
                  <a:lnTo>
                    <a:pt x="16756" y="1262"/>
                  </a:lnTo>
                  <a:lnTo>
                    <a:pt x="16494" y="1462"/>
                  </a:lnTo>
                  <a:lnTo>
                    <a:pt x="16101" y="1594"/>
                  </a:lnTo>
                  <a:lnTo>
                    <a:pt x="15578" y="1794"/>
                  </a:lnTo>
                  <a:lnTo>
                    <a:pt x="15316" y="1993"/>
                  </a:lnTo>
                  <a:lnTo>
                    <a:pt x="14792" y="2259"/>
                  </a:lnTo>
                  <a:lnTo>
                    <a:pt x="14661" y="2392"/>
                  </a:lnTo>
                  <a:lnTo>
                    <a:pt x="14268" y="2658"/>
                  </a:lnTo>
                  <a:lnTo>
                    <a:pt x="14007" y="2857"/>
                  </a:lnTo>
                  <a:lnTo>
                    <a:pt x="13876" y="2990"/>
                  </a:lnTo>
                  <a:lnTo>
                    <a:pt x="13483" y="3322"/>
                  </a:lnTo>
                  <a:lnTo>
                    <a:pt x="13352" y="3588"/>
                  </a:lnTo>
                  <a:lnTo>
                    <a:pt x="13352" y="3854"/>
                  </a:lnTo>
                  <a:lnTo>
                    <a:pt x="13352" y="4186"/>
                  </a:lnTo>
                  <a:lnTo>
                    <a:pt x="13221" y="4253"/>
                  </a:lnTo>
                  <a:lnTo>
                    <a:pt x="13221" y="4386"/>
                  </a:lnTo>
                  <a:lnTo>
                    <a:pt x="13221" y="4519"/>
                  </a:lnTo>
                  <a:lnTo>
                    <a:pt x="13221" y="4652"/>
                  </a:lnTo>
                  <a:lnTo>
                    <a:pt x="12959" y="4784"/>
                  </a:lnTo>
                  <a:lnTo>
                    <a:pt x="12959" y="5050"/>
                  </a:lnTo>
                  <a:lnTo>
                    <a:pt x="12828" y="5183"/>
                  </a:lnTo>
                  <a:lnTo>
                    <a:pt x="12828" y="5383"/>
                  </a:lnTo>
                  <a:lnTo>
                    <a:pt x="12698" y="5516"/>
                  </a:lnTo>
                  <a:lnTo>
                    <a:pt x="12698" y="5715"/>
                  </a:lnTo>
                  <a:lnTo>
                    <a:pt x="12698" y="5981"/>
                  </a:lnTo>
                  <a:lnTo>
                    <a:pt x="12567" y="6180"/>
                  </a:lnTo>
                  <a:lnTo>
                    <a:pt x="12567" y="6446"/>
                  </a:lnTo>
                  <a:lnTo>
                    <a:pt x="12567" y="6645"/>
                  </a:lnTo>
                  <a:lnTo>
                    <a:pt x="12436" y="6845"/>
                  </a:lnTo>
                  <a:lnTo>
                    <a:pt x="12567" y="7111"/>
                  </a:lnTo>
                  <a:lnTo>
                    <a:pt x="12567" y="7177"/>
                  </a:lnTo>
                  <a:lnTo>
                    <a:pt x="12567" y="7310"/>
                  </a:lnTo>
                  <a:lnTo>
                    <a:pt x="12567" y="7443"/>
                  </a:lnTo>
                  <a:lnTo>
                    <a:pt x="12698" y="7642"/>
                  </a:lnTo>
                  <a:lnTo>
                    <a:pt x="12698" y="7842"/>
                  </a:lnTo>
                  <a:lnTo>
                    <a:pt x="12828" y="8108"/>
                  </a:lnTo>
                  <a:lnTo>
                    <a:pt x="12828" y="8373"/>
                  </a:lnTo>
                  <a:lnTo>
                    <a:pt x="12828" y="8639"/>
                  </a:lnTo>
                  <a:lnTo>
                    <a:pt x="12959" y="8839"/>
                  </a:lnTo>
                  <a:lnTo>
                    <a:pt x="12828" y="9104"/>
                  </a:lnTo>
                  <a:lnTo>
                    <a:pt x="12959" y="9370"/>
                  </a:lnTo>
                  <a:lnTo>
                    <a:pt x="12959" y="9636"/>
                  </a:lnTo>
                  <a:lnTo>
                    <a:pt x="13090" y="9902"/>
                  </a:lnTo>
                  <a:lnTo>
                    <a:pt x="12959" y="9969"/>
                  </a:lnTo>
                  <a:lnTo>
                    <a:pt x="13090" y="10168"/>
                  </a:lnTo>
                  <a:lnTo>
                    <a:pt x="12959" y="10234"/>
                  </a:lnTo>
                  <a:lnTo>
                    <a:pt x="12959" y="10367"/>
                  </a:lnTo>
                  <a:lnTo>
                    <a:pt x="13090" y="10567"/>
                  </a:lnTo>
                  <a:lnTo>
                    <a:pt x="13221" y="10832"/>
                  </a:lnTo>
                  <a:lnTo>
                    <a:pt x="13352" y="11098"/>
                  </a:lnTo>
                  <a:lnTo>
                    <a:pt x="13483" y="11364"/>
                  </a:lnTo>
                  <a:lnTo>
                    <a:pt x="13745" y="11630"/>
                  </a:lnTo>
                  <a:lnTo>
                    <a:pt x="13876" y="11962"/>
                  </a:lnTo>
                  <a:lnTo>
                    <a:pt x="14138" y="12228"/>
                  </a:lnTo>
                  <a:lnTo>
                    <a:pt x="14399" y="12560"/>
                  </a:lnTo>
                  <a:lnTo>
                    <a:pt x="14530" y="12760"/>
                  </a:lnTo>
                  <a:lnTo>
                    <a:pt x="14792" y="13026"/>
                  </a:lnTo>
                  <a:lnTo>
                    <a:pt x="14923" y="13159"/>
                  </a:lnTo>
                  <a:lnTo>
                    <a:pt x="15054" y="13225"/>
                  </a:lnTo>
                  <a:lnTo>
                    <a:pt x="15185" y="13225"/>
                  </a:lnTo>
                  <a:lnTo>
                    <a:pt x="15316" y="13092"/>
                  </a:lnTo>
                  <a:lnTo>
                    <a:pt x="15316" y="12959"/>
                  </a:lnTo>
                  <a:lnTo>
                    <a:pt x="15316" y="12694"/>
                  </a:lnTo>
                  <a:lnTo>
                    <a:pt x="15447" y="12494"/>
                  </a:lnTo>
                  <a:lnTo>
                    <a:pt x="15316" y="12228"/>
                  </a:lnTo>
                  <a:lnTo>
                    <a:pt x="15185" y="11896"/>
                  </a:lnTo>
                  <a:lnTo>
                    <a:pt x="15054" y="11697"/>
                  </a:lnTo>
                  <a:lnTo>
                    <a:pt x="14923" y="11431"/>
                  </a:lnTo>
                  <a:lnTo>
                    <a:pt x="14792" y="11231"/>
                  </a:lnTo>
                  <a:lnTo>
                    <a:pt x="14661" y="10966"/>
                  </a:lnTo>
                  <a:lnTo>
                    <a:pt x="14792" y="10633"/>
                  </a:lnTo>
                  <a:lnTo>
                    <a:pt x="14661" y="10434"/>
                  </a:lnTo>
                  <a:lnTo>
                    <a:pt x="14661" y="10101"/>
                  </a:lnTo>
                  <a:lnTo>
                    <a:pt x="14661" y="9836"/>
                  </a:lnTo>
                  <a:lnTo>
                    <a:pt x="14792" y="9636"/>
                  </a:lnTo>
                  <a:lnTo>
                    <a:pt x="15054" y="9370"/>
                  </a:lnTo>
                  <a:lnTo>
                    <a:pt x="15316" y="9104"/>
                  </a:lnTo>
                  <a:lnTo>
                    <a:pt x="15447" y="8839"/>
                  </a:lnTo>
                  <a:lnTo>
                    <a:pt x="15708" y="8706"/>
                  </a:lnTo>
                  <a:lnTo>
                    <a:pt x="15839" y="8706"/>
                  </a:lnTo>
                  <a:lnTo>
                    <a:pt x="15970" y="8706"/>
                  </a:lnTo>
                  <a:lnTo>
                    <a:pt x="16232" y="8772"/>
                  </a:lnTo>
                  <a:lnTo>
                    <a:pt x="16363" y="8772"/>
                  </a:lnTo>
                  <a:lnTo>
                    <a:pt x="16494" y="8839"/>
                  </a:lnTo>
                  <a:lnTo>
                    <a:pt x="16756" y="8972"/>
                  </a:lnTo>
                  <a:lnTo>
                    <a:pt x="16887" y="9104"/>
                  </a:lnTo>
                  <a:lnTo>
                    <a:pt x="17148" y="9238"/>
                  </a:lnTo>
                  <a:lnTo>
                    <a:pt x="17279" y="9437"/>
                  </a:lnTo>
                  <a:lnTo>
                    <a:pt x="17279" y="9503"/>
                  </a:lnTo>
                  <a:lnTo>
                    <a:pt x="17541" y="9769"/>
                  </a:lnTo>
                  <a:lnTo>
                    <a:pt x="17803" y="9902"/>
                  </a:lnTo>
                  <a:lnTo>
                    <a:pt x="17803" y="10101"/>
                  </a:lnTo>
                  <a:lnTo>
                    <a:pt x="18065" y="10367"/>
                  </a:lnTo>
                  <a:lnTo>
                    <a:pt x="18196" y="10567"/>
                  </a:lnTo>
                  <a:lnTo>
                    <a:pt x="18327" y="10766"/>
                  </a:lnTo>
                  <a:lnTo>
                    <a:pt x="18458" y="11032"/>
                  </a:lnTo>
                  <a:lnTo>
                    <a:pt x="18588" y="11298"/>
                  </a:lnTo>
                  <a:lnTo>
                    <a:pt x="18719" y="11364"/>
                  </a:lnTo>
                  <a:lnTo>
                    <a:pt x="18719" y="11563"/>
                  </a:lnTo>
                  <a:lnTo>
                    <a:pt x="18850" y="11763"/>
                  </a:lnTo>
                  <a:lnTo>
                    <a:pt x="18981" y="11962"/>
                  </a:lnTo>
                  <a:lnTo>
                    <a:pt x="18981" y="12162"/>
                  </a:lnTo>
                  <a:lnTo>
                    <a:pt x="19112" y="12361"/>
                  </a:lnTo>
                  <a:lnTo>
                    <a:pt x="19243" y="12560"/>
                  </a:lnTo>
                  <a:lnTo>
                    <a:pt x="19374" y="12627"/>
                  </a:lnTo>
                  <a:lnTo>
                    <a:pt x="19374" y="12760"/>
                  </a:lnTo>
                  <a:lnTo>
                    <a:pt x="19374" y="12826"/>
                  </a:lnTo>
                  <a:lnTo>
                    <a:pt x="19505" y="12959"/>
                  </a:lnTo>
                  <a:lnTo>
                    <a:pt x="19505" y="12959"/>
                  </a:lnTo>
                  <a:lnTo>
                    <a:pt x="19505" y="13026"/>
                  </a:lnTo>
                  <a:lnTo>
                    <a:pt x="19636" y="13358"/>
                  </a:lnTo>
                  <a:lnTo>
                    <a:pt x="19767" y="13690"/>
                  </a:lnTo>
                  <a:lnTo>
                    <a:pt x="19897" y="13823"/>
                  </a:lnTo>
                  <a:lnTo>
                    <a:pt x="20028" y="14156"/>
                  </a:lnTo>
                  <a:lnTo>
                    <a:pt x="20028" y="14488"/>
                  </a:lnTo>
                  <a:lnTo>
                    <a:pt x="20159" y="14754"/>
                  </a:lnTo>
                  <a:lnTo>
                    <a:pt x="20159" y="15020"/>
                  </a:lnTo>
                  <a:lnTo>
                    <a:pt x="20290" y="15286"/>
                  </a:lnTo>
                  <a:lnTo>
                    <a:pt x="20421" y="15551"/>
                  </a:lnTo>
                  <a:lnTo>
                    <a:pt x="20421" y="15817"/>
                  </a:lnTo>
                  <a:lnTo>
                    <a:pt x="20552" y="16017"/>
                  </a:lnTo>
                  <a:lnTo>
                    <a:pt x="20421" y="16283"/>
                  </a:lnTo>
                  <a:lnTo>
                    <a:pt x="20421" y="16548"/>
                  </a:lnTo>
                  <a:lnTo>
                    <a:pt x="20421" y="16880"/>
                  </a:lnTo>
                  <a:lnTo>
                    <a:pt x="20421" y="17080"/>
                  </a:lnTo>
                  <a:lnTo>
                    <a:pt x="20290" y="17279"/>
                  </a:lnTo>
                  <a:lnTo>
                    <a:pt x="20290" y="17479"/>
                  </a:lnTo>
                  <a:lnTo>
                    <a:pt x="20290" y="17678"/>
                  </a:lnTo>
                  <a:lnTo>
                    <a:pt x="20159" y="17944"/>
                  </a:lnTo>
                  <a:lnTo>
                    <a:pt x="20028" y="18210"/>
                  </a:lnTo>
                  <a:lnTo>
                    <a:pt x="19897" y="18343"/>
                  </a:lnTo>
                  <a:lnTo>
                    <a:pt x="19767" y="18476"/>
                  </a:lnTo>
                  <a:lnTo>
                    <a:pt x="19636" y="18675"/>
                  </a:lnTo>
                  <a:lnTo>
                    <a:pt x="19505" y="18941"/>
                  </a:lnTo>
                  <a:lnTo>
                    <a:pt x="19374" y="19074"/>
                  </a:lnTo>
                  <a:lnTo>
                    <a:pt x="19112" y="19207"/>
                  </a:lnTo>
                  <a:lnTo>
                    <a:pt x="18981" y="19406"/>
                  </a:lnTo>
                  <a:lnTo>
                    <a:pt x="18719" y="19539"/>
                  </a:lnTo>
                  <a:lnTo>
                    <a:pt x="18588" y="19605"/>
                  </a:lnTo>
                  <a:lnTo>
                    <a:pt x="18196" y="19805"/>
                  </a:lnTo>
                  <a:lnTo>
                    <a:pt x="17803" y="20004"/>
                  </a:lnTo>
                  <a:lnTo>
                    <a:pt x="17803" y="20071"/>
                  </a:lnTo>
                  <a:lnTo>
                    <a:pt x="17410" y="20137"/>
                  </a:lnTo>
                  <a:lnTo>
                    <a:pt x="17018" y="20270"/>
                  </a:lnTo>
                  <a:lnTo>
                    <a:pt x="16625" y="20337"/>
                  </a:lnTo>
                  <a:lnTo>
                    <a:pt x="16363" y="20337"/>
                  </a:lnTo>
                  <a:lnTo>
                    <a:pt x="15970" y="20403"/>
                  </a:lnTo>
                  <a:lnTo>
                    <a:pt x="15708" y="20337"/>
                  </a:lnTo>
                  <a:lnTo>
                    <a:pt x="15316" y="20337"/>
                  </a:lnTo>
                  <a:lnTo>
                    <a:pt x="14923" y="20204"/>
                  </a:lnTo>
                  <a:lnTo>
                    <a:pt x="14399" y="20137"/>
                  </a:lnTo>
                  <a:lnTo>
                    <a:pt x="14007" y="20071"/>
                  </a:lnTo>
                  <a:lnTo>
                    <a:pt x="13745" y="20004"/>
                  </a:lnTo>
                  <a:lnTo>
                    <a:pt x="13352" y="19871"/>
                  </a:lnTo>
                  <a:lnTo>
                    <a:pt x="12959" y="19672"/>
                  </a:lnTo>
                  <a:lnTo>
                    <a:pt x="12436" y="19539"/>
                  </a:lnTo>
                  <a:lnTo>
                    <a:pt x="12174" y="19406"/>
                  </a:lnTo>
                  <a:lnTo>
                    <a:pt x="11781" y="19207"/>
                  </a:lnTo>
                  <a:lnTo>
                    <a:pt x="11388" y="19074"/>
                  </a:lnTo>
                  <a:lnTo>
                    <a:pt x="10996" y="18808"/>
                  </a:lnTo>
                  <a:lnTo>
                    <a:pt x="10603" y="18608"/>
                  </a:lnTo>
                  <a:lnTo>
                    <a:pt x="10210" y="18343"/>
                  </a:lnTo>
                  <a:lnTo>
                    <a:pt x="9686" y="18143"/>
                  </a:lnTo>
                  <a:lnTo>
                    <a:pt x="9425" y="18010"/>
                  </a:lnTo>
                  <a:lnTo>
                    <a:pt x="9032" y="17745"/>
                  </a:lnTo>
                  <a:lnTo>
                    <a:pt x="8639" y="17479"/>
                  </a:lnTo>
                  <a:lnTo>
                    <a:pt x="8246" y="17213"/>
                  </a:lnTo>
                  <a:lnTo>
                    <a:pt x="7854" y="17014"/>
                  </a:lnTo>
                  <a:lnTo>
                    <a:pt x="7723" y="16748"/>
                  </a:lnTo>
                  <a:lnTo>
                    <a:pt x="7330" y="16482"/>
                  </a:lnTo>
                  <a:lnTo>
                    <a:pt x="7069" y="16216"/>
                  </a:lnTo>
                  <a:lnTo>
                    <a:pt x="6676" y="15950"/>
                  </a:lnTo>
                  <a:lnTo>
                    <a:pt x="6414" y="15751"/>
                  </a:lnTo>
                  <a:lnTo>
                    <a:pt x="6152" y="15485"/>
                  </a:lnTo>
                  <a:lnTo>
                    <a:pt x="5890" y="15153"/>
                  </a:lnTo>
                  <a:lnTo>
                    <a:pt x="5629" y="14820"/>
                  </a:lnTo>
                  <a:lnTo>
                    <a:pt x="5367" y="14421"/>
                  </a:lnTo>
                  <a:lnTo>
                    <a:pt x="5105" y="14089"/>
                  </a:lnTo>
                  <a:lnTo>
                    <a:pt x="4843" y="13757"/>
                  </a:lnTo>
                  <a:lnTo>
                    <a:pt x="4581" y="13425"/>
                  </a:lnTo>
                  <a:lnTo>
                    <a:pt x="4189" y="13026"/>
                  </a:lnTo>
                  <a:lnTo>
                    <a:pt x="4057" y="12694"/>
                  </a:lnTo>
                  <a:lnTo>
                    <a:pt x="3927" y="12361"/>
                  </a:lnTo>
                  <a:lnTo>
                    <a:pt x="3665" y="12029"/>
                  </a:lnTo>
                  <a:lnTo>
                    <a:pt x="3534" y="11763"/>
                  </a:lnTo>
                  <a:lnTo>
                    <a:pt x="3534" y="11364"/>
                  </a:lnTo>
                  <a:lnTo>
                    <a:pt x="3403" y="11098"/>
                  </a:lnTo>
                  <a:lnTo>
                    <a:pt x="3272" y="10832"/>
                  </a:lnTo>
                  <a:lnTo>
                    <a:pt x="3272" y="10500"/>
                  </a:lnTo>
                  <a:lnTo>
                    <a:pt x="3141" y="10101"/>
                  </a:lnTo>
                  <a:lnTo>
                    <a:pt x="3141" y="9836"/>
                  </a:lnTo>
                  <a:lnTo>
                    <a:pt x="3141" y="9570"/>
                  </a:lnTo>
                  <a:lnTo>
                    <a:pt x="3141" y="9238"/>
                  </a:lnTo>
                  <a:lnTo>
                    <a:pt x="3141" y="8972"/>
                  </a:lnTo>
                  <a:lnTo>
                    <a:pt x="3141" y="8639"/>
                  </a:lnTo>
                  <a:lnTo>
                    <a:pt x="3272" y="8373"/>
                  </a:lnTo>
                  <a:lnTo>
                    <a:pt x="3403" y="8108"/>
                  </a:lnTo>
                  <a:lnTo>
                    <a:pt x="3403" y="7842"/>
                  </a:lnTo>
                  <a:lnTo>
                    <a:pt x="3534" y="7576"/>
                  </a:lnTo>
                  <a:lnTo>
                    <a:pt x="3665" y="7377"/>
                  </a:lnTo>
                  <a:lnTo>
                    <a:pt x="3796" y="7177"/>
                  </a:lnTo>
                  <a:lnTo>
                    <a:pt x="3927" y="6978"/>
                  </a:lnTo>
                  <a:lnTo>
                    <a:pt x="4189" y="6712"/>
                  </a:lnTo>
                  <a:lnTo>
                    <a:pt x="4319" y="6513"/>
                  </a:lnTo>
                  <a:lnTo>
                    <a:pt x="4581" y="6313"/>
                  </a:lnTo>
                  <a:lnTo>
                    <a:pt x="4843" y="6247"/>
                  </a:lnTo>
                  <a:lnTo>
                    <a:pt x="4974" y="6180"/>
                  </a:lnTo>
                  <a:lnTo>
                    <a:pt x="4974" y="6180"/>
                  </a:lnTo>
                  <a:lnTo>
                    <a:pt x="4843" y="6180"/>
                  </a:lnTo>
                  <a:lnTo>
                    <a:pt x="4712" y="6247"/>
                  </a:lnTo>
                  <a:lnTo>
                    <a:pt x="4319" y="6313"/>
                  </a:lnTo>
                  <a:lnTo>
                    <a:pt x="4057" y="6380"/>
                  </a:lnTo>
                  <a:lnTo>
                    <a:pt x="3796" y="6513"/>
                  </a:lnTo>
                  <a:lnTo>
                    <a:pt x="3534" y="6645"/>
                  </a:lnTo>
                  <a:lnTo>
                    <a:pt x="3141" y="6779"/>
                  </a:lnTo>
                  <a:lnTo>
                    <a:pt x="2748" y="6978"/>
                  </a:lnTo>
                  <a:lnTo>
                    <a:pt x="2356" y="7111"/>
                  </a:lnTo>
                  <a:lnTo>
                    <a:pt x="2094" y="7310"/>
                  </a:lnTo>
                  <a:lnTo>
                    <a:pt x="1701" y="7377"/>
                  </a:lnTo>
                  <a:lnTo>
                    <a:pt x="1570" y="7576"/>
                  </a:lnTo>
                  <a:lnTo>
                    <a:pt x="1308" y="7642"/>
                  </a:lnTo>
                  <a:lnTo>
                    <a:pt x="1047" y="7775"/>
                  </a:lnTo>
                  <a:lnTo>
                    <a:pt x="785" y="7842"/>
                  </a:lnTo>
                  <a:lnTo>
                    <a:pt x="654" y="8041"/>
                  </a:lnTo>
                  <a:lnTo>
                    <a:pt x="523" y="8307"/>
                  </a:lnTo>
                  <a:lnTo>
                    <a:pt x="261" y="8507"/>
                  </a:lnTo>
                  <a:lnTo>
                    <a:pt x="130" y="8706"/>
                  </a:lnTo>
                  <a:lnTo>
                    <a:pt x="0" y="9038"/>
                  </a:lnTo>
                  <a:lnTo>
                    <a:pt x="130" y="9238"/>
                  </a:lnTo>
                  <a:lnTo>
                    <a:pt x="0" y="9570"/>
                  </a:lnTo>
                  <a:lnTo>
                    <a:pt x="0" y="9902"/>
                  </a:lnTo>
                  <a:lnTo>
                    <a:pt x="0" y="10168"/>
                  </a:lnTo>
                  <a:lnTo>
                    <a:pt x="0" y="10500"/>
                  </a:lnTo>
                  <a:lnTo>
                    <a:pt x="0" y="10832"/>
                  </a:lnTo>
                  <a:lnTo>
                    <a:pt x="0" y="11231"/>
                  </a:lnTo>
                  <a:lnTo>
                    <a:pt x="130" y="11497"/>
                  </a:lnTo>
                  <a:lnTo>
                    <a:pt x="261" y="11896"/>
                  </a:lnTo>
                  <a:lnTo>
                    <a:pt x="392" y="12295"/>
                  </a:lnTo>
                  <a:lnTo>
                    <a:pt x="654" y="12627"/>
                  </a:lnTo>
                  <a:lnTo>
                    <a:pt x="785" y="13026"/>
                  </a:lnTo>
                  <a:lnTo>
                    <a:pt x="916" y="13425"/>
                  </a:lnTo>
                  <a:lnTo>
                    <a:pt x="1047" y="13757"/>
                  </a:lnTo>
                  <a:lnTo>
                    <a:pt x="1439" y="14222"/>
                  </a:lnTo>
                  <a:lnTo>
                    <a:pt x="1701" y="14555"/>
                  </a:lnTo>
                  <a:lnTo>
                    <a:pt x="1963" y="14953"/>
                  </a:lnTo>
                  <a:lnTo>
                    <a:pt x="2225" y="15352"/>
                  </a:lnTo>
                  <a:lnTo>
                    <a:pt x="2617" y="15751"/>
                  </a:lnTo>
                  <a:lnTo>
                    <a:pt x="3010" y="16083"/>
                  </a:lnTo>
                  <a:lnTo>
                    <a:pt x="3272" y="16548"/>
                  </a:lnTo>
                  <a:lnTo>
                    <a:pt x="3665" y="16814"/>
                  </a:lnTo>
                  <a:lnTo>
                    <a:pt x="4057" y="17213"/>
                  </a:lnTo>
                  <a:lnTo>
                    <a:pt x="4581" y="17545"/>
                  </a:lnTo>
                  <a:lnTo>
                    <a:pt x="4974" y="17877"/>
                  </a:lnTo>
                  <a:lnTo>
                    <a:pt x="5497" y="18143"/>
                  </a:lnTo>
                  <a:lnTo>
                    <a:pt x="6414" y="18808"/>
                  </a:lnTo>
                  <a:lnTo>
                    <a:pt x="7592" y="19406"/>
                  </a:lnTo>
                  <a:lnTo>
                    <a:pt x="8639" y="19938"/>
                  </a:lnTo>
                  <a:lnTo>
                    <a:pt x="9556" y="20337"/>
                  </a:lnTo>
                  <a:lnTo>
                    <a:pt x="10472" y="20669"/>
                  </a:lnTo>
                  <a:lnTo>
                    <a:pt x="11388" y="20935"/>
                  </a:lnTo>
                  <a:lnTo>
                    <a:pt x="12174" y="21201"/>
                  </a:lnTo>
                  <a:lnTo>
                    <a:pt x="12959" y="21400"/>
                  </a:lnTo>
                  <a:lnTo>
                    <a:pt x="13876" y="21533"/>
                  </a:lnTo>
                  <a:lnTo>
                    <a:pt x="14530" y="21533"/>
                  </a:lnTo>
                  <a:lnTo>
                    <a:pt x="15316" y="21600"/>
                  </a:lnTo>
                  <a:lnTo>
                    <a:pt x="15970" y="21600"/>
                  </a:lnTo>
                  <a:lnTo>
                    <a:pt x="16625" y="21466"/>
                  </a:lnTo>
                  <a:lnTo>
                    <a:pt x="17279" y="21400"/>
                  </a:lnTo>
                  <a:lnTo>
                    <a:pt x="17803" y="21201"/>
                  </a:lnTo>
                  <a:lnTo>
                    <a:pt x="18327" y="21001"/>
                  </a:lnTo>
                  <a:lnTo>
                    <a:pt x="18850" y="20735"/>
                  </a:lnTo>
                  <a:lnTo>
                    <a:pt x="19243" y="20536"/>
                  </a:lnTo>
                  <a:lnTo>
                    <a:pt x="19897" y="20270"/>
                  </a:lnTo>
                  <a:lnTo>
                    <a:pt x="20159" y="19871"/>
                  </a:lnTo>
                  <a:lnTo>
                    <a:pt x="20290" y="19539"/>
                  </a:lnTo>
                  <a:lnTo>
                    <a:pt x="20683" y="19207"/>
                  </a:lnTo>
                  <a:lnTo>
                    <a:pt x="20945" y="18742"/>
                  </a:lnTo>
                  <a:lnTo>
                    <a:pt x="21207" y="18343"/>
                  </a:lnTo>
                  <a:lnTo>
                    <a:pt x="21468" y="17944"/>
                  </a:lnTo>
                  <a:lnTo>
                    <a:pt x="21337" y="17479"/>
                  </a:lnTo>
                  <a:lnTo>
                    <a:pt x="21468" y="17080"/>
                  </a:lnTo>
                  <a:lnTo>
                    <a:pt x="21600" y="16681"/>
                  </a:lnTo>
                  <a:lnTo>
                    <a:pt x="21468" y="16149"/>
                  </a:lnTo>
                  <a:lnTo>
                    <a:pt x="21468" y="15751"/>
                  </a:lnTo>
                  <a:lnTo>
                    <a:pt x="21337" y="15219"/>
                  </a:lnTo>
                  <a:lnTo>
                    <a:pt x="21207" y="14820"/>
                  </a:lnTo>
                  <a:lnTo>
                    <a:pt x="21076" y="14687"/>
                  </a:lnTo>
                  <a:lnTo>
                    <a:pt x="21076" y="14488"/>
                  </a:lnTo>
                  <a:lnTo>
                    <a:pt x="20945" y="14289"/>
                  </a:lnTo>
                  <a:lnTo>
                    <a:pt x="20945" y="14089"/>
                  </a:lnTo>
                  <a:lnTo>
                    <a:pt x="20683" y="13890"/>
                  </a:lnTo>
                  <a:lnTo>
                    <a:pt x="20552" y="13690"/>
                  </a:lnTo>
                  <a:lnTo>
                    <a:pt x="20552" y="13558"/>
                  </a:lnTo>
                  <a:lnTo>
                    <a:pt x="20421" y="13358"/>
                  </a:lnTo>
                  <a:lnTo>
                    <a:pt x="20290" y="13225"/>
                  </a:lnTo>
                  <a:lnTo>
                    <a:pt x="20159" y="12959"/>
                  </a:lnTo>
                  <a:lnTo>
                    <a:pt x="19897" y="12760"/>
                  </a:lnTo>
                  <a:lnTo>
                    <a:pt x="19897" y="12560"/>
                  </a:lnTo>
                  <a:lnTo>
                    <a:pt x="19636" y="12428"/>
                  </a:lnTo>
                  <a:lnTo>
                    <a:pt x="19505" y="12162"/>
                  </a:lnTo>
                  <a:lnTo>
                    <a:pt x="19374" y="12029"/>
                  </a:lnTo>
                  <a:lnTo>
                    <a:pt x="19112" y="11829"/>
                  </a:lnTo>
                  <a:lnTo>
                    <a:pt x="19112" y="11630"/>
                  </a:lnTo>
                  <a:lnTo>
                    <a:pt x="18850" y="11431"/>
                  </a:lnTo>
                  <a:lnTo>
                    <a:pt x="18588" y="11364"/>
                  </a:lnTo>
                  <a:lnTo>
                    <a:pt x="18588" y="11165"/>
                  </a:lnTo>
                  <a:lnTo>
                    <a:pt x="18327" y="10899"/>
                  </a:lnTo>
                  <a:lnTo>
                    <a:pt x="18065" y="10700"/>
                  </a:lnTo>
                  <a:lnTo>
                    <a:pt x="17934" y="10500"/>
                  </a:lnTo>
                  <a:lnTo>
                    <a:pt x="17672" y="10367"/>
                  </a:lnTo>
                  <a:lnTo>
                    <a:pt x="17541" y="10168"/>
                  </a:lnTo>
                  <a:lnTo>
                    <a:pt x="17279" y="9902"/>
                  </a:lnTo>
                  <a:lnTo>
                    <a:pt x="17018" y="9769"/>
                  </a:lnTo>
                  <a:lnTo>
                    <a:pt x="16625" y="9503"/>
                  </a:lnTo>
                  <a:lnTo>
                    <a:pt x="16494" y="9370"/>
                  </a:lnTo>
                  <a:lnTo>
                    <a:pt x="16101" y="9238"/>
                  </a:lnTo>
                  <a:lnTo>
                    <a:pt x="15970" y="8972"/>
                  </a:lnTo>
                  <a:lnTo>
                    <a:pt x="15708" y="8772"/>
                  </a:lnTo>
                  <a:lnTo>
                    <a:pt x="15578" y="8706"/>
                  </a:lnTo>
                  <a:lnTo>
                    <a:pt x="15316" y="8507"/>
                  </a:lnTo>
                  <a:lnTo>
                    <a:pt x="15316" y="8373"/>
                  </a:lnTo>
                  <a:lnTo>
                    <a:pt x="15185" y="8174"/>
                  </a:lnTo>
                  <a:lnTo>
                    <a:pt x="15054" y="7975"/>
                  </a:lnTo>
                  <a:lnTo>
                    <a:pt x="14923" y="7709"/>
                  </a:lnTo>
                  <a:lnTo>
                    <a:pt x="14923" y="7510"/>
                  </a:lnTo>
                  <a:lnTo>
                    <a:pt x="14792" y="7310"/>
                  </a:lnTo>
                  <a:lnTo>
                    <a:pt x="14661" y="7044"/>
                  </a:lnTo>
                  <a:lnTo>
                    <a:pt x="14661" y="6845"/>
                  </a:lnTo>
                  <a:lnTo>
                    <a:pt x="14661" y="6579"/>
                  </a:lnTo>
                  <a:lnTo>
                    <a:pt x="14661" y="6380"/>
                  </a:lnTo>
                  <a:lnTo>
                    <a:pt x="14792" y="6247"/>
                  </a:lnTo>
                  <a:lnTo>
                    <a:pt x="14661" y="6047"/>
                  </a:lnTo>
                  <a:lnTo>
                    <a:pt x="14792" y="5914"/>
                  </a:lnTo>
                  <a:lnTo>
                    <a:pt x="14792" y="5781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GB" altLang="en-US"/>
            </a:p>
          </p:txBody>
        </p:sp>
      </p:grpSp>
      <p:sp>
        <p:nvSpPr>
          <p:cNvPr id="2051" name="未知"/>
          <p:cNvSpPr>
            <a:spLocks noChangeAspect="1"/>
          </p:cNvSpPr>
          <p:nvPr/>
        </p:nvSpPr>
        <p:spPr>
          <a:xfrm>
            <a:off x="3043767" y="2293938"/>
            <a:ext cx="9196917" cy="4591050"/>
          </a:xfrm>
          <a:custGeom>
            <a:avLst/>
            <a:gdLst/>
            <a:ahLst/>
            <a:cxnLst>
              <a:cxn ang="0">
                <a:pos x="0" y="4572133"/>
              </a:cxn>
              <a:cxn ang="0">
                <a:pos x="5786074" y="0"/>
              </a:cxn>
              <a:cxn ang="0">
                <a:pos x="6882360" y="14878"/>
              </a:cxn>
              <a:cxn ang="0">
                <a:pos x="6897688" y="4591050"/>
              </a:cxn>
              <a:cxn ang="0">
                <a:pos x="0" y="4572133"/>
              </a:cxn>
            </a:cxnLst>
            <a:pathLst>
              <a:path w="21600" h="21600">
                <a:moveTo>
                  <a:pt x="0" y="21511"/>
                </a:moveTo>
                <a:lnTo>
                  <a:pt x="18119" y="0"/>
                </a:lnTo>
                <a:lnTo>
                  <a:pt x="21552" y="70"/>
                </a:lnTo>
                <a:lnTo>
                  <a:pt x="21600" y="21600"/>
                </a:lnTo>
                <a:lnTo>
                  <a:pt x="0" y="21511"/>
                </a:lnTo>
              </a:path>
            </a:pathLst>
          </a:custGeom>
          <a:solidFill>
            <a:schemeClr val="folHlink">
              <a:alpha val="100000"/>
            </a:schemeClr>
          </a:solidFill>
          <a:ln w="9525">
            <a:noFill/>
          </a:ln>
        </p:spPr>
        <p:txBody>
          <a:bodyPr/>
          <a:p>
            <a:endParaRPr lang="en-GB" altLang="en-US"/>
          </a:p>
        </p:txBody>
      </p:sp>
      <p:sp>
        <p:nvSpPr>
          <p:cNvPr id="2061" name="Rectangle 13"/>
          <p:cNvSpPr>
            <a:spLocks noGrp="1" noChangeArrowheads="1"/>
          </p:cNvSpPr>
          <p:nvPr>
            <p:ph type="ctrTitle" sz="quarter"/>
          </p:nvPr>
        </p:nvSpPr>
        <p:spPr>
          <a:xfrm>
            <a:off x="529167" y="2133600"/>
            <a:ext cx="11231033" cy="1470025"/>
          </a:xfrm>
        </p:spPr>
        <p:txBody>
          <a:bodyPr/>
          <a:lstStyle>
            <a:lvl1pPr algn="ctr">
              <a:defRPr/>
            </a:lvl1pPr>
          </a:lstStyle>
          <a:p>
            <a:pPr lvl="0"/>
            <a:r>
              <a:rPr lang="en-US" altLang="zh-CN" noProof="0" smtClean="0"/>
              <a:t>Click to edit Master title style</a:t>
            </a:r>
            <a:endParaRPr lang="en-US" altLang="zh-CN" noProof="0" smtClean="0"/>
          </a:p>
        </p:txBody>
      </p:sp>
      <p:sp>
        <p:nvSpPr>
          <p:cNvPr id="2062" name="Rectangle 14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828800" y="3886200"/>
            <a:ext cx="8534400" cy="1198563"/>
          </a:xfrm>
        </p:spPr>
        <p:txBody>
          <a:bodyPr anchor="ctr" anchorCtr="1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 altLang="zh-CN" noProof="0" smtClean="0"/>
              <a:t>Click to edit Master subtitle style</a:t>
            </a:r>
            <a:endParaRPr lang="en-US" altLang="zh-CN" noProof="0" smtClean="0"/>
          </a:p>
        </p:txBody>
      </p:sp>
      <p:sp>
        <p:nvSpPr>
          <p:cNvPr id="29" name="Rectangle 15"/>
          <p:cNvSpPr>
            <a:spLocks noGrp="1" noChangeArrowheads="1"/>
          </p:cNvSpPr>
          <p:nvPr>
            <p:ph type="dt" sz="quarter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1D8BD707-D9CF-40AE-B4C6-C98DA3205C09}" type="datetime1">
              <a:rPr lang="en-US"/>
            </a:fld>
            <a:endParaRPr lang="en-US"/>
          </a:p>
        </p:txBody>
      </p:sp>
      <p:sp>
        <p:nvSpPr>
          <p:cNvPr id="30" name="Rectangle 1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r>
              <a:t>Elite Stays</a:t>
            </a:r>
          </a:p>
        </p:txBody>
      </p:sp>
      <p:sp>
        <p:nvSpPr>
          <p:cNvPr id="31" name="Rectangle 1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381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25" dirty="0"/>
            </a:fld>
            <a:endParaRPr spc="-25" dirty="0"/>
          </a:p>
        </p:txBody>
      </p:sp>
    </p:spTree>
  </p:cSld>
  <p:clrMapOvr>
    <a:masterClrMapping/>
  </p:clrMapOvr>
  <p:hf hd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D8BD707-D9CF-40AE-B4C6-C98DA3205C09}" type="datetime1">
              <a:rPr lang="en-US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t>Elite Stays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381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25" dirty="0"/>
            </a:fld>
            <a:endParaRPr spc="-25" dirty="0"/>
          </a:p>
        </p:txBody>
      </p:sp>
    </p:spTree>
  </p:cSld>
  <p:clrMapOvr>
    <a:masterClrMapping/>
  </p:clrMapOvr>
  <p:hf hd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B962C8B-B14F-4D97-AF65-F5344CB8AC3E}" type="datetime1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Elite Stays</a:t>
            </a: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78FD23A-2F78-4156-BB62-C393E2F1F45C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  <p:hf hd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D8BD707-D9CF-40AE-B4C6-C98DA3205C09}" type="datetime1">
              <a:rPr lang="en-US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t>Elite Stays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381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25" dirty="0"/>
            </a:fld>
            <a:endParaRPr spc="-25" dirty="0"/>
          </a:p>
        </p:txBody>
      </p:sp>
    </p:spTree>
  </p:cSld>
  <p:clrMapOvr>
    <a:masterClrMapping/>
  </p:clrMapOvr>
  <p:hf hd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7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7" y="2505075"/>
            <a:ext cx="5158316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B962C8B-B14F-4D97-AF65-F5344CB8AC3E}" type="datetime1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Elite Stays</a:t>
            </a: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78FD23A-2F78-4156-BB62-C393E2F1F45C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  <p:hf hd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D8BD707-D9CF-40AE-B4C6-C98DA3205C09}" type="datetime1">
              <a:rPr lang="en-US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t>Elite Stays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381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25" dirty="0"/>
            </a:fld>
            <a:endParaRPr spc="-25" dirty="0"/>
          </a:p>
        </p:txBody>
      </p:sp>
    </p:spTree>
  </p:cSld>
  <p:clrMapOvr>
    <a:masterClrMapping/>
  </p:clrMapOvr>
  <p:hf hd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D8BD707-D9CF-40AE-B4C6-C98DA3205C09}" type="datetime1">
              <a:rPr lang="en-US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t>Elite Stays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381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25" dirty="0"/>
            </a:fld>
            <a:endParaRPr spc="-25" dirty="0"/>
          </a:p>
        </p:txBody>
      </p:sp>
    </p:spTree>
  </p:cSld>
  <p:clrMapOvr>
    <a:masterClrMapping/>
  </p:clrMapOvr>
  <p:hf hd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B962C8B-B14F-4D97-AF65-F5344CB8AC3E}" type="datetime1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Elite Stays</a:t>
            </a: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78FD23A-2F78-4156-BB62-C393E2F1F45C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  <p:hf hd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5"/>
            <a:ext cx="617220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B962C8B-B14F-4D97-AF65-F5344CB8AC3E}" type="datetime1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Elite Stays</a:t>
            </a: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78FD23A-2F78-4156-BB62-C393E2F1F45C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  <p:hf hd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B962C8B-B14F-4D97-AF65-F5344CB8AC3E}" type="datetime1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Elite Stays</a:t>
            </a: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78FD23A-2F78-4156-BB62-C393E2F1F45C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  <p:hf hd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B962C8B-B14F-4D97-AF65-F5344CB8AC3E}" type="datetime1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Elite Stays</a:t>
            </a: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78FD23A-2F78-4156-BB62-C393E2F1F45C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  <p:hf hdr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folHlink"/>
            </a:gs>
            <a:gs pos="100000">
              <a:schemeClr val="bg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/>
      <p:grpSp>
        <p:nvGrpSpPr>
          <p:cNvPr id="1026" name="Group 2"/>
          <p:cNvGrpSpPr>
            <a:grpSpLocks noChangeAspect="1"/>
          </p:cNvGrpSpPr>
          <p:nvPr/>
        </p:nvGrpSpPr>
        <p:grpSpPr>
          <a:xfrm>
            <a:off x="7016751" y="4076700"/>
            <a:ext cx="1862667" cy="1749425"/>
            <a:chOff x="0" y="0"/>
            <a:chExt cx="796" cy="977"/>
          </a:xfrm>
        </p:grpSpPr>
        <p:sp>
          <p:nvSpPr>
            <p:cNvPr id="1033" name="未知"/>
            <p:cNvSpPr>
              <a:spLocks noChangeAspect="1"/>
            </p:cNvSpPr>
            <p:nvPr/>
          </p:nvSpPr>
          <p:spPr>
            <a:xfrm>
              <a:off x="537" y="379"/>
              <a:ext cx="259" cy="451"/>
            </a:xfrm>
            <a:custGeom>
              <a:avLst/>
              <a:gdLst/>
              <a:ahLst/>
              <a:cxnLst>
                <a:cxn ang="0">
                  <a:pos x="89" y="100"/>
                </a:cxn>
                <a:cxn ang="0">
                  <a:pos x="111" y="63"/>
                </a:cxn>
                <a:cxn ang="0">
                  <a:pos x="125" y="45"/>
                </a:cxn>
                <a:cxn ang="0">
                  <a:pos x="141" y="34"/>
                </a:cxn>
                <a:cxn ang="0">
                  <a:pos x="154" y="27"/>
                </a:cxn>
                <a:cxn ang="0">
                  <a:pos x="134" y="32"/>
                </a:cxn>
                <a:cxn ang="0">
                  <a:pos x="107" y="50"/>
                </a:cxn>
                <a:cxn ang="0">
                  <a:pos x="75" y="70"/>
                </a:cxn>
                <a:cxn ang="0">
                  <a:pos x="55" y="73"/>
                </a:cxn>
                <a:cxn ang="0">
                  <a:pos x="34" y="45"/>
                </a:cxn>
                <a:cxn ang="0">
                  <a:pos x="16" y="18"/>
                </a:cxn>
                <a:cxn ang="0">
                  <a:pos x="2" y="0"/>
                </a:cxn>
                <a:cxn ang="0">
                  <a:pos x="2" y="11"/>
                </a:cxn>
                <a:cxn ang="0">
                  <a:pos x="16" y="48"/>
                </a:cxn>
                <a:cxn ang="0">
                  <a:pos x="34" y="79"/>
                </a:cxn>
                <a:cxn ang="0">
                  <a:pos x="48" y="104"/>
                </a:cxn>
                <a:cxn ang="0">
                  <a:pos x="43" y="150"/>
                </a:cxn>
                <a:cxn ang="0">
                  <a:pos x="36" y="204"/>
                </a:cxn>
                <a:cxn ang="0">
                  <a:pos x="32" y="267"/>
                </a:cxn>
                <a:cxn ang="0">
                  <a:pos x="36" y="326"/>
                </a:cxn>
                <a:cxn ang="0">
                  <a:pos x="57" y="385"/>
                </a:cxn>
                <a:cxn ang="0">
                  <a:pos x="98" y="431"/>
                </a:cxn>
                <a:cxn ang="0">
                  <a:pos x="136" y="449"/>
                </a:cxn>
                <a:cxn ang="0">
                  <a:pos x="175" y="440"/>
                </a:cxn>
                <a:cxn ang="0">
                  <a:pos x="209" y="412"/>
                </a:cxn>
                <a:cxn ang="0">
                  <a:pos x="234" y="369"/>
                </a:cxn>
                <a:cxn ang="0">
                  <a:pos x="250" y="322"/>
                </a:cxn>
                <a:cxn ang="0">
                  <a:pos x="254" y="290"/>
                </a:cxn>
                <a:cxn ang="0">
                  <a:pos x="257" y="258"/>
                </a:cxn>
                <a:cxn ang="0">
                  <a:pos x="257" y="227"/>
                </a:cxn>
                <a:cxn ang="0">
                  <a:pos x="254" y="188"/>
                </a:cxn>
                <a:cxn ang="0">
                  <a:pos x="248" y="152"/>
                </a:cxn>
                <a:cxn ang="0">
                  <a:pos x="248" y="154"/>
                </a:cxn>
                <a:cxn ang="0">
                  <a:pos x="250" y="188"/>
                </a:cxn>
                <a:cxn ang="0">
                  <a:pos x="254" y="229"/>
                </a:cxn>
                <a:cxn ang="0">
                  <a:pos x="245" y="297"/>
                </a:cxn>
                <a:cxn ang="0">
                  <a:pos x="218" y="363"/>
                </a:cxn>
                <a:cxn ang="0">
                  <a:pos x="184" y="410"/>
                </a:cxn>
                <a:cxn ang="0">
                  <a:pos x="141" y="419"/>
                </a:cxn>
                <a:cxn ang="0">
                  <a:pos x="100" y="381"/>
                </a:cxn>
                <a:cxn ang="0">
                  <a:pos x="82" y="349"/>
                </a:cxn>
                <a:cxn ang="0">
                  <a:pos x="75" y="322"/>
                </a:cxn>
                <a:cxn ang="0">
                  <a:pos x="73" y="290"/>
                </a:cxn>
                <a:cxn ang="0">
                  <a:pos x="68" y="263"/>
                </a:cxn>
                <a:cxn ang="0">
                  <a:pos x="68" y="240"/>
                </a:cxn>
                <a:cxn ang="0">
                  <a:pos x="68" y="218"/>
                </a:cxn>
                <a:cxn ang="0">
                  <a:pos x="73" y="184"/>
                </a:cxn>
                <a:cxn ang="0">
                  <a:pos x="77" y="161"/>
                </a:cxn>
                <a:cxn ang="0">
                  <a:pos x="77" y="156"/>
                </a:cxn>
                <a:cxn ang="0">
                  <a:pos x="84" y="165"/>
                </a:cxn>
                <a:cxn ang="0">
                  <a:pos x="100" y="197"/>
                </a:cxn>
                <a:cxn ang="0">
                  <a:pos x="111" y="211"/>
                </a:cxn>
                <a:cxn ang="0">
                  <a:pos x="111" y="186"/>
                </a:cxn>
                <a:cxn ang="0">
                  <a:pos x="98" y="156"/>
                </a:cxn>
              </a:cxnLst>
              <a:pathLst>
                <a:path w="21600" h="21600">
                  <a:moveTo>
                    <a:pt x="7199" y="6295"/>
                  </a:moveTo>
                  <a:lnTo>
                    <a:pt x="7199" y="6186"/>
                  </a:lnTo>
                  <a:lnTo>
                    <a:pt x="7010" y="5861"/>
                  </a:lnTo>
                  <a:lnTo>
                    <a:pt x="7199" y="5535"/>
                  </a:lnTo>
                  <a:lnTo>
                    <a:pt x="7389" y="5209"/>
                  </a:lnTo>
                  <a:lnTo>
                    <a:pt x="7389" y="4775"/>
                  </a:lnTo>
                  <a:lnTo>
                    <a:pt x="7768" y="4450"/>
                  </a:lnTo>
                  <a:lnTo>
                    <a:pt x="7957" y="4341"/>
                  </a:lnTo>
                  <a:lnTo>
                    <a:pt x="8336" y="4016"/>
                  </a:lnTo>
                  <a:lnTo>
                    <a:pt x="8715" y="3581"/>
                  </a:lnTo>
                  <a:lnTo>
                    <a:pt x="8905" y="3256"/>
                  </a:lnTo>
                  <a:lnTo>
                    <a:pt x="9283" y="3039"/>
                  </a:lnTo>
                  <a:lnTo>
                    <a:pt x="9473" y="2821"/>
                  </a:lnTo>
                  <a:lnTo>
                    <a:pt x="9852" y="2713"/>
                  </a:lnTo>
                  <a:lnTo>
                    <a:pt x="10041" y="2604"/>
                  </a:lnTo>
                  <a:lnTo>
                    <a:pt x="10231" y="2387"/>
                  </a:lnTo>
                  <a:lnTo>
                    <a:pt x="10420" y="2279"/>
                  </a:lnTo>
                  <a:lnTo>
                    <a:pt x="10420" y="2170"/>
                  </a:lnTo>
                  <a:lnTo>
                    <a:pt x="10610" y="2062"/>
                  </a:lnTo>
                  <a:lnTo>
                    <a:pt x="10800" y="1953"/>
                  </a:lnTo>
                  <a:lnTo>
                    <a:pt x="10989" y="1953"/>
                  </a:lnTo>
                  <a:lnTo>
                    <a:pt x="11368" y="1845"/>
                  </a:lnTo>
                  <a:lnTo>
                    <a:pt x="11557" y="1736"/>
                  </a:lnTo>
                  <a:lnTo>
                    <a:pt x="11747" y="1627"/>
                  </a:lnTo>
                  <a:lnTo>
                    <a:pt x="11936" y="1627"/>
                  </a:lnTo>
                  <a:lnTo>
                    <a:pt x="12126" y="1410"/>
                  </a:lnTo>
                  <a:lnTo>
                    <a:pt x="12315" y="1410"/>
                  </a:lnTo>
                  <a:lnTo>
                    <a:pt x="12694" y="1302"/>
                  </a:lnTo>
                  <a:lnTo>
                    <a:pt x="12883" y="1302"/>
                  </a:lnTo>
                  <a:lnTo>
                    <a:pt x="12883" y="1302"/>
                  </a:lnTo>
                  <a:lnTo>
                    <a:pt x="12883" y="1302"/>
                  </a:lnTo>
                  <a:lnTo>
                    <a:pt x="12883" y="1302"/>
                  </a:lnTo>
                  <a:lnTo>
                    <a:pt x="12883" y="1302"/>
                  </a:lnTo>
                  <a:lnTo>
                    <a:pt x="12315" y="1302"/>
                  </a:lnTo>
                  <a:lnTo>
                    <a:pt x="11747" y="1410"/>
                  </a:lnTo>
                  <a:lnTo>
                    <a:pt x="11178" y="1519"/>
                  </a:lnTo>
                  <a:lnTo>
                    <a:pt x="10800" y="1627"/>
                  </a:lnTo>
                  <a:lnTo>
                    <a:pt x="10610" y="1736"/>
                  </a:lnTo>
                  <a:lnTo>
                    <a:pt x="10041" y="1953"/>
                  </a:lnTo>
                  <a:lnTo>
                    <a:pt x="9662" y="2062"/>
                  </a:lnTo>
                  <a:lnTo>
                    <a:pt x="9283" y="2279"/>
                  </a:lnTo>
                  <a:lnTo>
                    <a:pt x="8905" y="2387"/>
                  </a:lnTo>
                  <a:lnTo>
                    <a:pt x="8526" y="2604"/>
                  </a:lnTo>
                  <a:lnTo>
                    <a:pt x="8147" y="2604"/>
                  </a:lnTo>
                  <a:lnTo>
                    <a:pt x="7578" y="2821"/>
                  </a:lnTo>
                  <a:lnTo>
                    <a:pt x="7199" y="2930"/>
                  </a:lnTo>
                  <a:lnTo>
                    <a:pt x="6631" y="3256"/>
                  </a:lnTo>
                  <a:lnTo>
                    <a:pt x="6252" y="3364"/>
                  </a:lnTo>
                  <a:lnTo>
                    <a:pt x="5494" y="3690"/>
                  </a:lnTo>
                  <a:lnTo>
                    <a:pt x="5305" y="3690"/>
                  </a:lnTo>
                  <a:lnTo>
                    <a:pt x="5115" y="3581"/>
                  </a:lnTo>
                  <a:lnTo>
                    <a:pt x="4926" y="3581"/>
                  </a:lnTo>
                  <a:lnTo>
                    <a:pt x="4547" y="3581"/>
                  </a:lnTo>
                  <a:lnTo>
                    <a:pt x="4547" y="3473"/>
                  </a:lnTo>
                  <a:lnTo>
                    <a:pt x="4168" y="3256"/>
                  </a:lnTo>
                  <a:lnTo>
                    <a:pt x="3789" y="3039"/>
                  </a:lnTo>
                  <a:lnTo>
                    <a:pt x="3789" y="2930"/>
                  </a:lnTo>
                  <a:lnTo>
                    <a:pt x="3410" y="2604"/>
                  </a:lnTo>
                  <a:lnTo>
                    <a:pt x="3220" y="2387"/>
                  </a:lnTo>
                  <a:lnTo>
                    <a:pt x="2842" y="2170"/>
                  </a:lnTo>
                  <a:lnTo>
                    <a:pt x="2463" y="1953"/>
                  </a:lnTo>
                  <a:lnTo>
                    <a:pt x="2273" y="1845"/>
                  </a:lnTo>
                  <a:lnTo>
                    <a:pt x="1894" y="1519"/>
                  </a:lnTo>
                  <a:lnTo>
                    <a:pt x="1515" y="1302"/>
                  </a:lnTo>
                  <a:lnTo>
                    <a:pt x="1515" y="1085"/>
                  </a:lnTo>
                  <a:lnTo>
                    <a:pt x="1326" y="868"/>
                  </a:lnTo>
                  <a:lnTo>
                    <a:pt x="1136" y="650"/>
                  </a:lnTo>
                  <a:lnTo>
                    <a:pt x="947" y="434"/>
                  </a:lnTo>
                  <a:lnTo>
                    <a:pt x="568" y="325"/>
                  </a:lnTo>
                  <a:lnTo>
                    <a:pt x="378" y="216"/>
                  </a:lnTo>
                  <a:lnTo>
                    <a:pt x="378" y="0"/>
                  </a:lnTo>
                  <a:lnTo>
                    <a:pt x="189" y="0"/>
                  </a:lnTo>
                  <a:lnTo>
                    <a:pt x="189" y="0"/>
                  </a:lnTo>
                  <a:lnTo>
                    <a:pt x="189" y="0"/>
                  </a:lnTo>
                  <a:lnTo>
                    <a:pt x="189" y="108"/>
                  </a:lnTo>
                  <a:lnTo>
                    <a:pt x="0" y="216"/>
                  </a:lnTo>
                  <a:lnTo>
                    <a:pt x="189" y="325"/>
                  </a:lnTo>
                  <a:lnTo>
                    <a:pt x="189" y="542"/>
                  </a:lnTo>
                  <a:lnTo>
                    <a:pt x="378" y="976"/>
                  </a:lnTo>
                  <a:lnTo>
                    <a:pt x="378" y="1302"/>
                  </a:lnTo>
                  <a:lnTo>
                    <a:pt x="757" y="1627"/>
                  </a:lnTo>
                  <a:lnTo>
                    <a:pt x="947" y="1845"/>
                  </a:lnTo>
                  <a:lnTo>
                    <a:pt x="1136" y="2062"/>
                  </a:lnTo>
                  <a:lnTo>
                    <a:pt x="1326" y="2279"/>
                  </a:lnTo>
                  <a:lnTo>
                    <a:pt x="1326" y="2496"/>
                  </a:lnTo>
                  <a:lnTo>
                    <a:pt x="1704" y="2713"/>
                  </a:lnTo>
                  <a:lnTo>
                    <a:pt x="1894" y="3039"/>
                  </a:lnTo>
                  <a:lnTo>
                    <a:pt x="2273" y="3256"/>
                  </a:lnTo>
                  <a:lnTo>
                    <a:pt x="2463" y="3473"/>
                  </a:lnTo>
                  <a:lnTo>
                    <a:pt x="2842" y="3798"/>
                  </a:lnTo>
                  <a:lnTo>
                    <a:pt x="3220" y="3907"/>
                  </a:lnTo>
                  <a:lnTo>
                    <a:pt x="3410" y="4232"/>
                  </a:lnTo>
                  <a:lnTo>
                    <a:pt x="3599" y="4341"/>
                  </a:lnTo>
                  <a:lnTo>
                    <a:pt x="3599" y="4558"/>
                  </a:lnTo>
                  <a:lnTo>
                    <a:pt x="3789" y="4775"/>
                  </a:lnTo>
                  <a:lnTo>
                    <a:pt x="3978" y="4992"/>
                  </a:lnTo>
                  <a:lnTo>
                    <a:pt x="3978" y="5209"/>
                  </a:lnTo>
                  <a:lnTo>
                    <a:pt x="3978" y="5535"/>
                  </a:lnTo>
                  <a:lnTo>
                    <a:pt x="3978" y="5861"/>
                  </a:lnTo>
                  <a:lnTo>
                    <a:pt x="3789" y="6295"/>
                  </a:lnTo>
                  <a:lnTo>
                    <a:pt x="3599" y="6729"/>
                  </a:lnTo>
                  <a:lnTo>
                    <a:pt x="3599" y="7163"/>
                  </a:lnTo>
                  <a:lnTo>
                    <a:pt x="3599" y="7597"/>
                  </a:lnTo>
                  <a:lnTo>
                    <a:pt x="3410" y="7923"/>
                  </a:lnTo>
                  <a:lnTo>
                    <a:pt x="3410" y="8466"/>
                  </a:lnTo>
                  <a:lnTo>
                    <a:pt x="3220" y="8900"/>
                  </a:lnTo>
                  <a:lnTo>
                    <a:pt x="3031" y="9443"/>
                  </a:lnTo>
                  <a:lnTo>
                    <a:pt x="3031" y="9768"/>
                  </a:lnTo>
                  <a:lnTo>
                    <a:pt x="2842" y="10311"/>
                  </a:lnTo>
                  <a:lnTo>
                    <a:pt x="2842" y="10854"/>
                  </a:lnTo>
                  <a:lnTo>
                    <a:pt x="2652" y="11288"/>
                  </a:lnTo>
                  <a:lnTo>
                    <a:pt x="2652" y="11722"/>
                  </a:lnTo>
                  <a:lnTo>
                    <a:pt x="2652" y="12156"/>
                  </a:lnTo>
                  <a:lnTo>
                    <a:pt x="2652" y="12807"/>
                  </a:lnTo>
                  <a:lnTo>
                    <a:pt x="2842" y="13241"/>
                  </a:lnTo>
                  <a:lnTo>
                    <a:pt x="2652" y="13784"/>
                  </a:lnTo>
                  <a:lnTo>
                    <a:pt x="2842" y="14218"/>
                  </a:lnTo>
                  <a:lnTo>
                    <a:pt x="2842" y="14761"/>
                  </a:lnTo>
                  <a:lnTo>
                    <a:pt x="2842" y="15087"/>
                  </a:lnTo>
                  <a:lnTo>
                    <a:pt x="3031" y="15630"/>
                  </a:lnTo>
                  <a:lnTo>
                    <a:pt x="3220" y="16172"/>
                  </a:lnTo>
                  <a:lnTo>
                    <a:pt x="3410" y="16715"/>
                  </a:lnTo>
                  <a:lnTo>
                    <a:pt x="3599" y="17149"/>
                  </a:lnTo>
                  <a:lnTo>
                    <a:pt x="3978" y="17583"/>
                  </a:lnTo>
                  <a:lnTo>
                    <a:pt x="4357" y="18018"/>
                  </a:lnTo>
                  <a:lnTo>
                    <a:pt x="4736" y="18452"/>
                  </a:lnTo>
                  <a:lnTo>
                    <a:pt x="5305" y="18994"/>
                  </a:lnTo>
                  <a:lnTo>
                    <a:pt x="5684" y="19320"/>
                  </a:lnTo>
                  <a:lnTo>
                    <a:pt x="6441" y="19646"/>
                  </a:lnTo>
                  <a:lnTo>
                    <a:pt x="7010" y="20080"/>
                  </a:lnTo>
                  <a:lnTo>
                    <a:pt x="7389" y="20297"/>
                  </a:lnTo>
                  <a:lnTo>
                    <a:pt x="8147" y="20623"/>
                  </a:lnTo>
                  <a:lnTo>
                    <a:pt x="8526" y="20948"/>
                  </a:lnTo>
                  <a:lnTo>
                    <a:pt x="9283" y="21057"/>
                  </a:lnTo>
                  <a:lnTo>
                    <a:pt x="9662" y="21274"/>
                  </a:lnTo>
                  <a:lnTo>
                    <a:pt x="10231" y="21491"/>
                  </a:lnTo>
                  <a:lnTo>
                    <a:pt x="10800" y="21491"/>
                  </a:lnTo>
                  <a:lnTo>
                    <a:pt x="11368" y="21491"/>
                  </a:lnTo>
                  <a:lnTo>
                    <a:pt x="12126" y="21600"/>
                  </a:lnTo>
                  <a:lnTo>
                    <a:pt x="12504" y="21491"/>
                  </a:lnTo>
                  <a:lnTo>
                    <a:pt x="12883" y="21491"/>
                  </a:lnTo>
                  <a:lnTo>
                    <a:pt x="13452" y="21382"/>
                  </a:lnTo>
                  <a:lnTo>
                    <a:pt x="14020" y="21274"/>
                  </a:lnTo>
                  <a:lnTo>
                    <a:pt x="14589" y="21057"/>
                  </a:lnTo>
                  <a:lnTo>
                    <a:pt x="15157" y="20948"/>
                  </a:lnTo>
                  <a:lnTo>
                    <a:pt x="15726" y="20839"/>
                  </a:lnTo>
                  <a:lnTo>
                    <a:pt x="16105" y="20623"/>
                  </a:lnTo>
                  <a:lnTo>
                    <a:pt x="16294" y="20405"/>
                  </a:lnTo>
                  <a:lnTo>
                    <a:pt x="16863" y="20188"/>
                  </a:lnTo>
                  <a:lnTo>
                    <a:pt x="17431" y="19754"/>
                  </a:lnTo>
                  <a:lnTo>
                    <a:pt x="17620" y="19537"/>
                  </a:lnTo>
                  <a:lnTo>
                    <a:pt x="18189" y="19211"/>
                  </a:lnTo>
                  <a:lnTo>
                    <a:pt x="18378" y="18886"/>
                  </a:lnTo>
                  <a:lnTo>
                    <a:pt x="18947" y="18560"/>
                  </a:lnTo>
                  <a:lnTo>
                    <a:pt x="19326" y="18126"/>
                  </a:lnTo>
                  <a:lnTo>
                    <a:pt x="19515" y="17692"/>
                  </a:lnTo>
                  <a:lnTo>
                    <a:pt x="19894" y="17257"/>
                  </a:lnTo>
                  <a:lnTo>
                    <a:pt x="20083" y="17041"/>
                  </a:lnTo>
                  <a:lnTo>
                    <a:pt x="20273" y="16606"/>
                  </a:lnTo>
                  <a:lnTo>
                    <a:pt x="20462" y="16064"/>
                  </a:lnTo>
                  <a:lnTo>
                    <a:pt x="20841" y="15630"/>
                  </a:lnTo>
                  <a:lnTo>
                    <a:pt x="20841" y="15412"/>
                  </a:lnTo>
                  <a:lnTo>
                    <a:pt x="20841" y="15195"/>
                  </a:lnTo>
                  <a:lnTo>
                    <a:pt x="20841" y="14978"/>
                  </a:lnTo>
                  <a:lnTo>
                    <a:pt x="21031" y="14653"/>
                  </a:lnTo>
                  <a:lnTo>
                    <a:pt x="21031" y="14436"/>
                  </a:lnTo>
                  <a:lnTo>
                    <a:pt x="21220" y="14218"/>
                  </a:lnTo>
                  <a:lnTo>
                    <a:pt x="21220" y="13893"/>
                  </a:lnTo>
                  <a:lnTo>
                    <a:pt x="21410" y="13676"/>
                  </a:lnTo>
                  <a:lnTo>
                    <a:pt x="21220" y="13459"/>
                  </a:lnTo>
                  <a:lnTo>
                    <a:pt x="21410" y="13241"/>
                  </a:lnTo>
                  <a:lnTo>
                    <a:pt x="21410" y="12916"/>
                  </a:lnTo>
                  <a:lnTo>
                    <a:pt x="21410" y="12590"/>
                  </a:lnTo>
                  <a:lnTo>
                    <a:pt x="21410" y="12373"/>
                  </a:lnTo>
                  <a:lnTo>
                    <a:pt x="21600" y="12048"/>
                  </a:lnTo>
                  <a:lnTo>
                    <a:pt x="21600" y="11722"/>
                  </a:lnTo>
                  <a:lnTo>
                    <a:pt x="21600" y="11613"/>
                  </a:lnTo>
                  <a:lnTo>
                    <a:pt x="21410" y="11288"/>
                  </a:lnTo>
                  <a:lnTo>
                    <a:pt x="21600" y="11071"/>
                  </a:lnTo>
                  <a:lnTo>
                    <a:pt x="21410" y="10854"/>
                  </a:lnTo>
                  <a:lnTo>
                    <a:pt x="21410" y="10528"/>
                  </a:lnTo>
                  <a:lnTo>
                    <a:pt x="21600" y="10202"/>
                  </a:lnTo>
                  <a:lnTo>
                    <a:pt x="21410" y="9985"/>
                  </a:lnTo>
                  <a:lnTo>
                    <a:pt x="21410" y="9768"/>
                  </a:lnTo>
                  <a:lnTo>
                    <a:pt x="21220" y="9334"/>
                  </a:lnTo>
                  <a:lnTo>
                    <a:pt x="21220" y="9009"/>
                  </a:lnTo>
                  <a:lnTo>
                    <a:pt x="21031" y="8791"/>
                  </a:lnTo>
                  <a:lnTo>
                    <a:pt x="21031" y="8466"/>
                  </a:lnTo>
                  <a:lnTo>
                    <a:pt x="21031" y="8140"/>
                  </a:lnTo>
                  <a:lnTo>
                    <a:pt x="20841" y="7923"/>
                  </a:lnTo>
                  <a:lnTo>
                    <a:pt x="20841" y="7706"/>
                  </a:lnTo>
                  <a:lnTo>
                    <a:pt x="20652" y="7272"/>
                  </a:lnTo>
                  <a:lnTo>
                    <a:pt x="20652" y="6946"/>
                  </a:lnTo>
                  <a:lnTo>
                    <a:pt x="20652" y="6946"/>
                  </a:lnTo>
                  <a:lnTo>
                    <a:pt x="20652" y="6946"/>
                  </a:lnTo>
                  <a:lnTo>
                    <a:pt x="20652" y="7055"/>
                  </a:lnTo>
                  <a:lnTo>
                    <a:pt x="20462" y="7163"/>
                  </a:lnTo>
                  <a:lnTo>
                    <a:pt x="20652" y="7380"/>
                  </a:lnTo>
                  <a:lnTo>
                    <a:pt x="20652" y="7597"/>
                  </a:lnTo>
                  <a:lnTo>
                    <a:pt x="20652" y="7814"/>
                  </a:lnTo>
                  <a:lnTo>
                    <a:pt x="20841" y="8140"/>
                  </a:lnTo>
                  <a:lnTo>
                    <a:pt x="20652" y="8466"/>
                  </a:lnTo>
                  <a:lnTo>
                    <a:pt x="20841" y="8683"/>
                  </a:lnTo>
                  <a:lnTo>
                    <a:pt x="20841" y="9009"/>
                  </a:lnTo>
                  <a:lnTo>
                    <a:pt x="20841" y="9334"/>
                  </a:lnTo>
                  <a:lnTo>
                    <a:pt x="21031" y="9660"/>
                  </a:lnTo>
                  <a:lnTo>
                    <a:pt x="21031" y="9877"/>
                  </a:lnTo>
                  <a:lnTo>
                    <a:pt x="21220" y="10094"/>
                  </a:lnTo>
                  <a:lnTo>
                    <a:pt x="21031" y="10311"/>
                  </a:lnTo>
                  <a:lnTo>
                    <a:pt x="21220" y="10962"/>
                  </a:lnTo>
                  <a:lnTo>
                    <a:pt x="21220" y="11396"/>
                  </a:lnTo>
                  <a:lnTo>
                    <a:pt x="21031" y="11939"/>
                  </a:lnTo>
                  <a:lnTo>
                    <a:pt x="21031" y="12482"/>
                  </a:lnTo>
                  <a:lnTo>
                    <a:pt x="20841" y="13133"/>
                  </a:lnTo>
                  <a:lnTo>
                    <a:pt x="20841" y="13676"/>
                  </a:lnTo>
                  <a:lnTo>
                    <a:pt x="20462" y="14218"/>
                  </a:lnTo>
                  <a:lnTo>
                    <a:pt x="20273" y="14761"/>
                  </a:lnTo>
                  <a:lnTo>
                    <a:pt x="19894" y="15304"/>
                  </a:lnTo>
                  <a:lnTo>
                    <a:pt x="19515" y="15955"/>
                  </a:lnTo>
                  <a:lnTo>
                    <a:pt x="19136" y="16498"/>
                  </a:lnTo>
                  <a:lnTo>
                    <a:pt x="18757" y="16932"/>
                  </a:lnTo>
                  <a:lnTo>
                    <a:pt x="18189" y="17366"/>
                  </a:lnTo>
                  <a:lnTo>
                    <a:pt x="17810" y="17800"/>
                  </a:lnTo>
                  <a:lnTo>
                    <a:pt x="17241" y="18343"/>
                  </a:lnTo>
                  <a:lnTo>
                    <a:pt x="16863" y="18669"/>
                  </a:lnTo>
                  <a:lnTo>
                    <a:pt x="16484" y="18994"/>
                  </a:lnTo>
                  <a:lnTo>
                    <a:pt x="15915" y="19320"/>
                  </a:lnTo>
                  <a:lnTo>
                    <a:pt x="15347" y="19646"/>
                  </a:lnTo>
                  <a:lnTo>
                    <a:pt x="14589" y="19754"/>
                  </a:lnTo>
                  <a:lnTo>
                    <a:pt x="14210" y="20080"/>
                  </a:lnTo>
                  <a:lnTo>
                    <a:pt x="13452" y="20188"/>
                  </a:lnTo>
                  <a:lnTo>
                    <a:pt x="12883" y="20188"/>
                  </a:lnTo>
                  <a:lnTo>
                    <a:pt x="12315" y="20188"/>
                  </a:lnTo>
                  <a:lnTo>
                    <a:pt x="11747" y="20080"/>
                  </a:lnTo>
                  <a:lnTo>
                    <a:pt x="10989" y="19971"/>
                  </a:lnTo>
                  <a:lnTo>
                    <a:pt x="10420" y="19863"/>
                  </a:lnTo>
                  <a:lnTo>
                    <a:pt x="9852" y="19537"/>
                  </a:lnTo>
                  <a:lnTo>
                    <a:pt x="9283" y="19211"/>
                  </a:lnTo>
                  <a:lnTo>
                    <a:pt x="8905" y="18669"/>
                  </a:lnTo>
                  <a:lnTo>
                    <a:pt x="8336" y="18234"/>
                  </a:lnTo>
                  <a:lnTo>
                    <a:pt x="7768" y="17692"/>
                  </a:lnTo>
                  <a:lnTo>
                    <a:pt x="7578" y="17583"/>
                  </a:lnTo>
                  <a:lnTo>
                    <a:pt x="7389" y="17475"/>
                  </a:lnTo>
                  <a:lnTo>
                    <a:pt x="7199" y="17149"/>
                  </a:lnTo>
                  <a:lnTo>
                    <a:pt x="7199" y="16932"/>
                  </a:lnTo>
                  <a:lnTo>
                    <a:pt x="6820" y="16715"/>
                  </a:lnTo>
                  <a:lnTo>
                    <a:pt x="7010" y="16606"/>
                  </a:lnTo>
                  <a:lnTo>
                    <a:pt x="6631" y="16389"/>
                  </a:lnTo>
                  <a:lnTo>
                    <a:pt x="6441" y="16064"/>
                  </a:lnTo>
                  <a:lnTo>
                    <a:pt x="6441" y="15847"/>
                  </a:lnTo>
                  <a:lnTo>
                    <a:pt x="6252" y="15630"/>
                  </a:lnTo>
                  <a:lnTo>
                    <a:pt x="6252" y="15412"/>
                  </a:lnTo>
                  <a:lnTo>
                    <a:pt x="6063" y="15195"/>
                  </a:lnTo>
                  <a:lnTo>
                    <a:pt x="6252" y="14978"/>
                  </a:lnTo>
                  <a:lnTo>
                    <a:pt x="6063" y="14761"/>
                  </a:lnTo>
                  <a:lnTo>
                    <a:pt x="5873" y="14436"/>
                  </a:lnTo>
                  <a:lnTo>
                    <a:pt x="6063" y="14218"/>
                  </a:lnTo>
                  <a:lnTo>
                    <a:pt x="6063" y="13893"/>
                  </a:lnTo>
                  <a:lnTo>
                    <a:pt x="5873" y="13676"/>
                  </a:lnTo>
                  <a:lnTo>
                    <a:pt x="5873" y="13567"/>
                  </a:lnTo>
                  <a:lnTo>
                    <a:pt x="5873" y="13350"/>
                  </a:lnTo>
                  <a:lnTo>
                    <a:pt x="5684" y="13025"/>
                  </a:lnTo>
                  <a:lnTo>
                    <a:pt x="5873" y="12807"/>
                  </a:lnTo>
                  <a:lnTo>
                    <a:pt x="5684" y="12590"/>
                  </a:lnTo>
                  <a:lnTo>
                    <a:pt x="5873" y="12373"/>
                  </a:lnTo>
                  <a:lnTo>
                    <a:pt x="5684" y="12156"/>
                  </a:lnTo>
                  <a:lnTo>
                    <a:pt x="5684" y="11939"/>
                  </a:lnTo>
                  <a:lnTo>
                    <a:pt x="5684" y="11722"/>
                  </a:lnTo>
                  <a:lnTo>
                    <a:pt x="5684" y="11722"/>
                  </a:lnTo>
                  <a:lnTo>
                    <a:pt x="5684" y="11505"/>
                  </a:lnTo>
                  <a:lnTo>
                    <a:pt x="5684" y="11179"/>
                  </a:lnTo>
                  <a:lnTo>
                    <a:pt x="5684" y="11071"/>
                  </a:lnTo>
                  <a:lnTo>
                    <a:pt x="5684" y="10962"/>
                  </a:lnTo>
                  <a:lnTo>
                    <a:pt x="5684" y="10962"/>
                  </a:lnTo>
                  <a:lnTo>
                    <a:pt x="5684" y="10637"/>
                  </a:lnTo>
                  <a:lnTo>
                    <a:pt x="5684" y="10419"/>
                  </a:lnTo>
                  <a:lnTo>
                    <a:pt x="5873" y="10202"/>
                  </a:lnTo>
                  <a:lnTo>
                    <a:pt x="5684" y="9877"/>
                  </a:lnTo>
                  <a:lnTo>
                    <a:pt x="5873" y="9660"/>
                  </a:lnTo>
                  <a:lnTo>
                    <a:pt x="5684" y="9443"/>
                  </a:lnTo>
                  <a:lnTo>
                    <a:pt x="5873" y="9117"/>
                  </a:lnTo>
                  <a:lnTo>
                    <a:pt x="6063" y="8791"/>
                  </a:lnTo>
                  <a:lnTo>
                    <a:pt x="5873" y="8574"/>
                  </a:lnTo>
                  <a:lnTo>
                    <a:pt x="6063" y="8248"/>
                  </a:lnTo>
                  <a:lnTo>
                    <a:pt x="6063" y="8032"/>
                  </a:lnTo>
                  <a:lnTo>
                    <a:pt x="6063" y="7923"/>
                  </a:lnTo>
                  <a:lnTo>
                    <a:pt x="6063" y="7814"/>
                  </a:lnTo>
                  <a:lnTo>
                    <a:pt x="6441" y="7706"/>
                  </a:lnTo>
                  <a:lnTo>
                    <a:pt x="6441" y="7706"/>
                  </a:lnTo>
                  <a:lnTo>
                    <a:pt x="6441" y="7706"/>
                  </a:lnTo>
                  <a:lnTo>
                    <a:pt x="6441" y="7597"/>
                  </a:lnTo>
                  <a:lnTo>
                    <a:pt x="6441" y="7597"/>
                  </a:lnTo>
                  <a:lnTo>
                    <a:pt x="6441" y="7489"/>
                  </a:lnTo>
                  <a:lnTo>
                    <a:pt x="6441" y="7489"/>
                  </a:lnTo>
                  <a:lnTo>
                    <a:pt x="6441" y="7489"/>
                  </a:lnTo>
                  <a:lnTo>
                    <a:pt x="6441" y="7380"/>
                  </a:lnTo>
                  <a:lnTo>
                    <a:pt x="6441" y="7380"/>
                  </a:lnTo>
                  <a:lnTo>
                    <a:pt x="6631" y="7597"/>
                  </a:lnTo>
                  <a:lnTo>
                    <a:pt x="7010" y="7706"/>
                  </a:lnTo>
                  <a:lnTo>
                    <a:pt x="7010" y="7923"/>
                  </a:lnTo>
                  <a:lnTo>
                    <a:pt x="7389" y="8248"/>
                  </a:lnTo>
                  <a:lnTo>
                    <a:pt x="7578" y="8357"/>
                  </a:lnTo>
                  <a:lnTo>
                    <a:pt x="7768" y="8683"/>
                  </a:lnTo>
                  <a:lnTo>
                    <a:pt x="7957" y="9009"/>
                  </a:lnTo>
                  <a:lnTo>
                    <a:pt x="7957" y="9225"/>
                  </a:lnTo>
                  <a:lnTo>
                    <a:pt x="8336" y="9443"/>
                  </a:lnTo>
                  <a:lnTo>
                    <a:pt x="8336" y="9660"/>
                  </a:lnTo>
                  <a:lnTo>
                    <a:pt x="8526" y="9877"/>
                  </a:lnTo>
                  <a:lnTo>
                    <a:pt x="8715" y="10094"/>
                  </a:lnTo>
                  <a:lnTo>
                    <a:pt x="8905" y="10094"/>
                  </a:lnTo>
                  <a:lnTo>
                    <a:pt x="9094" y="10202"/>
                  </a:lnTo>
                  <a:lnTo>
                    <a:pt x="9283" y="10094"/>
                  </a:lnTo>
                  <a:lnTo>
                    <a:pt x="9283" y="9985"/>
                  </a:lnTo>
                  <a:lnTo>
                    <a:pt x="9473" y="9877"/>
                  </a:lnTo>
                  <a:lnTo>
                    <a:pt x="9283" y="9551"/>
                  </a:lnTo>
                  <a:lnTo>
                    <a:pt x="9473" y="9334"/>
                  </a:lnTo>
                  <a:lnTo>
                    <a:pt x="9283" y="9117"/>
                  </a:lnTo>
                  <a:lnTo>
                    <a:pt x="9283" y="8900"/>
                  </a:lnTo>
                  <a:lnTo>
                    <a:pt x="9283" y="8683"/>
                  </a:lnTo>
                  <a:lnTo>
                    <a:pt x="9094" y="8466"/>
                  </a:lnTo>
                  <a:lnTo>
                    <a:pt x="8905" y="8248"/>
                  </a:lnTo>
                  <a:lnTo>
                    <a:pt x="8526" y="8032"/>
                  </a:lnTo>
                  <a:lnTo>
                    <a:pt x="8526" y="7814"/>
                  </a:lnTo>
                  <a:lnTo>
                    <a:pt x="8147" y="7489"/>
                  </a:lnTo>
                  <a:lnTo>
                    <a:pt x="7957" y="7272"/>
                  </a:lnTo>
                  <a:lnTo>
                    <a:pt x="7768" y="7055"/>
                  </a:lnTo>
                  <a:lnTo>
                    <a:pt x="7578" y="6838"/>
                  </a:lnTo>
                  <a:lnTo>
                    <a:pt x="7389" y="6512"/>
                  </a:lnTo>
                  <a:lnTo>
                    <a:pt x="7199" y="6295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GB" altLang="en-US"/>
            </a:p>
          </p:txBody>
        </p:sp>
        <p:sp>
          <p:nvSpPr>
            <p:cNvPr id="1034" name="未知"/>
            <p:cNvSpPr>
              <a:spLocks noChangeAspect="1"/>
            </p:cNvSpPr>
            <p:nvPr/>
          </p:nvSpPr>
          <p:spPr>
            <a:xfrm>
              <a:off x="272" y="460"/>
              <a:ext cx="250" cy="329"/>
            </a:xfrm>
            <a:custGeom>
              <a:avLst/>
              <a:gdLst/>
              <a:ahLst/>
              <a:cxnLst>
                <a:cxn ang="0">
                  <a:pos x="211" y="141"/>
                </a:cxn>
                <a:cxn ang="0">
                  <a:pos x="216" y="127"/>
                </a:cxn>
                <a:cxn ang="0">
                  <a:pos x="223" y="116"/>
                </a:cxn>
                <a:cxn ang="0">
                  <a:pos x="230" y="100"/>
                </a:cxn>
                <a:cxn ang="0">
                  <a:pos x="236" y="84"/>
                </a:cxn>
                <a:cxn ang="0">
                  <a:pos x="243" y="68"/>
                </a:cxn>
                <a:cxn ang="0">
                  <a:pos x="248" y="52"/>
                </a:cxn>
                <a:cxn ang="0">
                  <a:pos x="250" y="39"/>
                </a:cxn>
                <a:cxn ang="0">
                  <a:pos x="248" y="25"/>
                </a:cxn>
                <a:cxn ang="0">
                  <a:pos x="243" y="11"/>
                </a:cxn>
                <a:cxn ang="0">
                  <a:pos x="236" y="2"/>
                </a:cxn>
                <a:cxn ang="0">
                  <a:pos x="227" y="0"/>
                </a:cxn>
                <a:cxn ang="0">
                  <a:pos x="218" y="5"/>
                </a:cxn>
                <a:cxn ang="0">
                  <a:pos x="209" y="18"/>
                </a:cxn>
                <a:cxn ang="0">
                  <a:pos x="200" y="36"/>
                </a:cxn>
                <a:cxn ang="0">
                  <a:pos x="193" y="57"/>
                </a:cxn>
                <a:cxn ang="0">
                  <a:pos x="186" y="82"/>
                </a:cxn>
                <a:cxn ang="0">
                  <a:pos x="182" y="107"/>
                </a:cxn>
                <a:cxn ang="0">
                  <a:pos x="173" y="132"/>
                </a:cxn>
                <a:cxn ang="0">
                  <a:pos x="166" y="154"/>
                </a:cxn>
                <a:cxn ang="0">
                  <a:pos x="161" y="175"/>
                </a:cxn>
                <a:cxn ang="0">
                  <a:pos x="159" y="191"/>
                </a:cxn>
                <a:cxn ang="0">
                  <a:pos x="150" y="216"/>
                </a:cxn>
                <a:cxn ang="0">
                  <a:pos x="141" y="234"/>
                </a:cxn>
                <a:cxn ang="0">
                  <a:pos x="134" y="252"/>
                </a:cxn>
                <a:cxn ang="0">
                  <a:pos x="125" y="265"/>
                </a:cxn>
                <a:cxn ang="0">
                  <a:pos x="116" y="277"/>
                </a:cxn>
                <a:cxn ang="0">
                  <a:pos x="105" y="286"/>
                </a:cxn>
                <a:cxn ang="0">
                  <a:pos x="95" y="297"/>
                </a:cxn>
                <a:cxn ang="0">
                  <a:pos x="84" y="302"/>
                </a:cxn>
                <a:cxn ang="0">
                  <a:pos x="66" y="309"/>
                </a:cxn>
                <a:cxn ang="0">
                  <a:pos x="52" y="315"/>
                </a:cxn>
                <a:cxn ang="0">
                  <a:pos x="39" y="315"/>
                </a:cxn>
                <a:cxn ang="0">
                  <a:pos x="25" y="320"/>
                </a:cxn>
                <a:cxn ang="0">
                  <a:pos x="14" y="324"/>
                </a:cxn>
                <a:cxn ang="0">
                  <a:pos x="5" y="327"/>
                </a:cxn>
                <a:cxn ang="0">
                  <a:pos x="0" y="329"/>
                </a:cxn>
                <a:cxn ang="0">
                  <a:pos x="9" y="327"/>
                </a:cxn>
                <a:cxn ang="0">
                  <a:pos x="23" y="322"/>
                </a:cxn>
                <a:cxn ang="0">
                  <a:pos x="41" y="320"/>
                </a:cxn>
                <a:cxn ang="0">
                  <a:pos x="57" y="318"/>
                </a:cxn>
                <a:cxn ang="0">
                  <a:pos x="70" y="318"/>
                </a:cxn>
                <a:cxn ang="0">
                  <a:pos x="86" y="315"/>
                </a:cxn>
                <a:cxn ang="0">
                  <a:pos x="102" y="311"/>
                </a:cxn>
                <a:cxn ang="0">
                  <a:pos x="118" y="306"/>
                </a:cxn>
                <a:cxn ang="0">
                  <a:pos x="130" y="297"/>
                </a:cxn>
                <a:cxn ang="0">
                  <a:pos x="143" y="288"/>
                </a:cxn>
                <a:cxn ang="0">
                  <a:pos x="152" y="275"/>
                </a:cxn>
                <a:cxn ang="0">
                  <a:pos x="159" y="261"/>
                </a:cxn>
                <a:cxn ang="0">
                  <a:pos x="164" y="252"/>
                </a:cxn>
                <a:cxn ang="0">
                  <a:pos x="170" y="241"/>
                </a:cxn>
                <a:cxn ang="0">
                  <a:pos x="175" y="227"/>
                </a:cxn>
                <a:cxn ang="0">
                  <a:pos x="180" y="218"/>
                </a:cxn>
                <a:cxn ang="0">
                  <a:pos x="186" y="202"/>
                </a:cxn>
                <a:cxn ang="0">
                  <a:pos x="191" y="188"/>
                </a:cxn>
                <a:cxn ang="0">
                  <a:pos x="195" y="179"/>
                </a:cxn>
                <a:cxn ang="0">
                  <a:pos x="200" y="168"/>
                </a:cxn>
                <a:cxn ang="0">
                  <a:pos x="205" y="157"/>
                </a:cxn>
                <a:cxn ang="0">
                  <a:pos x="209" y="150"/>
                </a:cxn>
              </a:cxnLst>
              <a:pathLst>
                <a:path w="21600" h="21600">
                  <a:moveTo>
                    <a:pt x="18065" y="9831"/>
                  </a:moveTo>
                  <a:lnTo>
                    <a:pt x="18261" y="9533"/>
                  </a:lnTo>
                  <a:lnTo>
                    <a:pt x="18261" y="9235"/>
                  </a:lnTo>
                  <a:lnTo>
                    <a:pt x="18261" y="8937"/>
                  </a:lnTo>
                  <a:lnTo>
                    <a:pt x="18458" y="8639"/>
                  </a:lnTo>
                  <a:lnTo>
                    <a:pt x="18654" y="8341"/>
                  </a:lnTo>
                  <a:lnTo>
                    <a:pt x="18850" y="8043"/>
                  </a:lnTo>
                  <a:lnTo>
                    <a:pt x="19046" y="7597"/>
                  </a:lnTo>
                  <a:lnTo>
                    <a:pt x="19243" y="7597"/>
                  </a:lnTo>
                  <a:lnTo>
                    <a:pt x="19439" y="7299"/>
                  </a:lnTo>
                  <a:lnTo>
                    <a:pt x="19636" y="6852"/>
                  </a:lnTo>
                  <a:lnTo>
                    <a:pt x="19832" y="6554"/>
                  </a:lnTo>
                  <a:lnTo>
                    <a:pt x="20028" y="6107"/>
                  </a:lnTo>
                  <a:lnTo>
                    <a:pt x="20421" y="5958"/>
                  </a:lnTo>
                  <a:lnTo>
                    <a:pt x="20421" y="5511"/>
                  </a:lnTo>
                  <a:lnTo>
                    <a:pt x="20618" y="5064"/>
                  </a:lnTo>
                  <a:lnTo>
                    <a:pt x="20814" y="4915"/>
                  </a:lnTo>
                  <a:lnTo>
                    <a:pt x="21010" y="4468"/>
                  </a:lnTo>
                  <a:lnTo>
                    <a:pt x="21010" y="4170"/>
                  </a:lnTo>
                  <a:lnTo>
                    <a:pt x="21207" y="3873"/>
                  </a:lnTo>
                  <a:lnTo>
                    <a:pt x="21403" y="3426"/>
                  </a:lnTo>
                  <a:lnTo>
                    <a:pt x="21403" y="3128"/>
                  </a:lnTo>
                  <a:lnTo>
                    <a:pt x="21403" y="2830"/>
                  </a:lnTo>
                  <a:lnTo>
                    <a:pt x="21600" y="2532"/>
                  </a:lnTo>
                  <a:lnTo>
                    <a:pt x="21403" y="2234"/>
                  </a:lnTo>
                  <a:lnTo>
                    <a:pt x="21403" y="1936"/>
                  </a:lnTo>
                  <a:lnTo>
                    <a:pt x="21403" y="1638"/>
                  </a:lnTo>
                  <a:lnTo>
                    <a:pt x="21207" y="1340"/>
                  </a:lnTo>
                  <a:lnTo>
                    <a:pt x="21207" y="1191"/>
                  </a:lnTo>
                  <a:lnTo>
                    <a:pt x="21010" y="744"/>
                  </a:lnTo>
                  <a:lnTo>
                    <a:pt x="20618" y="595"/>
                  </a:lnTo>
                  <a:lnTo>
                    <a:pt x="20814" y="297"/>
                  </a:lnTo>
                  <a:lnTo>
                    <a:pt x="20421" y="148"/>
                  </a:lnTo>
                  <a:lnTo>
                    <a:pt x="20028" y="0"/>
                  </a:lnTo>
                  <a:lnTo>
                    <a:pt x="19832" y="0"/>
                  </a:lnTo>
                  <a:lnTo>
                    <a:pt x="19636" y="0"/>
                  </a:lnTo>
                  <a:lnTo>
                    <a:pt x="19439" y="148"/>
                  </a:lnTo>
                  <a:lnTo>
                    <a:pt x="19243" y="148"/>
                  </a:lnTo>
                  <a:lnTo>
                    <a:pt x="18850" y="297"/>
                  </a:lnTo>
                  <a:lnTo>
                    <a:pt x="18654" y="595"/>
                  </a:lnTo>
                  <a:lnTo>
                    <a:pt x="18458" y="893"/>
                  </a:lnTo>
                  <a:lnTo>
                    <a:pt x="18065" y="1191"/>
                  </a:lnTo>
                  <a:lnTo>
                    <a:pt x="18065" y="1489"/>
                  </a:lnTo>
                  <a:lnTo>
                    <a:pt x="17672" y="1936"/>
                  </a:lnTo>
                  <a:lnTo>
                    <a:pt x="17279" y="2383"/>
                  </a:lnTo>
                  <a:lnTo>
                    <a:pt x="17279" y="2830"/>
                  </a:lnTo>
                  <a:lnTo>
                    <a:pt x="16887" y="3277"/>
                  </a:lnTo>
                  <a:lnTo>
                    <a:pt x="16690" y="3724"/>
                  </a:lnTo>
                  <a:lnTo>
                    <a:pt x="16494" y="4319"/>
                  </a:lnTo>
                  <a:lnTo>
                    <a:pt x="16297" y="4766"/>
                  </a:lnTo>
                  <a:lnTo>
                    <a:pt x="16101" y="5362"/>
                  </a:lnTo>
                  <a:lnTo>
                    <a:pt x="15905" y="5958"/>
                  </a:lnTo>
                  <a:lnTo>
                    <a:pt x="15708" y="6554"/>
                  </a:lnTo>
                  <a:lnTo>
                    <a:pt x="15708" y="7001"/>
                  </a:lnTo>
                  <a:lnTo>
                    <a:pt x="15316" y="7448"/>
                  </a:lnTo>
                  <a:lnTo>
                    <a:pt x="15119" y="8043"/>
                  </a:lnTo>
                  <a:lnTo>
                    <a:pt x="14923" y="8639"/>
                  </a:lnTo>
                  <a:lnTo>
                    <a:pt x="14727" y="9235"/>
                  </a:lnTo>
                  <a:lnTo>
                    <a:pt x="14727" y="9682"/>
                  </a:lnTo>
                  <a:lnTo>
                    <a:pt x="14334" y="10129"/>
                  </a:lnTo>
                  <a:lnTo>
                    <a:pt x="14138" y="10725"/>
                  </a:lnTo>
                  <a:lnTo>
                    <a:pt x="14138" y="11023"/>
                  </a:lnTo>
                  <a:lnTo>
                    <a:pt x="13941" y="11470"/>
                  </a:lnTo>
                  <a:lnTo>
                    <a:pt x="13941" y="11768"/>
                  </a:lnTo>
                  <a:lnTo>
                    <a:pt x="13745" y="12065"/>
                  </a:lnTo>
                  <a:lnTo>
                    <a:pt x="13745" y="12512"/>
                  </a:lnTo>
                  <a:lnTo>
                    <a:pt x="13352" y="13108"/>
                  </a:lnTo>
                  <a:lnTo>
                    <a:pt x="13156" y="13704"/>
                  </a:lnTo>
                  <a:lnTo>
                    <a:pt x="12959" y="14151"/>
                  </a:lnTo>
                  <a:lnTo>
                    <a:pt x="12763" y="14598"/>
                  </a:lnTo>
                  <a:lnTo>
                    <a:pt x="12567" y="15045"/>
                  </a:lnTo>
                  <a:lnTo>
                    <a:pt x="12174" y="15343"/>
                  </a:lnTo>
                  <a:lnTo>
                    <a:pt x="11977" y="15790"/>
                  </a:lnTo>
                  <a:lnTo>
                    <a:pt x="11781" y="16236"/>
                  </a:lnTo>
                  <a:lnTo>
                    <a:pt x="11585" y="16534"/>
                  </a:lnTo>
                  <a:lnTo>
                    <a:pt x="11192" y="16832"/>
                  </a:lnTo>
                  <a:lnTo>
                    <a:pt x="11192" y="17130"/>
                  </a:lnTo>
                  <a:lnTo>
                    <a:pt x="10800" y="17428"/>
                  </a:lnTo>
                  <a:lnTo>
                    <a:pt x="10603" y="17726"/>
                  </a:lnTo>
                  <a:lnTo>
                    <a:pt x="10407" y="18024"/>
                  </a:lnTo>
                  <a:lnTo>
                    <a:pt x="10014" y="18173"/>
                  </a:lnTo>
                  <a:lnTo>
                    <a:pt x="9818" y="18471"/>
                  </a:lnTo>
                  <a:lnTo>
                    <a:pt x="9425" y="18769"/>
                  </a:lnTo>
                  <a:lnTo>
                    <a:pt x="9032" y="18769"/>
                  </a:lnTo>
                  <a:lnTo>
                    <a:pt x="9032" y="19067"/>
                  </a:lnTo>
                  <a:lnTo>
                    <a:pt x="8639" y="19216"/>
                  </a:lnTo>
                  <a:lnTo>
                    <a:pt x="8246" y="19514"/>
                  </a:lnTo>
                  <a:lnTo>
                    <a:pt x="7854" y="19663"/>
                  </a:lnTo>
                  <a:lnTo>
                    <a:pt x="7461" y="19812"/>
                  </a:lnTo>
                  <a:lnTo>
                    <a:pt x="7265" y="19812"/>
                  </a:lnTo>
                  <a:lnTo>
                    <a:pt x="6676" y="20110"/>
                  </a:lnTo>
                  <a:lnTo>
                    <a:pt x="6283" y="20259"/>
                  </a:lnTo>
                  <a:lnTo>
                    <a:pt x="5694" y="20259"/>
                  </a:lnTo>
                  <a:lnTo>
                    <a:pt x="5497" y="20557"/>
                  </a:lnTo>
                  <a:lnTo>
                    <a:pt x="4908" y="20557"/>
                  </a:lnTo>
                  <a:lnTo>
                    <a:pt x="4516" y="20706"/>
                  </a:lnTo>
                  <a:lnTo>
                    <a:pt x="3927" y="20706"/>
                  </a:lnTo>
                  <a:lnTo>
                    <a:pt x="3730" y="20706"/>
                  </a:lnTo>
                  <a:lnTo>
                    <a:pt x="3338" y="20706"/>
                  </a:lnTo>
                  <a:lnTo>
                    <a:pt x="3141" y="20855"/>
                  </a:lnTo>
                  <a:lnTo>
                    <a:pt x="2748" y="21004"/>
                  </a:lnTo>
                  <a:lnTo>
                    <a:pt x="2159" y="21004"/>
                  </a:lnTo>
                  <a:lnTo>
                    <a:pt x="1963" y="21153"/>
                  </a:lnTo>
                  <a:lnTo>
                    <a:pt x="1570" y="21302"/>
                  </a:lnTo>
                  <a:lnTo>
                    <a:pt x="1177" y="21302"/>
                  </a:lnTo>
                  <a:lnTo>
                    <a:pt x="981" y="21302"/>
                  </a:lnTo>
                  <a:lnTo>
                    <a:pt x="588" y="21451"/>
                  </a:lnTo>
                  <a:lnTo>
                    <a:pt x="392" y="21451"/>
                  </a:lnTo>
                  <a:lnTo>
                    <a:pt x="196" y="21451"/>
                  </a:lnTo>
                  <a:lnTo>
                    <a:pt x="0" y="21600"/>
                  </a:lnTo>
                  <a:lnTo>
                    <a:pt x="0" y="21600"/>
                  </a:lnTo>
                  <a:lnTo>
                    <a:pt x="196" y="21451"/>
                  </a:lnTo>
                  <a:lnTo>
                    <a:pt x="392" y="21451"/>
                  </a:lnTo>
                  <a:lnTo>
                    <a:pt x="785" y="21451"/>
                  </a:lnTo>
                  <a:lnTo>
                    <a:pt x="1177" y="21302"/>
                  </a:lnTo>
                  <a:lnTo>
                    <a:pt x="1767" y="21302"/>
                  </a:lnTo>
                  <a:lnTo>
                    <a:pt x="1963" y="21153"/>
                  </a:lnTo>
                  <a:lnTo>
                    <a:pt x="2356" y="21153"/>
                  </a:lnTo>
                  <a:lnTo>
                    <a:pt x="2945" y="21004"/>
                  </a:lnTo>
                  <a:lnTo>
                    <a:pt x="3534" y="21004"/>
                  </a:lnTo>
                  <a:lnTo>
                    <a:pt x="3927" y="21004"/>
                  </a:lnTo>
                  <a:lnTo>
                    <a:pt x="4516" y="21004"/>
                  </a:lnTo>
                  <a:lnTo>
                    <a:pt x="4908" y="20855"/>
                  </a:lnTo>
                  <a:lnTo>
                    <a:pt x="5301" y="20855"/>
                  </a:lnTo>
                  <a:lnTo>
                    <a:pt x="5694" y="20855"/>
                  </a:lnTo>
                  <a:lnTo>
                    <a:pt x="6087" y="20855"/>
                  </a:lnTo>
                  <a:lnTo>
                    <a:pt x="6676" y="20855"/>
                  </a:lnTo>
                  <a:lnTo>
                    <a:pt x="7069" y="20855"/>
                  </a:lnTo>
                  <a:lnTo>
                    <a:pt x="7461" y="20706"/>
                  </a:lnTo>
                  <a:lnTo>
                    <a:pt x="8246" y="20706"/>
                  </a:lnTo>
                  <a:lnTo>
                    <a:pt x="8639" y="20557"/>
                  </a:lnTo>
                  <a:lnTo>
                    <a:pt x="8836" y="20408"/>
                  </a:lnTo>
                  <a:lnTo>
                    <a:pt x="9228" y="20408"/>
                  </a:lnTo>
                  <a:lnTo>
                    <a:pt x="9818" y="20110"/>
                  </a:lnTo>
                  <a:lnTo>
                    <a:pt x="10210" y="20110"/>
                  </a:lnTo>
                  <a:lnTo>
                    <a:pt x="10603" y="19812"/>
                  </a:lnTo>
                  <a:lnTo>
                    <a:pt x="10800" y="19663"/>
                  </a:lnTo>
                  <a:lnTo>
                    <a:pt x="11192" y="19514"/>
                  </a:lnTo>
                  <a:lnTo>
                    <a:pt x="11585" y="19216"/>
                  </a:lnTo>
                  <a:lnTo>
                    <a:pt x="11781" y="19067"/>
                  </a:lnTo>
                  <a:lnTo>
                    <a:pt x="12370" y="18918"/>
                  </a:lnTo>
                  <a:lnTo>
                    <a:pt x="12370" y="18620"/>
                  </a:lnTo>
                  <a:lnTo>
                    <a:pt x="12959" y="18173"/>
                  </a:lnTo>
                  <a:lnTo>
                    <a:pt x="13156" y="18024"/>
                  </a:lnTo>
                  <a:lnTo>
                    <a:pt x="13548" y="17577"/>
                  </a:lnTo>
                  <a:lnTo>
                    <a:pt x="13548" y="17279"/>
                  </a:lnTo>
                  <a:lnTo>
                    <a:pt x="13745" y="17130"/>
                  </a:lnTo>
                  <a:lnTo>
                    <a:pt x="13941" y="16832"/>
                  </a:lnTo>
                  <a:lnTo>
                    <a:pt x="14138" y="16832"/>
                  </a:lnTo>
                  <a:lnTo>
                    <a:pt x="14138" y="16534"/>
                  </a:lnTo>
                  <a:lnTo>
                    <a:pt x="14530" y="16236"/>
                  </a:lnTo>
                  <a:lnTo>
                    <a:pt x="14530" y="16088"/>
                  </a:lnTo>
                  <a:lnTo>
                    <a:pt x="14727" y="15790"/>
                  </a:lnTo>
                  <a:lnTo>
                    <a:pt x="14923" y="15492"/>
                  </a:lnTo>
                  <a:lnTo>
                    <a:pt x="15119" y="15194"/>
                  </a:lnTo>
                  <a:lnTo>
                    <a:pt x="15119" y="14896"/>
                  </a:lnTo>
                  <a:lnTo>
                    <a:pt x="15316" y="14598"/>
                  </a:lnTo>
                  <a:lnTo>
                    <a:pt x="15512" y="14598"/>
                  </a:lnTo>
                  <a:lnTo>
                    <a:pt x="15512" y="14300"/>
                  </a:lnTo>
                  <a:lnTo>
                    <a:pt x="15708" y="14002"/>
                  </a:lnTo>
                  <a:lnTo>
                    <a:pt x="15905" y="13555"/>
                  </a:lnTo>
                  <a:lnTo>
                    <a:pt x="16101" y="13257"/>
                  </a:lnTo>
                  <a:lnTo>
                    <a:pt x="16101" y="12959"/>
                  </a:lnTo>
                  <a:lnTo>
                    <a:pt x="16494" y="12661"/>
                  </a:lnTo>
                  <a:lnTo>
                    <a:pt x="16494" y="12363"/>
                  </a:lnTo>
                  <a:lnTo>
                    <a:pt x="16494" y="12065"/>
                  </a:lnTo>
                  <a:lnTo>
                    <a:pt x="16887" y="12065"/>
                  </a:lnTo>
                  <a:lnTo>
                    <a:pt x="16887" y="11768"/>
                  </a:lnTo>
                  <a:lnTo>
                    <a:pt x="16887" y="11470"/>
                  </a:lnTo>
                  <a:lnTo>
                    <a:pt x="17279" y="11172"/>
                  </a:lnTo>
                  <a:lnTo>
                    <a:pt x="17279" y="11023"/>
                  </a:lnTo>
                  <a:lnTo>
                    <a:pt x="17476" y="10725"/>
                  </a:lnTo>
                  <a:lnTo>
                    <a:pt x="17672" y="10576"/>
                  </a:lnTo>
                  <a:lnTo>
                    <a:pt x="17672" y="10278"/>
                  </a:lnTo>
                  <a:lnTo>
                    <a:pt x="17869" y="9980"/>
                  </a:lnTo>
                  <a:lnTo>
                    <a:pt x="17869" y="9831"/>
                  </a:lnTo>
                  <a:lnTo>
                    <a:pt x="18065" y="9831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GB" altLang="en-US"/>
            </a:p>
          </p:txBody>
        </p:sp>
        <p:sp>
          <p:nvSpPr>
            <p:cNvPr id="1035" name="未知"/>
            <p:cNvSpPr>
              <a:spLocks noChangeAspect="1"/>
            </p:cNvSpPr>
            <p:nvPr/>
          </p:nvSpPr>
          <p:spPr>
            <a:xfrm>
              <a:off x="200" y="399"/>
              <a:ext cx="238" cy="313"/>
            </a:xfrm>
            <a:custGeom>
              <a:avLst/>
              <a:gdLst/>
              <a:ahLst/>
              <a:cxnLst>
                <a:cxn ang="0">
                  <a:pos x="147" y="7"/>
                </a:cxn>
                <a:cxn ang="0">
                  <a:pos x="127" y="7"/>
                </a:cxn>
                <a:cxn ang="0">
                  <a:pos x="109" y="9"/>
                </a:cxn>
                <a:cxn ang="0">
                  <a:pos x="86" y="11"/>
                </a:cxn>
                <a:cxn ang="0">
                  <a:pos x="68" y="14"/>
                </a:cxn>
                <a:cxn ang="0">
                  <a:pos x="43" y="16"/>
                </a:cxn>
                <a:cxn ang="0">
                  <a:pos x="25" y="18"/>
                </a:cxn>
                <a:cxn ang="0">
                  <a:pos x="7" y="23"/>
                </a:cxn>
                <a:cxn ang="0">
                  <a:pos x="5" y="25"/>
                </a:cxn>
                <a:cxn ang="0">
                  <a:pos x="25" y="25"/>
                </a:cxn>
                <a:cxn ang="0">
                  <a:pos x="52" y="29"/>
                </a:cxn>
                <a:cxn ang="0">
                  <a:pos x="79" y="29"/>
                </a:cxn>
                <a:cxn ang="0">
                  <a:pos x="91" y="25"/>
                </a:cxn>
                <a:cxn ang="0">
                  <a:pos x="107" y="23"/>
                </a:cxn>
                <a:cxn ang="0">
                  <a:pos x="125" y="20"/>
                </a:cxn>
                <a:cxn ang="0">
                  <a:pos x="145" y="18"/>
                </a:cxn>
                <a:cxn ang="0">
                  <a:pos x="163" y="18"/>
                </a:cxn>
                <a:cxn ang="0">
                  <a:pos x="181" y="23"/>
                </a:cxn>
                <a:cxn ang="0">
                  <a:pos x="195" y="29"/>
                </a:cxn>
                <a:cxn ang="0">
                  <a:pos x="204" y="41"/>
                </a:cxn>
                <a:cxn ang="0">
                  <a:pos x="209" y="63"/>
                </a:cxn>
                <a:cxn ang="0">
                  <a:pos x="209" y="86"/>
                </a:cxn>
                <a:cxn ang="0">
                  <a:pos x="204" y="111"/>
                </a:cxn>
                <a:cxn ang="0">
                  <a:pos x="197" y="136"/>
                </a:cxn>
                <a:cxn ang="0">
                  <a:pos x="186" y="157"/>
                </a:cxn>
                <a:cxn ang="0">
                  <a:pos x="175" y="179"/>
                </a:cxn>
                <a:cxn ang="0">
                  <a:pos x="161" y="200"/>
                </a:cxn>
                <a:cxn ang="0">
                  <a:pos x="150" y="215"/>
                </a:cxn>
                <a:cxn ang="0">
                  <a:pos x="143" y="211"/>
                </a:cxn>
                <a:cxn ang="0">
                  <a:pos x="131" y="184"/>
                </a:cxn>
                <a:cxn ang="0">
                  <a:pos x="118" y="159"/>
                </a:cxn>
                <a:cxn ang="0">
                  <a:pos x="107" y="157"/>
                </a:cxn>
                <a:cxn ang="0">
                  <a:pos x="100" y="186"/>
                </a:cxn>
                <a:cxn ang="0">
                  <a:pos x="107" y="213"/>
                </a:cxn>
                <a:cxn ang="0">
                  <a:pos x="113" y="238"/>
                </a:cxn>
                <a:cxn ang="0">
                  <a:pos x="116" y="265"/>
                </a:cxn>
                <a:cxn ang="0">
                  <a:pos x="118" y="286"/>
                </a:cxn>
                <a:cxn ang="0">
                  <a:pos x="131" y="302"/>
                </a:cxn>
                <a:cxn ang="0">
                  <a:pos x="145" y="308"/>
                </a:cxn>
                <a:cxn ang="0">
                  <a:pos x="156" y="313"/>
                </a:cxn>
                <a:cxn ang="0">
                  <a:pos x="159" y="293"/>
                </a:cxn>
                <a:cxn ang="0">
                  <a:pos x="170" y="265"/>
                </a:cxn>
                <a:cxn ang="0">
                  <a:pos x="181" y="238"/>
                </a:cxn>
                <a:cxn ang="0">
                  <a:pos x="193" y="215"/>
                </a:cxn>
                <a:cxn ang="0">
                  <a:pos x="199" y="202"/>
                </a:cxn>
                <a:cxn ang="0">
                  <a:pos x="204" y="186"/>
                </a:cxn>
                <a:cxn ang="0">
                  <a:pos x="211" y="172"/>
                </a:cxn>
                <a:cxn ang="0">
                  <a:pos x="215" y="154"/>
                </a:cxn>
                <a:cxn ang="0">
                  <a:pos x="222" y="141"/>
                </a:cxn>
                <a:cxn ang="0">
                  <a:pos x="227" y="125"/>
                </a:cxn>
                <a:cxn ang="0">
                  <a:pos x="231" y="107"/>
                </a:cxn>
                <a:cxn ang="0">
                  <a:pos x="238" y="91"/>
                </a:cxn>
                <a:cxn ang="0">
                  <a:pos x="238" y="48"/>
                </a:cxn>
                <a:cxn ang="0">
                  <a:pos x="224" y="18"/>
                </a:cxn>
                <a:cxn ang="0">
                  <a:pos x="195" y="2"/>
                </a:cxn>
                <a:cxn ang="0">
                  <a:pos x="168" y="0"/>
                </a:cxn>
              </a:cxnLst>
              <a:pathLst>
                <a:path w="21600" h="21600">
                  <a:moveTo>
                    <a:pt x="14811" y="156"/>
                  </a:moveTo>
                  <a:lnTo>
                    <a:pt x="14399" y="312"/>
                  </a:lnTo>
                  <a:lnTo>
                    <a:pt x="13988" y="312"/>
                  </a:lnTo>
                  <a:lnTo>
                    <a:pt x="13371" y="469"/>
                  </a:lnTo>
                  <a:lnTo>
                    <a:pt x="12959" y="469"/>
                  </a:lnTo>
                  <a:lnTo>
                    <a:pt x="12548" y="469"/>
                  </a:lnTo>
                  <a:lnTo>
                    <a:pt x="11931" y="312"/>
                  </a:lnTo>
                  <a:lnTo>
                    <a:pt x="11519" y="469"/>
                  </a:lnTo>
                  <a:lnTo>
                    <a:pt x="11108" y="469"/>
                  </a:lnTo>
                  <a:lnTo>
                    <a:pt x="10696" y="625"/>
                  </a:lnTo>
                  <a:lnTo>
                    <a:pt x="10285" y="625"/>
                  </a:lnTo>
                  <a:lnTo>
                    <a:pt x="9874" y="625"/>
                  </a:lnTo>
                  <a:lnTo>
                    <a:pt x="9462" y="782"/>
                  </a:lnTo>
                  <a:lnTo>
                    <a:pt x="9051" y="625"/>
                  </a:lnTo>
                  <a:lnTo>
                    <a:pt x="8434" y="782"/>
                  </a:lnTo>
                  <a:lnTo>
                    <a:pt x="7816" y="782"/>
                  </a:lnTo>
                  <a:lnTo>
                    <a:pt x="7405" y="939"/>
                  </a:lnTo>
                  <a:lnTo>
                    <a:pt x="7199" y="782"/>
                  </a:lnTo>
                  <a:lnTo>
                    <a:pt x="6582" y="939"/>
                  </a:lnTo>
                  <a:lnTo>
                    <a:pt x="6171" y="939"/>
                  </a:lnTo>
                  <a:lnTo>
                    <a:pt x="5554" y="939"/>
                  </a:lnTo>
                  <a:lnTo>
                    <a:pt x="5142" y="939"/>
                  </a:lnTo>
                  <a:lnTo>
                    <a:pt x="4731" y="1095"/>
                  </a:lnTo>
                  <a:lnTo>
                    <a:pt x="3908" y="1095"/>
                  </a:lnTo>
                  <a:lnTo>
                    <a:pt x="3702" y="1095"/>
                  </a:lnTo>
                  <a:lnTo>
                    <a:pt x="3085" y="1095"/>
                  </a:lnTo>
                  <a:lnTo>
                    <a:pt x="2673" y="1252"/>
                  </a:lnTo>
                  <a:lnTo>
                    <a:pt x="2262" y="1252"/>
                  </a:lnTo>
                  <a:lnTo>
                    <a:pt x="1645" y="1408"/>
                  </a:lnTo>
                  <a:lnTo>
                    <a:pt x="1233" y="1252"/>
                  </a:lnTo>
                  <a:lnTo>
                    <a:pt x="822" y="1408"/>
                  </a:lnTo>
                  <a:lnTo>
                    <a:pt x="616" y="1564"/>
                  </a:lnTo>
                  <a:lnTo>
                    <a:pt x="0" y="1564"/>
                  </a:lnTo>
                  <a:lnTo>
                    <a:pt x="0" y="1564"/>
                  </a:lnTo>
                  <a:lnTo>
                    <a:pt x="205" y="1564"/>
                  </a:lnTo>
                  <a:lnTo>
                    <a:pt x="411" y="1721"/>
                  </a:lnTo>
                  <a:lnTo>
                    <a:pt x="616" y="1721"/>
                  </a:lnTo>
                  <a:lnTo>
                    <a:pt x="1028" y="1721"/>
                  </a:lnTo>
                  <a:lnTo>
                    <a:pt x="1645" y="1721"/>
                  </a:lnTo>
                  <a:lnTo>
                    <a:pt x="2262" y="1721"/>
                  </a:lnTo>
                  <a:lnTo>
                    <a:pt x="2879" y="1878"/>
                  </a:lnTo>
                  <a:lnTo>
                    <a:pt x="3496" y="2034"/>
                  </a:lnTo>
                  <a:lnTo>
                    <a:pt x="3908" y="1878"/>
                  </a:lnTo>
                  <a:lnTo>
                    <a:pt x="4731" y="2034"/>
                  </a:lnTo>
                  <a:lnTo>
                    <a:pt x="5348" y="2034"/>
                  </a:lnTo>
                  <a:lnTo>
                    <a:pt x="5965" y="2034"/>
                  </a:lnTo>
                  <a:lnTo>
                    <a:pt x="6376" y="2191"/>
                  </a:lnTo>
                  <a:lnTo>
                    <a:pt x="7199" y="2034"/>
                  </a:lnTo>
                  <a:lnTo>
                    <a:pt x="7405" y="2034"/>
                  </a:lnTo>
                  <a:lnTo>
                    <a:pt x="7611" y="2034"/>
                  </a:lnTo>
                  <a:lnTo>
                    <a:pt x="7816" y="1878"/>
                  </a:lnTo>
                  <a:lnTo>
                    <a:pt x="8228" y="1721"/>
                  </a:lnTo>
                  <a:lnTo>
                    <a:pt x="8639" y="1721"/>
                  </a:lnTo>
                  <a:lnTo>
                    <a:pt x="9051" y="1721"/>
                  </a:lnTo>
                  <a:lnTo>
                    <a:pt x="9256" y="1721"/>
                  </a:lnTo>
                  <a:lnTo>
                    <a:pt x="9668" y="1564"/>
                  </a:lnTo>
                  <a:lnTo>
                    <a:pt x="10285" y="1564"/>
                  </a:lnTo>
                  <a:lnTo>
                    <a:pt x="10491" y="1408"/>
                  </a:lnTo>
                  <a:lnTo>
                    <a:pt x="10902" y="1408"/>
                  </a:lnTo>
                  <a:lnTo>
                    <a:pt x="11314" y="1408"/>
                  </a:lnTo>
                  <a:lnTo>
                    <a:pt x="11725" y="1252"/>
                  </a:lnTo>
                  <a:lnTo>
                    <a:pt x="12342" y="1408"/>
                  </a:lnTo>
                  <a:lnTo>
                    <a:pt x="12754" y="1252"/>
                  </a:lnTo>
                  <a:lnTo>
                    <a:pt x="13165" y="1252"/>
                  </a:lnTo>
                  <a:lnTo>
                    <a:pt x="13577" y="1252"/>
                  </a:lnTo>
                  <a:lnTo>
                    <a:pt x="13988" y="1252"/>
                  </a:lnTo>
                  <a:lnTo>
                    <a:pt x="14399" y="1252"/>
                  </a:lnTo>
                  <a:lnTo>
                    <a:pt x="14811" y="1252"/>
                  </a:lnTo>
                  <a:lnTo>
                    <a:pt x="15222" y="1408"/>
                  </a:lnTo>
                  <a:lnTo>
                    <a:pt x="15634" y="1408"/>
                  </a:lnTo>
                  <a:lnTo>
                    <a:pt x="16045" y="1564"/>
                  </a:lnTo>
                  <a:lnTo>
                    <a:pt x="16457" y="1564"/>
                  </a:lnTo>
                  <a:lnTo>
                    <a:pt x="16868" y="1564"/>
                  </a:lnTo>
                  <a:lnTo>
                    <a:pt x="17279" y="1878"/>
                  </a:lnTo>
                  <a:lnTo>
                    <a:pt x="17485" y="1878"/>
                  </a:lnTo>
                  <a:lnTo>
                    <a:pt x="17691" y="2034"/>
                  </a:lnTo>
                  <a:lnTo>
                    <a:pt x="17897" y="2347"/>
                  </a:lnTo>
                  <a:lnTo>
                    <a:pt x="18102" y="2504"/>
                  </a:lnTo>
                  <a:lnTo>
                    <a:pt x="18308" y="2660"/>
                  </a:lnTo>
                  <a:lnTo>
                    <a:pt x="18514" y="2817"/>
                  </a:lnTo>
                  <a:lnTo>
                    <a:pt x="18514" y="3130"/>
                  </a:lnTo>
                  <a:lnTo>
                    <a:pt x="18719" y="3443"/>
                  </a:lnTo>
                  <a:lnTo>
                    <a:pt x="18719" y="4069"/>
                  </a:lnTo>
                  <a:lnTo>
                    <a:pt x="18925" y="4382"/>
                  </a:lnTo>
                  <a:lnTo>
                    <a:pt x="18925" y="4695"/>
                  </a:lnTo>
                  <a:lnTo>
                    <a:pt x="18925" y="5165"/>
                  </a:lnTo>
                  <a:lnTo>
                    <a:pt x="18925" y="5634"/>
                  </a:lnTo>
                  <a:lnTo>
                    <a:pt x="18925" y="5947"/>
                  </a:lnTo>
                  <a:lnTo>
                    <a:pt x="18925" y="6417"/>
                  </a:lnTo>
                  <a:lnTo>
                    <a:pt x="18719" y="6886"/>
                  </a:lnTo>
                  <a:lnTo>
                    <a:pt x="18719" y="7199"/>
                  </a:lnTo>
                  <a:lnTo>
                    <a:pt x="18514" y="7669"/>
                  </a:lnTo>
                  <a:lnTo>
                    <a:pt x="18514" y="8138"/>
                  </a:lnTo>
                  <a:lnTo>
                    <a:pt x="18102" y="8608"/>
                  </a:lnTo>
                  <a:lnTo>
                    <a:pt x="17897" y="9078"/>
                  </a:lnTo>
                  <a:lnTo>
                    <a:pt x="17897" y="9391"/>
                  </a:lnTo>
                  <a:lnTo>
                    <a:pt x="17485" y="9704"/>
                  </a:lnTo>
                  <a:lnTo>
                    <a:pt x="17485" y="10017"/>
                  </a:lnTo>
                  <a:lnTo>
                    <a:pt x="17074" y="10486"/>
                  </a:lnTo>
                  <a:lnTo>
                    <a:pt x="16868" y="10800"/>
                  </a:lnTo>
                  <a:lnTo>
                    <a:pt x="16457" y="11112"/>
                  </a:lnTo>
                  <a:lnTo>
                    <a:pt x="16457" y="11582"/>
                  </a:lnTo>
                  <a:lnTo>
                    <a:pt x="16045" y="11895"/>
                  </a:lnTo>
                  <a:lnTo>
                    <a:pt x="15839" y="12364"/>
                  </a:lnTo>
                  <a:lnTo>
                    <a:pt x="15428" y="12678"/>
                  </a:lnTo>
                  <a:lnTo>
                    <a:pt x="15222" y="12991"/>
                  </a:lnTo>
                  <a:lnTo>
                    <a:pt x="14811" y="13304"/>
                  </a:lnTo>
                  <a:lnTo>
                    <a:pt x="14605" y="13773"/>
                  </a:lnTo>
                  <a:lnTo>
                    <a:pt x="14194" y="13930"/>
                  </a:lnTo>
                  <a:lnTo>
                    <a:pt x="13988" y="14243"/>
                  </a:lnTo>
                  <a:lnTo>
                    <a:pt x="13577" y="14556"/>
                  </a:lnTo>
                  <a:lnTo>
                    <a:pt x="13577" y="14869"/>
                  </a:lnTo>
                  <a:lnTo>
                    <a:pt x="13371" y="15026"/>
                  </a:lnTo>
                  <a:lnTo>
                    <a:pt x="13371" y="15026"/>
                  </a:lnTo>
                  <a:lnTo>
                    <a:pt x="13165" y="14869"/>
                  </a:lnTo>
                  <a:lnTo>
                    <a:pt x="12959" y="14556"/>
                  </a:lnTo>
                  <a:lnTo>
                    <a:pt x="12754" y="14243"/>
                  </a:lnTo>
                  <a:lnTo>
                    <a:pt x="12342" y="13930"/>
                  </a:lnTo>
                  <a:lnTo>
                    <a:pt x="12136" y="13304"/>
                  </a:lnTo>
                  <a:lnTo>
                    <a:pt x="11931" y="12678"/>
                  </a:lnTo>
                  <a:lnTo>
                    <a:pt x="11519" y="12208"/>
                  </a:lnTo>
                  <a:lnTo>
                    <a:pt x="11108" y="11582"/>
                  </a:lnTo>
                  <a:lnTo>
                    <a:pt x="11108" y="11269"/>
                  </a:lnTo>
                  <a:lnTo>
                    <a:pt x="10696" y="10956"/>
                  </a:lnTo>
                  <a:lnTo>
                    <a:pt x="10285" y="10643"/>
                  </a:lnTo>
                  <a:lnTo>
                    <a:pt x="10079" y="10643"/>
                  </a:lnTo>
                  <a:lnTo>
                    <a:pt x="9874" y="10643"/>
                  </a:lnTo>
                  <a:lnTo>
                    <a:pt x="9668" y="10800"/>
                  </a:lnTo>
                  <a:lnTo>
                    <a:pt x="9462" y="11112"/>
                  </a:lnTo>
                  <a:lnTo>
                    <a:pt x="9256" y="11739"/>
                  </a:lnTo>
                  <a:lnTo>
                    <a:pt x="9256" y="12364"/>
                  </a:lnTo>
                  <a:lnTo>
                    <a:pt x="9051" y="12834"/>
                  </a:lnTo>
                  <a:lnTo>
                    <a:pt x="9051" y="13460"/>
                  </a:lnTo>
                  <a:lnTo>
                    <a:pt x="9256" y="13773"/>
                  </a:lnTo>
                  <a:lnTo>
                    <a:pt x="9462" y="14243"/>
                  </a:lnTo>
                  <a:lnTo>
                    <a:pt x="9668" y="14712"/>
                  </a:lnTo>
                  <a:lnTo>
                    <a:pt x="9874" y="15182"/>
                  </a:lnTo>
                  <a:lnTo>
                    <a:pt x="10079" y="15495"/>
                  </a:lnTo>
                  <a:lnTo>
                    <a:pt x="10079" y="16121"/>
                  </a:lnTo>
                  <a:lnTo>
                    <a:pt x="10285" y="16434"/>
                  </a:lnTo>
                  <a:lnTo>
                    <a:pt x="10285" y="16747"/>
                  </a:lnTo>
                  <a:lnTo>
                    <a:pt x="10696" y="17217"/>
                  </a:lnTo>
                  <a:lnTo>
                    <a:pt x="10696" y="17686"/>
                  </a:lnTo>
                  <a:lnTo>
                    <a:pt x="10491" y="18313"/>
                  </a:lnTo>
                  <a:lnTo>
                    <a:pt x="10491" y="18782"/>
                  </a:lnTo>
                  <a:lnTo>
                    <a:pt x="10491" y="19095"/>
                  </a:lnTo>
                  <a:lnTo>
                    <a:pt x="10696" y="19408"/>
                  </a:lnTo>
                  <a:lnTo>
                    <a:pt x="10696" y="19721"/>
                  </a:lnTo>
                  <a:lnTo>
                    <a:pt x="11108" y="20034"/>
                  </a:lnTo>
                  <a:lnTo>
                    <a:pt x="11314" y="20347"/>
                  </a:lnTo>
                  <a:lnTo>
                    <a:pt x="11725" y="20660"/>
                  </a:lnTo>
                  <a:lnTo>
                    <a:pt x="11931" y="20817"/>
                  </a:lnTo>
                  <a:lnTo>
                    <a:pt x="12342" y="20973"/>
                  </a:lnTo>
                  <a:lnTo>
                    <a:pt x="12754" y="21130"/>
                  </a:lnTo>
                  <a:lnTo>
                    <a:pt x="12959" y="21286"/>
                  </a:lnTo>
                  <a:lnTo>
                    <a:pt x="13165" y="21286"/>
                  </a:lnTo>
                  <a:lnTo>
                    <a:pt x="13577" y="21600"/>
                  </a:lnTo>
                  <a:lnTo>
                    <a:pt x="13782" y="21443"/>
                  </a:lnTo>
                  <a:lnTo>
                    <a:pt x="13988" y="21443"/>
                  </a:lnTo>
                  <a:lnTo>
                    <a:pt x="14194" y="21600"/>
                  </a:lnTo>
                  <a:lnTo>
                    <a:pt x="14194" y="21443"/>
                  </a:lnTo>
                  <a:lnTo>
                    <a:pt x="14194" y="20973"/>
                  </a:lnTo>
                  <a:lnTo>
                    <a:pt x="14399" y="20504"/>
                  </a:lnTo>
                  <a:lnTo>
                    <a:pt x="14399" y="20191"/>
                  </a:lnTo>
                  <a:lnTo>
                    <a:pt x="14605" y="19878"/>
                  </a:lnTo>
                  <a:lnTo>
                    <a:pt x="14811" y="19408"/>
                  </a:lnTo>
                  <a:lnTo>
                    <a:pt x="15017" y="18782"/>
                  </a:lnTo>
                  <a:lnTo>
                    <a:pt x="15428" y="18313"/>
                  </a:lnTo>
                  <a:lnTo>
                    <a:pt x="15634" y="17686"/>
                  </a:lnTo>
                  <a:lnTo>
                    <a:pt x="16045" y="17373"/>
                  </a:lnTo>
                  <a:lnTo>
                    <a:pt x="16251" y="17060"/>
                  </a:lnTo>
                  <a:lnTo>
                    <a:pt x="16457" y="16434"/>
                  </a:lnTo>
                  <a:lnTo>
                    <a:pt x="16868" y="15965"/>
                  </a:lnTo>
                  <a:lnTo>
                    <a:pt x="17074" y="15651"/>
                  </a:lnTo>
                  <a:lnTo>
                    <a:pt x="17279" y="15339"/>
                  </a:lnTo>
                  <a:lnTo>
                    <a:pt x="17485" y="14869"/>
                  </a:lnTo>
                  <a:lnTo>
                    <a:pt x="17691" y="14712"/>
                  </a:lnTo>
                  <a:lnTo>
                    <a:pt x="17691" y="14399"/>
                  </a:lnTo>
                  <a:lnTo>
                    <a:pt x="17897" y="14243"/>
                  </a:lnTo>
                  <a:lnTo>
                    <a:pt x="18102" y="13930"/>
                  </a:lnTo>
                  <a:lnTo>
                    <a:pt x="18102" y="13617"/>
                  </a:lnTo>
                  <a:lnTo>
                    <a:pt x="18308" y="13304"/>
                  </a:lnTo>
                  <a:lnTo>
                    <a:pt x="18514" y="13147"/>
                  </a:lnTo>
                  <a:lnTo>
                    <a:pt x="18514" y="12834"/>
                  </a:lnTo>
                  <a:lnTo>
                    <a:pt x="18719" y="12521"/>
                  </a:lnTo>
                  <a:lnTo>
                    <a:pt x="18719" y="12364"/>
                  </a:lnTo>
                  <a:lnTo>
                    <a:pt x="18925" y="12208"/>
                  </a:lnTo>
                  <a:lnTo>
                    <a:pt x="19131" y="11895"/>
                  </a:lnTo>
                  <a:lnTo>
                    <a:pt x="19131" y="11582"/>
                  </a:lnTo>
                  <a:lnTo>
                    <a:pt x="19131" y="11269"/>
                  </a:lnTo>
                  <a:lnTo>
                    <a:pt x="19542" y="10956"/>
                  </a:lnTo>
                  <a:lnTo>
                    <a:pt x="19542" y="10643"/>
                  </a:lnTo>
                  <a:lnTo>
                    <a:pt x="19748" y="10330"/>
                  </a:lnTo>
                  <a:lnTo>
                    <a:pt x="19748" y="10017"/>
                  </a:lnTo>
                  <a:lnTo>
                    <a:pt x="19954" y="9860"/>
                  </a:lnTo>
                  <a:lnTo>
                    <a:pt x="20159" y="9704"/>
                  </a:lnTo>
                  <a:lnTo>
                    <a:pt x="20159" y="9547"/>
                  </a:lnTo>
                  <a:lnTo>
                    <a:pt x="20159" y="9234"/>
                  </a:lnTo>
                  <a:lnTo>
                    <a:pt x="20571" y="8921"/>
                  </a:lnTo>
                  <a:lnTo>
                    <a:pt x="20571" y="8608"/>
                  </a:lnTo>
                  <a:lnTo>
                    <a:pt x="20777" y="8295"/>
                  </a:lnTo>
                  <a:lnTo>
                    <a:pt x="20777" y="7982"/>
                  </a:lnTo>
                  <a:lnTo>
                    <a:pt x="20982" y="7669"/>
                  </a:lnTo>
                  <a:lnTo>
                    <a:pt x="20982" y="7356"/>
                  </a:lnTo>
                  <a:lnTo>
                    <a:pt x="20982" y="7199"/>
                  </a:lnTo>
                  <a:lnTo>
                    <a:pt x="21188" y="6886"/>
                  </a:lnTo>
                  <a:lnTo>
                    <a:pt x="21394" y="6573"/>
                  </a:lnTo>
                  <a:lnTo>
                    <a:pt x="21600" y="6260"/>
                  </a:lnTo>
                  <a:lnTo>
                    <a:pt x="21600" y="5947"/>
                  </a:lnTo>
                  <a:lnTo>
                    <a:pt x="21600" y="4851"/>
                  </a:lnTo>
                  <a:lnTo>
                    <a:pt x="21600" y="4226"/>
                  </a:lnTo>
                  <a:lnTo>
                    <a:pt x="21600" y="3286"/>
                  </a:lnTo>
                  <a:lnTo>
                    <a:pt x="21394" y="2504"/>
                  </a:lnTo>
                  <a:lnTo>
                    <a:pt x="20982" y="2034"/>
                  </a:lnTo>
                  <a:lnTo>
                    <a:pt x="20777" y="1564"/>
                  </a:lnTo>
                  <a:lnTo>
                    <a:pt x="20365" y="1252"/>
                  </a:lnTo>
                  <a:lnTo>
                    <a:pt x="19748" y="782"/>
                  </a:lnTo>
                  <a:lnTo>
                    <a:pt x="19131" y="469"/>
                  </a:lnTo>
                  <a:lnTo>
                    <a:pt x="18514" y="312"/>
                  </a:lnTo>
                  <a:lnTo>
                    <a:pt x="17691" y="156"/>
                  </a:lnTo>
                  <a:lnTo>
                    <a:pt x="17279" y="156"/>
                  </a:lnTo>
                  <a:lnTo>
                    <a:pt x="16457" y="0"/>
                  </a:lnTo>
                  <a:lnTo>
                    <a:pt x="15839" y="0"/>
                  </a:lnTo>
                  <a:lnTo>
                    <a:pt x="15222" y="0"/>
                  </a:lnTo>
                  <a:lnTo>
                    <a:pt x="14811" y="156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GB" altLang="en-US"/>
            </a:p>
          </p:txBody>
        </p:sp>
        <p:sp>
          <p:nvSpPr>
            <p:cNvPr id="1036" name="未知"/>
            <p:cNvSpPr>
              <a:spLocks noChangeAspect="1"/>
            </p:cNvSpPr>
            <p:nvPr/>
          </p:nvSpPr>
          <p:spPr>
            <a:xfrm>
              <a:off x="469" y="299"/>
              <a:ext cx="112" cy="52"/>
            </a:xfrm>
            <a:custGeom>
              <a:avLst/>
              <a:gdLst/>
              <a:ahLst/>
              <a:cxnLst>
                <a:cxn ang="0">
                  <a:pos x="112" y="2"/>
                </a:cxn>
                <a:cxn ang="0">
                  <a:pos x="107" y="0"/>
                </a:cxn>
                <a:cxn ang="0">
                  <a:pos x="105" y="2"/>
                </a:cxn>
                <a:cxn ang="0">
                  <a:pos x="101" y="2"/>
                </a:cxn>
                <a:cxn ang="0">
                  <a:pos x="98" y="5"/>
                </a:cxn>
                <a:cxn ang="0">
                  <a:pos x="94" y="2"/>
                </a:cxn>
                <a:cxn ang="0">
                  <a:pos x="89" y="5"/>
                </a:cxn>
                <a:cxn ang="0">
                  <a:pos x="87" y="2"/>
                </a:cxn>
                <a:cxn ang="0">
                  <a:pos x="80" y="5"/>
                </a:cxn>
                <a:cxn ang="0">
                  <a:pos x="75" y="2"/>
                </a:cxn>
                <a:cxn ang="0">
                  <a:pos x="69" y="5"/>
                </a:cxn>
                <a:cxn ang="0">
                  <a:pos x="64" y="5"/>
                </a:cxn>
                <a:cxn ang="0">
                  <a:pos x="57" y="5"/>
                </a:cxn>
                <a:cxn ang="0">
                  <a:pos x="53" y="2"/>
                </a:cxn>
                <a:cxn ang="0">
                  <a:pos x="50" y="5"/>
                </a:cxn>
                <a:cxn ang="0">
                  <a:pos x="46" y="5"/>
                </a:cxn>
                <a:cxn ang="0">
                  <a:pos x="41" y="5"/>
                </a:cxn>
                <a:cxn ang="0">
                  <a:pos x="37" y="7"/>
                </a:cxn>
                <a:cxn ang="0">
                  <a:pos x="32" y="7"/>
                </a:cxn>
                <a:cxn ang="0">
                  <a:pos x="27" y="7"/>
                </a:cxn>
                <a:cxn ang="0">
                  <a:pos x="23" y="7"/>
                </a:cxn>
                <a:cxn ang="0">
                  <a:pos x="18" y="9"/>
                </a:cxn>
                <a:cxn ang="0">
                  <a:pos x="14" y="11"/>
                </a:cxn>
                <a:cxn ang="0">
                  <a:pos x="11" y="14"/>
                </a:cxn>
                <a:cxn ang="0">
                  <a:pos x="9" y="11"/>
                </a:cxn>
                <a:cxn ang="0">
                  <a:pos x="7" y="14"/>
                </a:cxn>
                <a:cxn ang="0">
                  <a:pos x="7" y="18"/>
                </a:cxn>
                <a:cxn ang="0">
                  <a:pos x="2" y="20"/>
                </a:cxn>
                <a:cxn ang="0">
                  <a:pos x="2" y="23"/>
                </a:cxn>
                <a:cxn ang="0">
                  <a:pos x="2" y="25"/>
                </a:cxn>
                <a:cxn ang="0">
                  <a:pos x="0" y="29"/>
                </a:cxn>
                <a:cxn ang="0">
                  <a:pos x="0" y="32"/>
                </a:cxn>
                <a:cxn ang="0">
                  <a:pos x="2" y="36"/>
                </a:cxn>
                <a:cxn ang="0">
                  <a:pos x="5" y="43"/>
                </a:cxn>
                <a:cxn ang="0">
                  <a:pos x="9" y="50"/>
                </a:cxn>
                <a:cxn ang="0">
                  <a:pos x="16" y="50"/>
                </a:cxn>
                <a:cxn ang="0">
                  <a:pos x="23" y="52"/>
                </a:cxn>
                <a:cxn ang="0">
                  <a:pos x="34" y="50"/>
                </a:cxn>
                <a:cxn ang="0">
                  <a:pos x="41" y="47"/>
                </a:cxn>
                <a:cxn ang="0">
                  <a:pos x="53" y="43"/>
                </a:cxn>
                <a:cxn ang="0">
                  <a:pos x="59" y="34"/>
                </a:cxn>
                <a:cxn ang="0">
                  <a:pos x="71" y="27"/>
                </a:cxn>
                <a:cxn ang="0">
                  <a:pos x="82" y="23"/>
                </a:cxn>
                <a:cxn ang="0">
                  <a:pos x="87" y="20"/>
                </a:cxn>
                <a:cxn ang="0">
                  <a:pos x="96" y="11"/>
                </a:cxn>
                <a:cxn ang="0">
                  <a:pos x="103" y="9"/>
                </a:cxn>
                <a:cxn ang="0">
                  <a:pos x="107" y="2"/>
                </a:cxn>
                <a:cxn ang="0">
                  <a:pos x="110" y="2"/>
                </a:cxn>
                <a:cxn ang="0">
                  <a:pos x="112" y="2"/>
                </a:cxn>
              </a:cxnLst>
              <a:pathLst>
                <a:path w="21600" h="21600">
                  <a:moveTo>
                    <a:pt x="21600" y="939"/>
                  </a:moveTo>
                  <a:lnTo>
                    <a:pt x="20718" y="0"/>
                  </a:lnTo>
                  <a:lnTo>
                    <a:pt x="20277" y="939"/>
                  </a:lnTo>
                  <a:lnTo>
                    <a:pt x="19395" y="939"/>
                  </a:lnTo>
                  <a:lnTo>
                    <a:pt x="18955" y="1878"/>
                  </a:lnTo>
                  <a:lnTo>
                    <a:pt x="18073" y="939"/>
                  </a:lnTo>
                  <a:lnTo>
                    <a:pt x="17191" y="1878"/>
                  </a:lnTo>
                  <a:lnTo>
                    <a:pt x="16750" y="939"/>
                  </a:lnTo>
                  <a:lnTo>
                    <a:pt x="15428" y="1878"/>
                  </a:lnTo>
                  <a:lnTo>
                    <a:pt x="14546" y="939"/>
                  </a:lnTo>
                  <a:lnTo>
                    <a:pt x="13224" y="1878"/>
                  </a:lnTo>
                  <a:lnTo>
                    <a:pt x="12342" y="1878"/>
                  </a:lnTo>
                  <a:lnTo>
                    <a:pt x="11020" y="1878"/>
                  </a:lnTo>
                  <a:lnTo>
                    <a:pt x="10138" y="939"/>
                  </a:lnTo>
                  <a:lnTo>
                    <a:pt x="9697" y="1878"/>
                  </a:lnTo>
                  <a:lnTo>
                    <a:pt x="8816" y="1878"/>
                  </a:lnTo>
                  <a:lnTo>
                    <a:pt x="7934" y="1878"/>
                  </a:lnTo>
                  <a:lnTo>
                    <a:pt x="7052" y="2817"/>
                  </a:lnTo>
                  <a:lnTo>
                    <a:pt x="6171" y="2817"/>
                  </a:lnTo>
                  <a:lnTo>
                    <a:pt x="5289" y="2817"/>
                  </a:lnTo>
                  <a:lnTo>
                    <a:pt x="4407" y="2817"/>
                  </a:lnTo>
                  <a:lnTo>
                    <a:pt x="3526" y="3756"/>
                  </a:lnTo>
                  <a:lnTo>
                    <a:pt x="2644" y="4695"/>
                  </a:lnTo>
                  <a:lnTo>
                    <a:pt x="2203" y="5634"/>
                  </a:lnTo>
                  <a:lnTo>
                    <a:pt x="1762" y="4695"/>
                  </a:lnTo>
                  <a:lnTo>
                    <a:pt x="1322" y="5634"/>
                  </a:lnTo>
                  <a:lnTo>
                    <a:pt x="1322" y="7513"/>
                  </a:lnTo>
                  <a:lnTo>
                    <a:pt x="440" y="8452"/>
                  </a:lnTo>
                  <a:lnTo>
                    <a:pt x="440" y="9391"/>
                  </a:lnTo>
                  <a:lnTo>
                    <a:pt x="440" y="10330"/>
                  </a:lnTo>
                  <a:lnTo>
                    <a:pt x="0" y="12208"/>
                  </a:lnTo>
                  <a:lnTo>
                    <a:pt x="0" y="13147"/>
                  </a:lnTo>
                  <a:lnTo>
                    <a:pt x="440" y="15026"/>
                  </a:lnTo>
                  <a:lnTo>
                    <a:pt x="881" y="17843"/>
                  </a:lnTo>
                  <a:lnTo>
                    <a:pt x="1762" y="20660"/>
                  </a:lnTo>
                  <a:lnTo>
                    <a:pt x="3085" y="20660"/>
                  </a:lnTo>
                  <a:lnTo>
                    <a:pt x="4407" y="21600"/>
                  </a:lnTo>
                  <a:lnTo>
                    <a:pt x="6612" y="20660"/>
                  </a:lnTo>
                  <a:lnTo>
                    <a:pt x="7934" y="19721"/>
                  </a:lnTo>
                  <a:lnTo>
                    <a:pt x="10138" y="17843"/>
                  </a:lnTo>
                  <a:lnTo>
                    <a:pt x="11461" y="14086"/>
                  </a:lnTo>
                  <a:lnTo>
                    <a:pt x="13665" y="11269"/>
                  </a:lnTo>
                  <a:lnTo>
                    <a:pt x="15869" y="9391"/>
                  </a:lnTo>
                  <a:lnTo>
                    <a:pt x="16750" y="8452"/>
                  </a:lnTo>
                  <a:lnTo>
                    <a:pt x="18514" y="4695"/>
                  </a:lnTo>
                  <a:lnTo>
                    <a:pt x="19836" y="3756"/>
                  </a:lnTo>
                  <a:lnTo>
                    <a:pt x="20718" y="939"/>
                  </a:lnTo>
                  <a:lnTo>
                    <a:pt x="21159" y="939"/>
                  </a:lnTo>
                  <a:lnTo>
                    <a:pt x="21600" y="939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GB" altLang="en-US"/>
            </a:p>
          </p:txBody>
        </p:sp>
        <p:sp>
          <p:nvSpPr>
            <p:cNvPr id="1037" name="未知"/>
            <p:cNvSpPr>
              <a:spLocks noChangeAspect="1"/>
            </p:cNvSpPr>
            <p:nvPr/>
          </p:nvSpPr>
          <p:spPr>
            <a:xfrm>
              <a:off x="506" y="200"/>
              <a:ext cx="109" cy="63"/>
            </a:xfrm>
            <a:custGeom>
              <a:avLst/>
              <a:gdLst/>
              <a:ahLst/>
              <a:cxnLst>
                <a:cxn ang="0">
                  <a:pos x="82" y="25"/>
                </a:cxn>
                <a:cxn ang="0">
                  <a:pos x="82" y="22"/>
                </a:cxn>
                <a:cxn ang="0">
                  <a:pos x="77" y="22"/>
                </a:cxn>
                <a:cxn ang="0">
                  <a:pos x="66" y="22"/>
                </a:cxn>
                <a:cxn ang="0">
                  <a:pos x="55" y="20"/>
                </a:cxn>
                <a:cxn ang="0">
                  <a:pos x="48" y="18"/>
                </a:cxn>
                <a:cxn ang="0">
                  <a:pos x="36" y="16"/>
                </a:cxn>
                <a:cxn ang="0">
                  <a:pos x="27" y="11"/>
                </a:cxn>
                <a:cxn ang="0">
                  <a:pos x="16" y="7"/>
                </a:cxn>
                <a:cxn ang="0">
                  <a:pos x="7" y="2"/>
                </a:cxn>
                <a:cxn ang="0">
                  <a:pos x="0" y="0"/>
                </a:cxn>
                <a:cxn ang="0">
                  <a:pos x="0" y="2"/>
                </a:cxn>
                <a:cxn ang="0">
                  <a:pos x="2" y="11"/>
                </a:cxn>
                <a:cxn ang="0">
                  <a:pos x="9" y="20"/>
                </a:cxn>
                <a:cxn ang="0">
                  <a:pos x="14" y="32"/>
                </a:cxn>
                <a:cxn ang="0">
                  <a:pos x="20" y="38"/>
                </a:cxn>
                <a:cxn ang="0">
                  <a:pos x="27" y="45"/>
                </a:cxn>
                <a:cxn ang="0">
                  <a:pos x="36" y="52"/>
                </a:cxn>
                <a:cxn ang="0">
                  <a:pos x="41" y="52"/>
                </a:cxn>
                <a:cxn ang="0">
                  <a:pos x="48" y="54"/>
                </a:cxn>
                <a:cxn ang="0">
                  <a:pos x="55" y="56"/>
                </a:cxn>
                <a:cxn ang="0">
                  <a:pos x="59" y="61"/>
                </a:cxn>
                <a:cxn ang="0">
                  <a:pos x="68" y="61"/>
                </a:cxn>
                <a:cxn ang="0">
                  <a:pos x="75" y="63"/>
                </a:cxn>
                <a:cxn ang="0">
                  <a:pos x="82" y="63"/>
                </a:cxn>
                <a:cxn ang="0">
                  <a:pos x="89" y="61"/>
                </a:cxn>
                <a:cxn ang="0">
                  <a:pos x="98" y="58"/>
                </a:cxn>
                <a:cxn ang="0">
                  <a:pos x="104" y="56"/>
                </a:cxn>
                <a:cxn ang="0">
                  <a:pos x="109" y="52"/>
                </a:cxn>
                <a:cxn ang="0">
                  <a:pos x="109" y="49"/>
                </a:cxn>
                <a:cxn ang="0">
                  <a:pos x="107" y="45"/>
                </a:cxn>
                <a:cxn ang="0">
                  <a:pos x="104" y="38"/>
                </a:cxn>
                <a:cxn ang="0">
                  <a:pos x="95" y="36"/>
                </a:cxn>
                <a:cxn ang="0">
                  <a:pos x="89" y="29"/>
                </a:cxn>
              </a:cxnLst>
              <a:pathLst>
                <a:path w="21600" h="21600">
                  <a:moveTo>
                    <a:pt x="16649" y="8485"/>
                  </a:moveTo>
                  <a:lnTo>
                    <a:pt x="16200" y="8485"/>
                  </a:lnTo>
                  <a:lnTo>
                    <a:pt x="16200" y="7714"/>
                  </a:lnTo>
                  <a:lnTo>
                    <a:pt x="16200" y="7714"/>
                  </a:lnTo>
                  <a:lnTo>
                    <a:pt x="16200" y="6942"/>
                  </a:lnTo>
                  <a:lnTo>
                    <a:pt x="15299" y="7714"/>
                  </a:lnTo>
                  <a:lnTo>
                    <a:pt x="13949" y="7714"/>
                  </a:lnTo>
                  <a:lnTo>
                    <a:pt x="13049" y="7714"/>
                  </a:lnTo>
                  <a:lnTo>
                    <a:pt x="12150" y="6942"/>
                  </a:lnTo>
                  <a:lnTo>
                    <a:pt x="10800" y="6942"/>
                  </a:lnTo>
                  <a:lnTo>
                    <a:pt x="10349" y="6171"/>
                  </a:lnTo>
                  <a:lnTo>
                    <a:pt x="9450" y="6171"/>
                  </a:lnTo>
                  <a:lnTo>
                    <a:pt x="8549" y="5400"/>
                  </a:lnTo>
                  <a:lnTo>
                    <a:pt x="7199" y="5400"/>
                  </a:lnTo>
                  <a:lnTo>
                    <a:pt x="6299" y="3856"/>
                  </a:lnTo>
                  <a:lnTo>
                    <a:pt x="5400" y="3856"/>
                  </a:lnTo>
                  <a:lnTo>
                    <a:pt x="4050" y="2314"/>
                  </a:lnTo>
                  <a:lnTo>
                    <a:pt x="3149" y="2314"/>
                  </a:lnTo>
                  <a:lnTo>
                    <a:pt x="2249" y="771"/>
                  </a:lnTo>
                  <a:lnTo>
                    <a:pt x="1350" y="771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771"/>
                  </a:lnTo>
                  <a:lnTo>
                    <a:pt x="449" y="2314"/>
                  </a:lnTo>
                  <a:lnTo>
                    <a:pt x="449" y="3856"/>
                  </a:lnTo>
                  <a:lnTo>
                    <a:pt x="899" y="5400"/>
                  </a:lnTo>
                  <a:lnTo>
                    <a:pt x="1799" y="6942"/>
                  </a:lnTo>
                  <a:lnTo>
                    <a:pt x="1799" y="8485"/>
                  </a:lnTo>
                  <a:lnTo>
                    <a:pt x="2700" y="10800"/>
                  </a:lnTo>
                  <a:lnTo>
                    <a:pt x="3149" y="11571"/>
                  </a:lnTo>
                  <a:lnTo>
                    <a:pt x="4050" y="13114"/>
                  </a:lnTo>
                  <a:lnTo>
                    <a:pt x="4949" y="14656"/>
                  </a:lnTo>
                  <a:lnTo>
                    <a:pt x="5400" y="15428"/>
                  </a:lnTo>
                  <a:lnTo>
                    <a:pt x="6299" y="16971"/>
                  </a:lnTo>
                  <a:lnTo>
                    <a:pt x="7199" y="17742"/>
                  </a:lnTo>
                  <a:lnTo>
                    <a:pt x="7649" y="17742"/>
                  </a:lnTo>
                  <a:lnTo>
                    <a:pt x="8100" y="17742"/>
                  </a:lnTo>
                  <a:lnTo>
                    <a:pt x="8999" y="18514"/>
                  </a:lnTo>
                  <a:lnTo>
                    <a:pt x="9450" y="18514"/>
                  </a:lnTo>
                  <a:lnTo>
                    <a:pt x="10349" y="19285"/>
                  </a:lnTo>
                  <a:lnTo>
                    <a:pt x="10800" y="19285"/>
                  </a:lnTo>
                  <a:lnTo>
                    <a:pt x="11699" y="19285"/>
                  </a:lnTo>
                  <a:lnTo>
                    <a:pt x="11699" y="20828"/>
                  </a:lnTo>
                  <a:lnTo>
                    <a:pt x="12599" y="20828"/>
                  </a:lnTo>
                  <a:lnTo>
                    <a:pt x="13500" y="20828"/>
                  </a:lnTo>
                  <a:lnTo>
                    <a:pt x="13949" y="21600"/>
                  </a:lnTo>
                  <a:lnTo>
                    <a:pt x="14850" y="21600"/>
                  </a:lnTo>
                  <a:lnTo>
                    <a:pt x="15299" y="20828"/>
                  </a:lnTo>
                  <a:lnTo>
                    <a:pt x="16200" y="21600"/>
                  </a:lnTo>
                  <a:lnTo>
                    <a:pt x="16649" y="21600"/>
                  </a:lnTo>
                  <a:lnTo>
                    <a:pt x="17550" y="20828"/>
                  </a:lnTo>
                  <a:lnTo>
                    <a:pt x="18449" y="20828"/>
                  </a:lnTo>
                  <a:lnTo>
                    <a:pt x="19349" y="20056"/>
                  </a:lnTo>
                  <a:lnTo>
                    <a:pt x="20250" y="19285"/>
                  </a:lnTo>
                  <a:lnTo>
                    <a:pt x="20699" y="19285"/>
                  </a:lnTo>
                  <a:lnTo>
                    <a:pt x="21149" y="18514"/>
                  </a:lnTo>
                  <a:lnTo>
                    <a:pt x="21600" y="17742"/>
                  </a:lnTo>
                  <a:lnTo>
                    <a:pt x="21600" y="17742"/>
                  </a:lnTo>
                  <a:lnTo>
                    <a:pt x="21600" y="16971"/>
                  </a:lnTo>
                  <a:lnTo>
                    <a:pt x="21600" y="16200"/>
                  </a:lnTo>
                  <a:lnTo>
                    <a:pt x="21149" y="15428"/>
                  </a:lnTo>
                  <a:lnTo>
                    <a:pt x="20699" y="14656"/>
                  </a:lnTo>
                  <a:lnTo>
                    <a:pt x="20699" y="13114"/>
                  </a:lnTo>
                  <a:lnTo>
                    <a:pt x="19799" y="12342"/>
                  </a:lnTo>
                  <a:lnTo>
                    <a:pt x="18900" y="12342"/>
                  </a:lnTo>
                  <a:lnTo>
                    <a:pt x="17999" y="10800"/>
                  </a:lnTo>
                  <a:lnTo>
                    <a:pt x="17550" y="10028"/>
                  </a:lnTo>
                  <a:lnTo>
                    <a:pt x="16649" y="8485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GB" altLang="en-US"/>
            </a:p>
          </p:txBody>
        </p:sp>
        <p:sp>
          <p:nvSpPr>
            <p:cNvPr id="1038" name="未知"/>
            <p:cNvSpPr>
              <a:spLocks noChangeAspect="1"/>
            </p:cNvSpPr>
            <p:nvPr/>
          </p:nvSpPr>
          <p:spPr>
            <a:xfrm>
              <a:off x="358" y="2"/>
              <a:ext cx="118" cy="168"/>
            </a:xfrm>
            <a:custGeom>
              <a:avLst/>
              <a:gdLst/>
              <a:ahLst/>
              <a:cxnLst>
                <a:cxn ang="0">
                  <a:pos x="116" y="82"/>
                </a:cxn>
                <a:cxn ang="0">
                  <a:pos x="109" y="50"/>
                </a:cxn>
                <a:cxn ang="0">
                  <a:pos x="98" y="23"/>
                </a:cxn>
                <a:cxn ang="0">
                  <a:pos x="75" y="9"/>
                </a:cxn>
                <a:cxn ang="0">
                  <a:pos x="52" y="2"/>
                </a:cxn>
                <a:cxn ang="0">
                  <a:pos x="39" y="0"/>
                </a:cxn>
                <a:cxn ang="0">
                  <a:pos x="32" y="7"/>
                </a:cxn>
                <a:cxn ang="0">
                  <a:pos x="25" y="14"/>
                </a:cxn>
                <a:cxn ang="0">
                  <a:pos x="16" y="20"/>
                </a:cxn>
                <a:cxn ang="0">
                  <a:pos x="7" y="27"/>
                </a:cxn>
                <a:cxn ang="0">
                  <a:pos x="0" y="30"/>
                </a:cxn>
                <a:cxn ang="0">
                  <a:pos x="0" y="34"/>
                </a:cxn>
                <a:cxn ang="0">
                  <a:pos x="7" y="36"/>
                </a:cxn>
                <a:cxn ang="0">
                  <a:pos x="18" y="41"/>
                </a:cxn>
                <a:cxn ang="0">
                  <a:pos x="30" y="45"/>
                </a:cxn>
                <a:cxn ang="0">
                  <a:pos x="41" y="45"/>
                </a:cxn>
                <a:cxn ang="0">
                  <a:pos x="48" y="45"/>
                </a:cxn>
                <a:cxn ang="0">
                  <a:pos x="52" y="45"/>
                </a:cxn>
                <a:cxn ang="0">
                  <a:pos x="59" y="48"/>
                </a:cxn>
                <a:cxn ang="0">
                  <a:pos x="68" y="52"/>
                </a:cxn>
                <a:cxn ang="0">
                  <a:pos x="73" y="59"/>
                </a:cxn>
                <a:cxn ang="0">
                  <a:pos x="77" y="70"/>
                </a:cxn>
                <a:cxn ang="0">
                  <a:pos x="79" y="75"/>
                </a:cxn>
                <a:cxn ang="0">
                  <a:pos x="77" y="84"/>
                </a:cxn>
                <a:cxn ang="0">
                  <a:pos x="77" y="89"/>
                </a:cxn>
                <a:cxn ang="0">
                  <a:pos x="77" y="93"/>
                </a:cxn>
                <a:cxn ang="0">
                  <a:pos x="77" y="98"/>
                </a:cxn>
                <a:cxn ang="0">
                  <a:pos x="77" y="114"/>
                </a:cxn>
                <a:cxn ang="0">
                  <a:pos x="70" y="127"/>
                </a:cxn>
                <a:cxn ang="0">
                  <a:pos x="61" y="134"/>
                </a:cxn>
                <a:cxn ang="0">
                  <a:pos x="52" y="138"/>
                </a:cxn>
                <a:cxn ang="0">
                  <a:pos x="45" y="143"/>
                </a:cxn>
                <a:cxn ang="0">
                  <a:pos x="41" y="145"/>
                </a:cxn>
                <a:cxn ang="0">
                  <a:pos x="36" y="141"/>
                </a:cxn>
                <a:cxn ang="0">
                  <a:pos x="34" y="134"/>
                </a:cxn>
                <a:cxn ang="0">
                  <a:pos x="27" y="127"/>
                </a:cxn>
                <a:cxn ang="0">
                  <a:pos x="23" y="116"/>
                </a:cxn>
                <a:cxn ang="0">
                  <a:pos x="18" y="116"/>
                </a:cxn>
                <a:cxn ang="0">
                  <a:pos x="18" y="120"/>
                </a:cxn>
                <a:cxn ang="0">
                  <a:pos x="16" y="127"/>
                </a:cxn>
                <a:cxn ang="0">
                  <a:pos x="27" y="152"/>
                </a:cxn>
                <a:cxn ang="0">
                  <a:pos x="48" y="168"/>
                </a:cxn>
                <a:cxn ang="0">
                  <a:pos x="66" y="166"/>
                </a:cxn>
                <a:cxn ang="0">
                  <a:pos x="91" y="148"/>
                </a:cxn>
                <a:cxn ang="0">
                  <a:pos x="107" y="123"/>
                </a:cxn>
              </a:cxnLst>
              <a:pathLst>
                <a:path w="21600" h="21600">
                  <a:moveTo>
                    <a:pt x="21184" y="13718"/>
                  </a:moveTo>
                  <a:lnTo>
                    <a:pt x="21184" y="12259"/>
                  </a:lnTo>
                  <a:lnTo>
                    <a:pt x="21184" y="10507"/>
                  </a:lnTo>
                  <a:lnTo>
                    <a:pt x="21600" y="8756"/>
                  </a:lnTo>
                  <a:lnTo>
                    <a:pt x="20769" y="7589"/>
                  </a:lnTo>
                  <a:lnTo>
                    <a:pt x="19938" y="6421"/>
                  </a:lnTo>
                  <a:lnTo>
                    <a:pt x="19107" y="4961"/>
                  </a:lnTo>
                  <a:lnTo>
                    <a:pt x="18276" y="3794"/>
                  </a:lnTo>
                  <a:lnTo>
                    <a:pt x="17861" y="2918"/>
                  </a:lnTo>
                  <a:lnTo>
                    <a:pt x="16200" y="2043"/>
                  </a:lnTo>
                  <a:lnTo>
                    <a:pt x="15369" y="1459"/>
                  </a:lnTo>
                  <a:lnTo>
                    <a:pt x="13707" y="1167"/>
                  </a:lnTo>
                  <a:lnTo>
                    <a:pt x="12461" y="583"/>
                  </a:lnTo>
                  <a:lnTo>
                    <a:pt x="11215" y="583"/>
                  </a:lnTo>
                  <a:lnTo>
                    <a:pt x="9553" y="291"/>
                  </a:lnTo>
                  <a:lnTo>
                    <a:pt x="8722" y="0"/>
                  </a:lnTo>
                  <a:lnTo>
                    <a:pt x="7476" y="291"/>
                  </a:lnTo>
                  <a:lnTo>
                    <a:pt x="7061" y="0"/>
                  </a:lnTo>
                  <a:lnTo>
                    <a:pt x="6645" y="291"/>
                  </a:lnTo>
                  <a:lnTo>
                    <a:pt x="6230" y="583"/>
                  </a:lnTo>
                  <a:lnTo>
                    <a:pt x="5815" y="875"/>
                  </a:lnTo>
                  <a:lnTo>
                    <a:pt x="4984" y="1167"/>
                  </a:lnTo>
                  <a:lnTo>
                    <a:pt x="4569" y="1459"/>
                  </a:lnTo>
                  <a:lnTo>
                    <a:pt x="4569" y="1751"/>
                  </a:lnTo>
                  <a:lnTo>
                    <a:pt x="4153" y="2043"/>
                  </a:lnTo>
                  <a:lnTo>
                    <a:pt x="3322" y="2626"/>
                  </a:lnTo>
                  <a:lnTo>
                    <a:pt x="2907" y="2626"/>
                  </a:lnTo>
                  <a:lnTo>
                    <a:pt x="2492" y="2918"/>
                  </a:lnTo>
                  <a:lnTo>
                    <a:pt x="2076" y="3210"/>
                  </a:lnTo>
                  <a:lnTo>
                    <a:pt x="1245" y="3502"/>
                  </a:lnTo>
                  <a:lnTo>
                    <a:pt x="830" y="3794"/>
                  </a:lnTo>
                  <a:lnTo>
                    <a:pt x="415" y="3794"/>
                  </a:lnTo>
                  <a:lnTo>
                    <a:pt x="0" y="3794"/>
                  </a:lnTo>
                  <a:lnTo>
                    <a:pt x="0" y="4086"/>
                  </a:lnTo>
                  <a:lnTo>
                    <a:pt x="0" y="4378"/>
                  </a:lnTo>
                  <a:lnTo>
                    <a:pt x="0" y="4378"/>
                  </a:lnTo>
                  <a:lnTo>
                    <a:pt x="415" y="4378"/>
                  </a:lnTo>
                  <a:lnTo>
                    <a:pt x="830" y="4378"/>
                  </a:lnTo>
                  <a:lnTo>
                    <a:pt x="1245" y="4669"/>
                  </a:lnTo>
                  <a:lnTo>
                    <a:pt x="1661" y="4961"/>
                  </a:lnTo>
                  <a:lnTo>
                    <a:pt x="2492" y="4961"/>
                  </a:lnTo>
                  <a:lnTo>
                    <a:pt x="3322" y="5253"/>
                  </a:lnTo>
                  <a:lnTo>
                    <a:pt x="3738" y="5545"/>
                  </a:lnTo>
                  <a:lnTo>
                    <a:pt x="4569" y="5837"/>
                  </a:lnTo>
                  <a:lnTo>
                    <a:pt x="5400" y="5837"/>
                  </a:lnTo>
                  <a:lnTo>
                    <a:pt x="6230" y="5837"/>
                  </a:lnTo>
                  <a:lnTo>
                    <a:pt x="7061" y="6129"/>
                  </a:lnTo>
                  <a:lnTo>
                    <a:pt x="7476" y="5837"/>
                  </a:lnTo>
                  <a:lnTo>
                    <a:pt x="8307" y="5837"/>
                  </a:lnTo>
                  <a:lnTo>
                    <a:pt x="8307" y="5545"/>
                  </a:lnTo>
                  <a:lnTo>
                    <a:pt x="8722" y="5837"/>
                  </a:lnTo>
                  <a:lnTo>
                    <a:pt x="9138" y="5837"/>
                  </a:lnTo>
                  <a:lnTo>
                    <a:pt x="9553" y="5837"/>
                  </a:lnTo>
                  <a:lnTo>
                    <a:pt x="9553" y="5837"/>
                  </a:lnTo>
                  <a:lnTo>
                    <a:pt x="9969" y="5837"/>
                  </a:lnTo>
                  <a:lnTo>
                    <a:pt x="10384" y="6129"/>
                  </a:lnTo>
                  <a:lnTo>
                    <a:pt x="10800" y="6129"/>
                  </a:lnTo>
                  <a:lnTo>
                    <a:pt x="11215" y="6129"/>
                  </a:lnTo>
                  <a:lnTo>
                    <a:pt x="12045" y="6129"/>
                  </a:lnTo>
                  <a:lnTo>
                    <a:pt x="12461" y="6713"/>
                  </a:lnTo>
                  <a:lnTo>
                    <a:pt x="12876" y="7005"/>
                  </a:lnTo>
                  <a:lnTo>
                    <a:pt x="12876" y="7297"/>
                  </a:lnTo>
                  <a:lnTo>
                    <a:pt x="13292" y="7589"/>
                  </a:lnTo>
                  <a:lnTo>
                    <a:pt x="14122" y="8172"/>
                  </a:lnTo>
                  <a:lnTo>
                    <a:pt x="14122" y="8756"/>
                  </a:lnTo>
                  <a:lnTo>
                    <a:pt x="14122" y="9048"/>
                  </a:lnTo>
                  <a:lnTo>
                    <a:pt x="14122" y="9048"/>
                  </a:lnTo>
                  <a:lnTo>
                    <a:pt x="14122" y="9340"/>
                  </a:lnTo>
                  <a:lnTo>
                    <a:pt x="14538" y="9632"/>
                  </a:lnTo>
                  <a:lnTo>
                    <a:pt x="14538" y="9924"/>
                  </a:lnTo>
                  <a:lnTo>
                    <a:pt x="14122" y="10215"/>
                  </a:lnTo>
                  <a:lnTo>
                    <a:pt x="14122" y="10800"/>
                  </a:lnTo>
                  <a:lnTo>
                    <a:pt x="14122" y="10800"/>
                  </a:lnTo>
                  <a:lnTo>
                    <a:pt x="14122" y="11091"/>
                  </a:lnTo>
                  <a:lnTo>
                    <a:pt x="14122" y="11383"/>
                  </a:lnTo>
                  <a:lnTo>
                    <a:pt x="14122" y="11383"/>
                  </a:lnTo>
                  <a:lnTo>
                    <a:pt x="14122" y="11675"/>
                  </a:lnTo>
                  <a:lnTo>
                    <a:pt x="14122" y="11967"/>
                  </a:lnTo>
                  <a:lnTo>
                    <a:pt x="14122" y="12259"/>
                  </a:lnTo>
                  <a:lnTo>
                    <a:pt x="14122" y="12551"/>
                  </a:lnTo>
                  <a:lnTo>
                    <a:pt x="14122" y="12551"/>
                  </a:lnTo>
                  <a:lnTo>
                    <a:pt x="14122" y="13134"/>
                  </a:lnTo>
                  <a:lnTo>
                    <a:pt x="14122" y="14010"/>
                  </a:lnTo>
                  <a:lnTo>
                    <a:pt x="14122" y="14594"/>
                  </a:lnTo>
                  <a:lnTo>
                    <a:pt x="13707" y="15178"/>
                  </a:lnTo>
                  <a:lnTo>
                    <a:pt x="13292" y="15761"/>
                  </a:lnTo>
                  <a:lnTo>
                    <a:pt x="12876" y="16345"/>
                  </a:lnTo>
                  <a:lnTo>
                    <a:pt x="12461" y="16053"/>
                  </a:lnTo>
                  <a:lnTo>
                    <a:pt x="11630" y="16637"/>
                  </a:lnTo>
                  <a:lnTo>
                    <a:pt x="11215" y="17221"/>
                  </a:lnTo>
                  <a:lnTo>
                    <a:pt x="10800" y="17513"/>
                  </a:lnTo>
                  <a:lnTo>
                    <a:pt x="10384" y="17513"/>
                  </a:lnTo>
                  <a:lnTo>
                    <a:pt x="9553" y="17805"/>
                  </a:lnTo>
                  <a:lnTo>
                    <a:pt x="9553" y="18097"/>
                  </a:lnTo>
                  <a:lnTo>
                    <a:pt x="8722" y="18389"/>
                  </a:lnTo>
                  <a:lnTo>
                    <a:pt x="8307" y="18389"/>
                  </a:lnTo>
                  <a:lnTo>
                    <a:pt x="8307" y="18680"/>
                  </a:lnTo>
                  <a:lnTo>
                    <a:pt x="7892" y="18680"/>
                  </a:lnTo>
                  <a:lnTo>
                    <a:pt x="7476" y="18680"/>
                  </a:lnTo>
                  <a:lnTo>
                    <a:pt x="7476" y="18680"/>
                  </a:lnTo>
                  <a:lnTo>
                    <a:pt x="7061" y="18389"/>
                  </a:lnTo>
                  <a:lnTo>
                    <a:pt x="6645" y="18097"/>
                  </a:lnTo>
                  <a:lnTo>
                    <a:pt x="6230" y="17805"/>
                  </a:lnTo>
                  <a:lnTo>
                    <a:pt x="6230" y="17513"/>
                  </a:lnTo>
                  <a:lnTo>
                    <a:pt x="6230" y="17221"/>
                  </a:lnTo>
                  <a:lnTo>
                    <a:pt x="5815" y="16929"/>
                  </a:lnTo>
                  <a:lnTo>
                    <a:pt x="5400" y="16637"/>
                  </a:lnTo>
                  <a:lnTo>
                    <a:pt x="4984" y="16345"/>
                  </a:lnTo>
                  <a:lnTo>
                    <a:pt x="4984" y="15761"/>
                  </a:lnTo>
                  <a:lnTo>
                    <a:pt x="4569" y="15469"/>
                  </a:lnTo>
                  <a:lnTo>
                    <a:pt x="4153" y="14886"/>
                  </a:lnTo>
                  <a:lnTo>
                    <a:pt x="3738" y="14886"/>
                  </a:lnTo>
                  <a:lnTo>
                    <a:pt x="3322" y="14886"/>
                  </a:lnTo>
                  <a:lnTo>
                    <a:pt x="3322" y="14886"/>
                  </a:lnTo>
                  <a:lnTo>
                    <a:pt x="3322" y="14886"/>
                  </a:lnTo>
                  <a:lnTo>
                    <a:pt x="3322" y="14886"/>
                  </a:lnTo>
                  <a:lnTo>
                    <a:pt x="3322" y="15469"/>
                  </a:lnTo>
                  <a:lnTo>
                    <a:pt x="3322" y="15761"/>
                  </a:lnTo>
                  <a:lnTo>
                    <a:pt x="2907" y="16053"/>
                  </a:lnTo>
                  <a:lnTo>
                    <a:pt x="2907" y="16345"/>
                  </a:lnTo>
                  <a:lnTo>
                    <a:pt x="2907" y="16345"/>
                  </a:lnTo>
                  <a:lnTo>
                    <a:pt x="3738" y="18097"/>
                  </a:lnTo>
                  <a:lnTo>
                    <a:pt x="4984" y="19556"/>
                  </a:lnTo>
                  <a:lnTo>
                    <a:pt x="5400" y="20140"/>
                  </a:lnTo>
                  <a:lnTo>
                    <a:pt x="7061" y="21015"/>
                  </a:lnTo>
                  <a:lnTo>
                    <a:pt x="8722" y="21600"/>
                  </a:lnTo>
                  <a:lnTo>
                    <a:pt x="9553" y="21307"/>
                  </a:lnTo>
                  <a:lnTo>
                    <a:pt x="11215" y="21307"/>
                  </a:lnTo>
                  <a:lnTo>
                    <a:pt x="12045" y="21307"/>
                  </a:lnTo>
                  <a:lnTo>
                    <a:pt x="13707" y="20432"/>
                  </a:lnTo>
                  <a:lnTo>
                    <a:pt x="14953" y="19848"/>
                  </a:lnTo>
                  <a:lnTo>
                    <a:pt x="16615" y="18972"/>
                  </a:lnTo>
                  <a:lnTo>
                    <a:pt x="17861" y="17805"/>
                  </a:lnTo>
                  <a:lnTo>
                    <a:pt x="18692" y="17221"/>
                  </a:lnTo>
                  <a:lnTo>
                    <a:pt x="19522" y="15761"/>
                  </a:lnTo>
                  <a:lnTo>
                    <a:pt x="20353" y="14594"/>
                  </a:lnTo>
                  <a:lnTo>
                    <a:pt x="21184" y="13718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GB" altLang="en-US"/>
            </a:p>
          </p:txBody>
        </p:sp>
        <p:sp>
          <p:nvSpPr>
            <p:cNvPr id="1039" name="未知"/>
            <p:cNvSpPr>
              <a:spLocks noChangeAspect="1"/>
            </p:cNvSpPr>
            <p:nvPr/>
          </p:nvSpPr>
          <p:spPr>
            <a:xfrm>
              <a:off x="313" y="184"/>
              <a:ext cx="206" cy="127"/>
            </a:xfrm>
            <a:custGeom>
              <a:avLst/>
              <a:gdLst/>
              <a:ahLst/>
              <a:cxnLst>
                <a:cxn ang="0">
                  <a:pos x="136" y="75"/>
                </a:cxn>
                <a:cxn ang="0">
                  <a:pos x="118" y="77"/>
                </a:cxn>
                <a:cxn ang="0">
                  <a:pos x="104" y="77"/>
                </a:cxn>
                <a:cxn ang="0">
                  <a:pos x="88" y="79"/>
                </a:cxn>
                <a:cxn ang="0">
                  <a:pos x="68" y="82"/>
                </a:cxn>
                <a:cxn ang="0">
                  <a:pos x="54" y="82"/>
                </a:cxn>
                <a:cxn ang="0">
                  <a:pos x="48" y="77"/>
                </a:cxn>
                <a:cxn ang="0">
                  <a:pos x="38" y="68"/>
                </a:cxn>
                <a:cxn ang="0">
                  <a:pos x="32" y="54"/>
                </a:cxn>
                <a:cxn ang="0">
                  <a:pos x="32" y="43"/>
                </a:cxn>
                <a:cxn ang="0">
                  <a:pos x="38" y="34"/>
                </a:cxn>
                <a:cxn ang="0">
                  <a:pos x="43" y="27"/>
                </a:cxn>
                <a:cxn ang="0">
                  <a:pos x="48" y="23"/>
                </a:cxn>
                <a:cxn ang="0">
                  <a:pos x="50" y="14"/>
                </a:cxn>
                <a:cxn ang="0">
                  <a:pos x="48" y="7"/>
                </a:cxn>
                <a:cxn ang="0">
                  <a:pos x="48" y="0"/>
                </a:cxn>
                <a:cxn ang="0">
                  <a:pos x="38" y="0"/>
                </a:cxn>
                <a:cxn ang="0">
                  <a:pos x="29" y="9"/>
                </a:cxn>
                <a:cxn ang="0">
                  <a:pos x="14" y="29"/>
                </a:cxn>
                <a:cxn ang="0">
                  <a:pos x="5" y="52"/>
                </a:cxn>
                <a:cxn ang="0">
                  <a:pos x="0" y="75"/>
                </a:cxn>
                <a:cxn ang="0">
                  <a:pos x="9" y="98"/>
                </a:cxn>
                <a:cxn ang="0">
                  <a:pos x="18" y="111"/>
                </a:cxn>
                <a:cxn ang="0">
                  <a:pos x="32" y="118"/>
                </a:cxn>
                <a:cxn ang="0">
                  <a:pos x="41" y="122"/>
                </a:cxn>
                <a:cxn ang="0">
                  <a:pos x="54" y="125"/>
                </a:cxn>
                <a:cxn ang="0">
                  <a:pos x="68" y="127"/>
                </a:cxn>
                <a:cxn ang="0">
                  <a:pos x="81" y="125"/>
                </a:cxn>
                <a:cxn ang="0">
                  <a:pos x="95" y="122"/>
                </a:cxn>
                <a:cxn ang="0">
                  <a:pos x="106" y="120"/>
                </a:cxn>
                <a:cxn ang="0">
                  <a:pos x="115" y="120"/>
                </a:cxn>
                <a:cxn ang="0">
                  <a:pos x="127" y="120"/>
                </a:cxn>
                <a:cxn ang="0">
                  <a:pos x="138" y="122"/>
                </a:cxn>
                <a:cxn ang="0">
                  <a:pos x="152" y="127"/>
                </a:cxn>
                <a:cxn ang="0">
                  <a:pos x="163" y="122"/>
                </a:cxn>
                <a:cxn ang="0">
                  <a:pos x="174" y="118"/>
                </a:cxn>
                <a:cxn ang="0">
                  <a:pos x="186" y="113"/>
                </a:cxn>
                <a:cxn ang="0">
                  <a:pos x="192" y="109"/>
                </a:cxn>
                <a:cxn ang="0">
                  <a:pos x="201" y="100"/>
                </a:cxn>
                <a:cxn ang="0">
                  <a:pos x="204" y="91"/>
                </a:cxn>
                <a:cxn ang="0">
                  <a:pos x="201" y="82"/>
                </a:cxn>
                <a:cxn ang="0">
                  <a:pos x="195" y="75"/>
                </a:cxn>
                <a:cxn ang="0">
                  <a:pos x="181" y="75"/>
                </a:cxn>
                <a:cxn ang="0">
                  <a:pos x="174" y="75"/>
                </a:cxn>
                <a:cxn ang="0">
                  <a:pos x="168" y="73"/>
                </a:cxn>
                <a:cxn ang="0">
                  <a:pos x="163" y="75"/>
                </a:cxn>
                <a:cxn ang="0">
                  <a:pos x="156" y="75"/>
                </a:cxn>
                <a:cxn ang="0">
                  <a:pos x="149" y="75"/>
                </a:cxn>
              </a:cxnLst>
              <a:pathLst>
                <a:path w="21600" h="21600">
                  <a:moveTo>
                    <a:pt x="15428" y="13114"/>
                  </a:moveTo>
                  <a:lnTo>
                    <a:pt x="14953" y="13114"/>
                  </a:lnTo>
                  <a:lnTo>
                    <a:pt x="14241" y="12728"/>
                  </a:lnTo>
                  <a:lnTo>
                    <a:pt x="13292" y="13114"/>
                  </a:lnTo>
                  <a:lnTo>
                    <a:pt x="13054" y="13500"/>
                  </a:lnTo>
                  <a:lnTo>
                    <a:pt x="12342" y="13114"/>
                  </a:lnTo>
                  <a:lnTo>
                    <a:pt x="11867" y="13500"/>
                  </a:lnTo>
                  <a:lnTo>
                    <a:pt x="11155" y="13500"/>
                  </a:lnTo>
                  <a:lnTo>
                    <a:pt x="10918" y="13114"/>
                  </a:lnTo>
                  <a:lnTo>
                    <a:pt x="10206" y="13500"/>
                  </a:lnTo>
                  <a:lnTo>
                    <a:pt x="9731" y="13500"/>
                  </a:lnTo>
                  <a:lnTo>
                    <a:pt x="9256" y="13500"/>
                  </a:lnTo>
                  <a:lnTo>
                    <a:pt x="8544" y="13500"/>
                  </a:lnTo>
                  <a:lnTo>
                    <a:pt x="8070" y="13885"/>
                  </a:lnTo>
                  <a:lnTo>
                    <a:pt x="7120" y="13885"/>
                  </a:lnTo>
                  <a:lnTo>
                    <a:pt x="6645" y="13885"/>
                  </a:lnTo>
                  <a:lnTo>
                    <a:pt x="5933" y="13885"/>
                  </a:lnTo>
                  <a:lnTo>
                    <a:pt x="5696" y="13885"/>
                  </a:lnTo>
                  <a:lnTo>
                    <a:pt x="5221" y="13885"/>
                  </a:lnTo>
                  <a:lnTo>
                    <a:pt x="4984" y="13500"/>
                  </a:lnTo>
                  <a:lnTo>
                    <a:pt x="4984" y="13114"/>
                  </a:lnTo>
                  <a:lnTo>
                    <a:pt x="4509" y="12728"/>
                  </a:lnTo>
                  <a:lnTo>
                    <a:pt x="4034" y="12342"/>
                  </a:lnTo>
                  <a:lnTo>
                    <a:pt x="4034" y="11571"/>
                  </a:lnTo>
                  <a:lnTo>
                    <a:pt x="3560" y="11185"/>
                  </a:lnTo>
                  <a:lnTo>
                    <a:pt x="3322" y="10414"/>
                  </a:lnTo>
                  <a:lnTo>
                    <a:pt x="3322" y="9256"/>
                  </a:lnTo>
                  <a:lnTo>
                    <a:pt x="3085" y="8485"/>
                  </a:lnTo>
                  <a:lnTo>
                    <a:pt x="3322" y="7714"/>
                  </a:lnTo>
                  <a:lnTo>
                    <a:pt x="3322" y="7328"/>
                  </a:lnTo>
                  <a:lnTo>
                    <a:pt x="3322" y="6942"/>
                  </a:lnTo>
                  <a:lnTo>
                    <a:pt x="3560" y="6556"/>
                  </a:lnTo>
                  <a:lnTo>
                    <a:pt x="4034" y="5785"/>
                  </a:lnTo>
                  <a:lnTo>
                    <a:pt x="4272" y="5400"/>
                  </a:lnTo>
                  <a:lnTo>
                    <a:pt x="4272" y="5014"/>
                  </a:lnTo>
                  <a:lnTo>
                    <a:pt x="4509" y="4628"/>
                  </a:lnTo>
                  <a:lnTo>
                    <a:pt x="4747" y="4242"/>
                  </a:lnTo>
                  <a:lnTo>
                    <a:pt x="4747" y="3856"/>
                  </a:lnTo>
                  <a:lnTo>
                    <a:pt x="4984" y="3856"/>
                  </a:lnTo>
                  <a:lnTo>
                    <a:pt x="4984" y="3471"/>
                  </a:lnTo>
                  <a:lnTo>
                    <a:pt x="5221" y="2700"/>
                  </a:lnTo>
                  <a:lnTo>
                    <a:pt x="5221" y="2314"/>
                  </a:lnTo>
                  <a:lnTo>
                    <a:pt x="5221" y="1928"/>
                  </a:lnTo>
                  <a:lnTo>
                    <a:pt x="5221" y="1542"/>
                  </a:lnTo>
                  <a:lnTo>
                    <a:pt x="4984" y="1156"/>
                  </a:lnTo>
                  <a:lnTo>
                    <a:pt x="4984" y="1156"/>
                  </a:lnTo>
                  <a:lnTo>
                    <a:pt x="4984" y="385"/>
                  </a:lnTo>
                  <a:lnTo>
                    <a:pt x="4984" y="0"/>
                  </a:lnTo>
                  <a:lnTo>
                    <a:pt x="4747" y="0"/>
                  </a:lnTo>
                  <a:lnTo>
                    <a:pt x="4509" y="0"/>
                  </a:lnTo>
                  <a:lnTo>
                    <a:pt x="4034" y="0"/>
                  </a:lnTo>
                  <a:lnTo>
                    <a:pt x="3797" y="0"/>
                  </a:lnTo>
                  <a:lnTo>
                    <a:pt x="3322" y="385"/>
                  </a:lnTo>
                  <a:lnTo>
                    <a:pt x="3085" y="1542"/>
                  </a:lnTo>
                  <a:lnTo>
                    <a:pt x="2373" y="2314"/>
                  </a:lnTo>
                  <a:lnTo>
                    <a:pt x="1898" y="3471"/>
                  </a:lnTo>
                  <a:lnTo>
                    <a:pt x="1424" y="5014"/>
                  </a:lnTo>
                  <a:lnTo>
                    <a:pt x="949" y="6171"/>
                  </a:lnTo>
                  <a:lnTo>
                    <a:pt x="711" y="7328"/>
                  </a:lnTo>
                  <a:lnTo>
                    <a:pt x="474" y="8871"/>
                  </a:lnTo>
                  <a:lnTo>
                    <a:pt x="237" y="10414"/>
                  </a:lnTo>
                  <a:lnTo>
                    <a:pt x="0" y="11956"/>
                  </a:lnTo>
                  <a:lnTo>
                    <a:pt x="0" y="12728"/>
                  </a:lnTo>
                  <a:lnTo>
                    <a:pt x="237" y="13885"/>
                  </a:lnTo>
                  <a:lnTo>
                    <a:pt x="711" y="15428"/>
                  </a:lnTo>
                  <a:lnTo>
                    <a:pt x="949" y="16585"/>
                  </a:lnTo>
                  <a:lnTo>
                    <a:pt x="1186" y="17356"/>
                  </a:lnTo>
                  <a:lnTo>
                    <a:pt x="1661" y="18128"/>
                  </a:lnTo>
                  <a:lnTo>
                    <a:pt x="1898" y="18900"/>
                  </a:lnTo>
                  <a:lnTo>
                    <a:pt x="2373" y="19285"/>
                  </a:lnTo>
                  <a:lnTo>
                    <a:pt x="2848" y="20056"/>
                  </a:lnTo>
                  <a:lnTo>
                    <a:pt x="3322" y="20056"/>
                  </a:lnTo>
                  <a:lnTo>
                    <a:pt x="3560" y="20828"/>
                  </a:lnTo>
                  <a:lnTo>
                    <a:pt x="4034" y="20828"/>
                  </a:lnTo>
                  <a:lnTo>
                    <a:pt x="4272" y="20828"/>
                  </a:lnTo>
                  <a:lnTo>
                    <a:pt x="4747" y="21214"/>
                  </a:lnTo>
                  <a:lnTo>
                    <a:pt x="5221" y="21214"/>
                  </a:lnTo>
                  <a:lnTo>
                    <a:pt x="5696" y="21214"/>
                  </a:lnTo>
                  <a:lnTo>
                    <a:pt x="6171" y="21600"/>
                  </a:lnTo>
                  <a:lnTo>
                    <a:pt x="6645" y="21214"/>
                  </a:lnTo>
                  <a:lnTo>
                    <a:pt x="7120" y="21600"/>
                  </a:lnTo>
                  <a:lnTo>
                    <a:pt x="7595" y="21214"/>
                  </a:lnTo>
                  <a:lnTo>
                    <a:pt x="8070" y="21214"/>
                  </a:lnTo>
                  <a:lnTo>
                    <a:pt x="8544" y="21214"/>
                  </a:lnTo>
                  <a:lnTo>
                    <a:pt x="9019" y="20828"/>
                  </a:lnTo>
                  <a:lnTo>
                    <a:pt x="9494" y="21214"/>
                  </a:lnTo>
                  <a:lnTo>
                    <a:pt x="9969" y="20828"/>
                  </a:lnTo>
                  <a:lnTo>
                    <a:pt x="10443" y="20442"/>
                  </a:lnTo>
                  <a:lnTo>
                    <a:pt x="10918" y="20828"/>
                  </a:lnTo>
                  <a:lnTo>
                    <a:pt x="11155" y="20442"/>
                  </a:lnTo>
                  <a:lnTo>
                    <a:pt x="11630" y="20442"/>
                  </a:lnTo>
                  <a:lnTo>
                    <a:pt x="11867" y="20442"/>
                  </a:lnTo>
                  <a:lnTo>
                    <a:pt x="12105" y="20442"/>
                  </a:lnTo>
                  <a:lnTo>
                    <a:pt x="12580" y="20442"/>
                  </a:lnTo>
                  <a:lnTo>
                    <a:pt x="13054" y="20442"/>
                  </a:lnTo>
                  <a:lnTo>
                    <a:pt x="13292" y="20442"/>
                  </a:lnTo>
                  <a:lnTo>
                    <a:pt x="13766" y="20828"/>
                  </a:lnTo>
                  <a:lnTo>
                    <a:pt x="14241" y="21214"/>
                  </a:lnTo>
                  <a:lnTo>
                    <a:pt x="14478" y="20828"/>
                  </a:lnTo>
                  <a:lnTo>
                    <a:pt x="14953" y="21214"/>
                  </a:lnTo>
                  <a:lnTo>
                    <a:pt x="15428" y="21214"/>
                  </a:lnTo>
                  <a:lnTo>
                    <a:pt x="15903" y="21600"/>
                  </a:lnTo>
                  <a:lnTo>
                    <a:pt x="15903" y="21214"/>
                  </a:lnTo>
                  <a:lnTo>
                    <a:pt x="16615" y="20828"/>
                  </a:lnTo>
                  <a:lnTo>
                    <a:pt x="17089" y="20828"/>
                  </a:lnTo>
                  <a:lnTo>
                    <a:pt x="17564" y="20828"/>
                  </a:lnTo>
                  <a:lnTo>
                    <a:pt x="17802" y="20442"/>
                  </a:lnTo>
                  <a:lnTo>
                    <a:pt x="18276" y="20056"/>
                  </a:lnTo>
                  <a:lnTo>
                    <a:pt x="18751" y="20056"/>
                  </a:lnTo>
                  <a:lnTo>
                    <a:pt x="18988" y="19671"/>
                  </a:lnTo>
                  <a:lnTo>
                    <a:pt x="19463" y="19285"/>
                  </a:lnTo>
                  <a:lnTo>
                    <a:pt x="19938" y="19671"/>
                  </a:lnTo>
                  <a:lnTo>
                    <a:pt x="20175" y="19285"/>
                  </a:lnTo>
                  <a:lnTo>
                    <a:pt x="20175" y="18514"/>
                  </a:lnTo>
                  <a:lnTo>
                    <a:pt x="20650" y="18514"/>
                  </a:lnTo>
                  <a:lnTo>
                    <a:pt x="21125" y="17742"/>
                  </a:lnTo>
                  <a:lnTo>
                    <a:pt x="21125" y="16971"/>
                  </a:lnTo>
                  <a:lnTo>
                    <a:pt x="21125" y="16585"/>
                  </a:lnTo>
                  <a:lnTo>
                    <a:pt x="21600" y="15814"/>
                  </a:lnTo>
                  <a:lnTo>
                    <a:pt x="21362" y="15428"/>
                  </a:lnTo>
                  <a:lnTo>
                    <a:pt x="21362" y="14656"/>
                  </a:lnTo>
                  <a:lnTo>
                    <a:pt x="21362" y="14271"/>
                  </a:lnTo>
                  <a:lnTo>
                    <a:pt x="21125" y="13885"/>
                  </a:lnTo>
                  <a:lnTo>
                    <a:pt x="20887" y="13114"/>
                  </a:lnTo>
                  <a:lnTo>
                    <a:pt x="20887" y="13114"/>
                  </a:lnTo>
                  <a:lnTo>
                    <a:pt x="20413" y="12728"/>
                  </a:lnTo>
                  <a:lnTo>
                    <a:pt x="19938" y="12728"/>
                  </a:lnTo>
                  <a:lnTo>
                    <a:pt x="19463" y="12728"/>
                  </a:lnTo>
                  <a:lnTo>
                    <a:pt x="18988" y="12728"/>
                  </a:lnTo>
                  <a:lnTo>
                    <a:pt x="18751" y="12728"/>
                  </a:lnTo>
                  <a:lnTo>
                    <a:pt x="18514" y="12728"/>
                  </a:lnTo>
                  <a:lnTo>
                    <a:pt x="18276" y="12728"/>
                  </a:lnTo>
                  <a:lnTo>
                    <a:pt x="18039" y="12728"/>
                  </a:lnTo>
                  <a:lnTo>
                    <a:pt x="17802" y="12728"/>
                  </a:lnTo>
                  <a:lnTo>
                    <a:pt x="17564" y="12342"/>
                  </a:lnTo>
                  <a:lnTo>
                    <a:pt x="17327" y="12342"/>
                  </a:lnTo>
                  <a:lnTo>
                    <a:pt x="17089" y="12728"/>
                  </a:lnTo>
                  <a:lnTo>
                    <a:pt x="17089" y="12728"/>
                  </a:lnTo>
                  <a:lnTo>
                    <a:pt x="16852" y="12728"/>
                  </a:lnTo>
                  <a:lnTo>
                    <a:pt x="16615" y="12728"/>
                  </a:lnTo>
                  <a:lnTo>
                    <a:pt x="16377" y="12728"/>
                  </a:lnTo>
                  <a:lnTo>
                    <a:pt x="16140" y="12728"/>
                  </a:lnTo>
                  <a:lnTo>
                    <a:pt x="15903" y="12728"/>
                  </a:lnTo>
                  <a:lnTo>
                    <a:pt x="15665" y="12728"/>
                  </a:lnTo>
                  <a:lnTo>
                    <a:pt x="15428" y="13114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GB" altLang="en-US"/>
            </a:p>
          </p:txBody>
        </p:sp>
        <p:sp>
          <p:nvSpPr>
            <p:cNvPr id="1040" name="未知"/>
            <p:cNvSpPr>
              <a:spLocks noChangeAspect="1"/>
            </p:cNvSpPr>
            <p:nvPr/>
          </p:nvSpPr>
          <p:spPr>
            <a:xfrm>
              <a:off x="73" y="63"/>
              <a:ext cx="278" cy="107"/>
            </a:xfrm>
            <a:custGeom>
              <a:avLst/>
              <a:gdLst/>
              <a:ahLst/>
              <a:cxnLst>
                <a:cxn ang="0">
                  <a:pos x="104" y="66"/>
                </a:cxn>
                <a:cxn ang="0">
                  <a:pos x="113" y="59"/>
                </a:cxn>
                <a:cxn ang="0">
                  <a:pos x="122" y="55"/>
                </a:cxn>
                <a:cxn ang="0">
                  <a:pos x="131" y="52"/>
                </a:cxn>
                <a:cxn ang="0">
                  <a:pos x="138" y="48"/>
                </a:cxn>
                <a:cxn ang="0">
                  <a:pos x="147" y="43"/>
                </a:cxn>
                <a:cxn ang="0">
                  <a:pos x="154" y="39"/>
                </a:cxn>
                <a:cxn ang="0">
                  <a:pos x="163" y="36"/>
                </a:cxn>
                <a:cxn ang="0">
                  <a:pos x="170" y="32"/>
                </a:cxn>
                <a:cxn ang="0">
                  <a:pos x="179" y="30"/>
                </a:cxn>
                <a:cxn ang="0">
                  <a:pos x="185" y="30"/>
                </a:cxn>
                <a:cxn ang="0">
                  <a:pos x="194" y="23"/>
                </a:cxn>
                <a:cxn ang="0">
                  <a:pos x="206" y="23"/>
                </a:cxn>
                <a:cxn ang="0">
                  <a:pos x="217" y="23"/>
                </a:cxn>
                <a:cxn ang="0">
                  <a:pos x="226" y="20"/>
                </a:cxn>
                <a:cxn ang="0">
                  <a:pos x="244" y="23"/>
                </a:cxn>
                <a:cxn ang="0">
                  <a:pos x="255" y="25"/>
                </a:cxn>
                <a:cxn ang="0">
                  <a:pos x="267" y="25"/>
                </a:cxn>
                <a:cxn ang="0">
                  <a:pos x="273" y="20"/>
                </a:cxn>
                <a:cxn ang="0">
                  <a:pos x="278" y="14"/>
                </a:cxn>
                <a:cxn ang="0">
                  <a:pos x="273" y="9"/>
                </a:cxn>
                <a:cxn ang="0">
                  <a:pos x="269" y="2"/>
                </a:cxn>
                <a:cxn ang="0">
                  <a:pos x="260" y="0"/>
                </a:cxn>
                <a:cxn ang="0">
                  <a:pos x="244" y="2"/>
                </a:cxn>
                <a:cxn ang="0">
                  <a:pos x="228" y="2"/>
                </a:cxn>
                <a:cxn ang="0">
                  <a:pos x="219" y="9"/>
                </a:cxn>
                <a:cxn ang="0">
                  <a:pos x="206" y="9"/>
                </a:cxn>
                <a:cxn ang="0">
                  <a:pos x="190" y="14"/>
                </a:cxn>
                <a:cxn ang="0">
                  <a:pos x="174" y="18"/>
                </a:cxn>
                <a:cxn ang="0">
                  <a:pos x="158" y="18"/>
                </a:cxn>
                <a:cxn ang="0">
                  <a:pos x="145" y="23"/>
                </a:cxn>
                <a:cxn ang="0">
                  <a:pos x="127" y="23"/>
                </a:cxn>
                <a:cxn ang="0">
                  <a:pos x="113" y="27"/>
                </a:cxn>
                <a:cxn ang="0">
                  <a:pos x="95" y="30"/>
                </a:cxn>
                <a:cxn ang="0">
                  <a:pos x="79" y="34"/>
                </a:cxn>
                <a:cxn ang="0">
                  <a:pos x="63" y="39"/>
                </a:cxn>
                <a:cxn ang="0">
                  <a:pos x="50" y="41"/>
                </a:cxn>
                <a:cxn ang="0">
                  <a:pos x="36" y="46"/>
                </a:cxn>
                <a:cxn ang="0">
                  <a:pos x="29" y="52"/>
                </a:cxn>
                <a:cxn ang="0">
                  <a:pos x="20" y="59"/>
                </a:cxn>
                <a:cxn ang="0">
                  <a:pos x="11" y="68"/>
                </a:cxn>
                <a:cxn ang="0">
                  <a:pos x="5" y="80"/>
                </a:cxn>
                <a:cxn ang="0">
                  <a:pos x="2" y="91"/>
                </a:cxn>
                <a:cxn ang="0">
                  <a:pos x="0" y="98"/>
                </a:cxn>
                <a:cxn ang="0">
                  <a:pos x="5" y="105"/>
                </a:cxn>
                <a:cxn ang="0">
                  <a:pos x="11" y="105"/>
                </a:cxn>
                <a:cxn ang="0">
                  <a:pos x="20" y="105"/>
                </a:cxn>
                <a:cxn ang="0">
                  <a:pos x="27" y="102"/>
                </a:cxn>
                <a:cxn ang="0">
                  <a:pos x="38" y="98"/>
                </a:cxn>
                <a:cxn ang="0">
                  <a:pos x="47" y="91"/>
                </a:cxn>
                <a:cxn ang="0">
                  <a:pos x="54" y="89"/>
                </a:cxn>
                <a:cxn ang="0">
                  <a:pos x="63" y="87"/>
                </a:cxn>
                <a:cxn ang="0">
                  <a:pos x="68" y="82"/>
                </a:cxn>
                <a:cxn ang="0">
                  <a:pos x="75" y="82"/>
                </a:cxn>
                <a:cxn ang="0">
                  <a:pos x="84" y="80"/>
                </a:cxn>
                <a:cxn ang="0">
                  <a:pos x="93" y="73"/>
                </a:cxn>
              </a:cxnLst>
              <a:pathLst>
                <a:path w="21600" h="21600">
                  <a:moveTo>
                    <a:pt x="7726" y="14246"/>
                  </a:moveTo>
                  <a:lnTo>
                    <a:pt x="8077" y="13327"/>
                  </a:lnTo>
                  <a:lnTo>
                    <a:pt x="8253" y="12867"/>
                  </a:lnTo>
                  <a:lnTo>
                    <a:pt x="8780" y="11948"/>
                  </a:lnTo>
                  <a:lnTo>
                    <a:pt x="9131" y="11489"/>
                  </a:lnTo>
                  <a:lnTo>
                    <a:pt x="9482" y="11029"/>
                  </a:lnTo>
                  <a:lnTo>
                    <a:pt x="9658" y="11029"/>
                  </a:lnTo>
                  <a:lnTo>
                    <a:pt x="10185" y="10569"/>
                  </a:lnTo>
                  <a:lnTo>
                    <a:pt x="10536" y="10110"/>
                  </a:lnTo>
                  <a:lnTo>
                    <a:pt x="10711" y="9651"/>
                  </a:lnTo>
                  <a:lnTo>
                    <a:pt x="11063" y="9191"/>
                  </a:lnTo>
                  <a:lnTo>
                    <a:pt x="11414" y="8731"/>
                  </a:lnTo>
                  <a:lnTo>
                    <a:pt x="11590" y="8272"/>
                  </a:lnTo>
                  <a:lnTo>
                    <a:pt x="11941" y="7812"/>
                  </a:lnTo>
                  <a:lnTo>
                    <a:pt x="12292" y="7353"/>
                  </a:lnTo>
                  <a:lnTo>
                    <a:pt x="12643" y="7353"/>
                  </a:lnTo>
                  <a:lnTo>
                    <a:pt x="12995" y="6893"/>
                  </a:lnTo>
                  <a:lnTo>
                    <a:pt x="13170" y="6433"/>
                  </a:lnTo>
                  <a:lnTo>
                    <a:pt x="13521" y="6433"/>
                  </a:lnTo>
                  <a:lnTo>
                    <a:pt x="13873" y="5974"/>
                  </a:lnTo>
                  <a:lnTo>
                    <a:pt x="14048" y="5974"/>
                  </a:lnTo>
                  <a:lnTo>
                    <a:pt x="14399" y="5974"/>
                  </a:lnTo>
                  <a:lnTo>
                    <a:pt x="14751" y="5055"/>
                  </a:lnTo>
                  <a:lnTo>
                    <a:pt x="15102" y="4595"/>
                  </a:lnTo>
                  <a:lnTo>
                    <a:pt x="15453" y="4595"/>
                  </a:lnTo>
                  <a:lnTo>
                    <a:pt x="15980" y="4595"/>
                  </a:lnTo>
                  <a:lnTo>
                    <a:pt x="16331" y="4595"/>
                  </a:lnTo>
                  <a:lnTo>
                    <a:pt x="16858" y="4595"/>
                  </a:lnTo>
                  <a:lnTo>
                    <a:pt x="17385" y="4136"/>
                  </a:lnTo>
                  <a:lnTo>
                    <a:pt x="17560" y="4136"/>
                  </a:lnTo>
                  <a:lnTo>
                    <a:pt x="18263" y="4136"/>
                  </a:lnTo>
                  <a:lnTo>
                    <a:pt x="18965" y="4595"/>
                  </a:lnTo>
                  <a:lnTo>
                    <a:pt x="19316" y="5055"/>
                  </a:lnTo>
                  <a:lnTo>
                    <a:pt x="19843" y="5055"/>
                  </a:lnTo>
                  <a:lnTo>
                    <a:pt x="20370" y="5514"/>
                  </a:lnTo>
                  <a:lnTo>
                    <a:pt x="20721" y="5055"/>
                  </a:lnTo>
                  <a:lnTo>
                    <a:pt x="21072" y="5055"/>
                  </a:lnTo>
                  <a:lnTo>
                    <a:pt x="21248" y="4136"/>
                  </a:lnTo>
                  <a:lnTo>
                    <a:pt x="21424" y="3676"/>
                  </a:lnTo>
                  <a:lnTo>
                    <a:pt x="21600" y="2757"/>
                  </a:lnTo>
                  <a:lnTo>
                    <a:pt x="21424" y="2297"/>
                  </a:lnTo>
                  <a:lnTo>
                    <a:pt x="21248" y="1838"/>
                  </a:lnTo>
                  <a:lnTo>
                    <a:pt x="21072" y="918"/>
                  </a:lnTo>
                  <a:lnTo>
                    <a:pt x="20897" y="459"/>
                  </a:lnTo>
                  <a:lnTo>
                    <a:pt x="20721" y="459"/>
                  </a:lnTo>
                  <a:lnTo>
                    <a:pt x="20194" y="0"/>
                  </a:lnTo>
                  <a:lnTo>
                    <a:pt x="19668" y="0"/>
                  </a:lnTo>
                  <a:lnTo>
                    <a:pt x="18965" y="459"/>
                  </a:lnTo>
                  <a:lnTo>
                    <a:pt x="18263" y="459"/>
                  </a:lnTo>
                  <a:lnTo>
                    <a:pt x="17736" y="459"/>
                  </a:lnTo>
                  <a:lnTo>
                    <a:pt x="17560" y="918"/>
                  </a:lnTo>
                  <a:lnTo>
                    <a:pt x="17033" y="1838"/>
                  </a:lnTo>
                  <a:lnTo>
                    <a:pt x="16507" y="1838"/>
                  </a:lnTo>
                  <a:lnTo>
                    <a:pt x="15980" y="1838"/>
                  </a:lnTo>
                  <a:lnTo>
                    <a:pt x="15277" y="2297"/>
                  </a:lnTo>
                  <a:lnTo>
                    <a:pt x="14751" y="2757"/>
                  </a:lnTo>
                  <a:lnTo>
                    <a:pt x="14399" y="3216"/>
                  </a:lnTo>
                  <a:lnTo>
                    <a:pt x="13521" y="3676"/>
                  </a:lnTo>
                  <a:lnTo>
                    <a:pt x="12995" y="3676"/>
                  </a:lnTo>
                  <a:lnTo>
                    <a:pt x="12292" y="3676"/>
                  </a:lnTo>
                  <a:lnTo>
                    <a:pt x="11765" y="4136"/>
                  </a:lnTo>
                  <a:lnTo>
                    <a:pt x="11239" y="4595"/>
                  </a:lnTo>
                  <a:lnTo>
                    <a:pt x="10711" y="4136"/>
                  </a:lnTo>
                  <a:lnTo>
                    <a:pt x="9833" y="4595"/>
                  </a:lnTo>
                  <a:lnTo>
                    <a:pt x="9131" y="5055"/>
                  </a:lnTo>
                  <a:lnTo>
                    <a:pt x="8780" y="5514"/>
                  </a:lnTo>
                  <a:lnTo>
                    <a:pt x="8077" y="5974"/>
                  </a:lnTo>
                  <a:lnTo>
                    <a:pt x="7375" y="5974"/>
                  </a:lnTo>
                  <a:lnTo>
                    <a:pt x="6672" y="6433"/>
                  </a:lnTo>
                  <a:lnTo>
                    <a:pt x="6146" y="6893"/>
                  </a:lnTo>
                  <a:lnTo>
                    <a:pt x="5619" y="7353"/>
                  </a:lnTo>
                  <a:lnTo>
                    <a:pt x="4916" y="7812"/>
                  </a:lnTo>
                  <a:lnTo>
                    <a:pt x="4390" y="8272"/>
                  </a:lnTo>
                  <a:lnTo>
                    <a:pt x="3863" y="8272"/>
                  </a:lnTo>
                  <a:lnTo>
                    <a:pt x="3512" y="9191"/>
                  </a:lnTo>
                  <a:lnTo>
                    <a:pt x="2809" y="9191"/>
                  </a:lnTo>
                  <a:lnTo>
                    <a:pt x="2634" y="10110"/>
                  </a:lnTo>
                  <a:lnTo>
                    <a:pt x="2282" y="10569"/>
                  </a:lnTo>
                  <a:lnTo>
                    <a:pt x="1756" y="11029"/>
                  </a:lnTo>
                  <a:lnTo>
                    <a:pt x="1580" y="11948"/>
                  </a:lnTo>
                  <a:lnTo>
                    <a:pt x="1404" y="12408"/>
                  </a:lnTo>
                  <a:lnTo>
                    <a:pt x="878" y="13787"/>
                  </a:lnTo>
                  <a:lnTo>
                    <a:pt x="526" y="15165"/>
                  </a:lnTo>
                  <a:lnTo>
                    <a:pt x="351" y="16084"/>
                  </a:lnTo>
                  <a:lnTo>
                    <a:pt x="175" y="17004"/>
                  </a:lnTo>
                  <a:lnTo>
                    <a:pt x="175" y="18382"/>
                  </a:lnTo>
                  <a:lnTo>
                    <a:pt x="0" y="19302"/>
                  </a:lnTo>
                  <a:lnTo>
                    <a:pt x="0" y="19761"/>
                  </a:lnTo>
                  <a:lnTo>
                    <a:pt x="175" y="20220"/>
                  </a:lnTo>
                  <a:lnTo>
                    <a:pt x="351" y="21140"/>
                  </a:lnTo>
                  <a:lnTo>
                    <a:pt x="526" y="21140"/>
                  </a:lnTo>
                  <a:lnTo>
                    <a:pt x="878" y="21140"/>
                  </a:lnTo>
                  <a:lnTo>
                    <a:pt x="1229" y="21600"/>
                  </a:lnTo>
                  <a:lnTo>
                    <a:pt x="1580" y="21140"/>
                  </a:lnTo>
                  <a:lnTo>
                    <a:pt x="1756" y="20680"/>
                  </a:lnTo>
                  <a:lnTo>
                    <a:pt x="2107" y="20680"/>
                  </a:lnTo>
                  <a:lnTo>
                    <a:pt x="2458" y="19761"/>
                  </a:lnTo>
                  <a:lnTo>
                    <a:pt x="2985" y="19761"/>
                  </a:lnTo>
                  <a:lnTo>
                    <a:pt x="3336" y="18842"/>
                  </a:lnTo>
                  <a:lnTo>
                    <a:pt x="3687" y="18382"/>
                  </a:lnTo>
                  <a:lnTo>
                    <a:pt x="3863" y="18382"/>
                  </a:lnTo>
                  <a:lnTo>
                    <a:pt x="4214" y="17923"/>
                  </a:lnTo>
                  <a:lnTo>
                    <a:pt x="4741" y="17923"/>
                  </a:lnTo>
                  <a:lnTo>
                    <a:pt x="4916" y="17463"/>
                  </a:lnTo>
                  <a:lnTo>
                    <a:pt x="5092" y="17004"/>
                  </a:lnTo>
                  <a:lnTo>
                    <a:pt x="5268" y="16544"/>
                  </a:lnTo>
                  <a:lnTo>
                    <a:pt x="5619" y="17004"/>
                  </a:lnTo>
                  <a:lnTo>
                    <a:pt x="5794" y="16544"/>
                  </a:lnTo>
                  <a:lnTo>
                    <a:pt x="6146" y="16084"/>
                  </a:lnTo>
                  <a:lnTo>
                    <a:pt x="6497" y="16084"/>
                  </a:lnTo>
                  <a:lnTo>
                    <a:pt x="6848" y="15165"/>
                  </a:lnTo>
                  <a:lnTo>
                    <a:pt x="7199" y="14706"/>
                  </a:lnTo>
                  <a:lnTo>
                    <a:pt x="7726" y="14246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GB" altLang="en-US"/>
            </a:p>
          </p:txBody>
        </p:sp>
        <p:sp>
          <p:nvSpPr>
            <p:cNvPr id="1041" name="未知"/>
            <p:cNvSpPr>
              <a:spLocks noChangeAspect="1"/>
            </p:cNvSpPr>
            <p:nvPr/>
          </p:nvSpPr>
          <p:spPr>
            <a:xfrm>
              <a:off x="2" y="494"/>
              <a:ext cx="370" cy="483"/>
            </a:xfrm>
            <a:custGeom>
              <a:avLst/>
              <a:gdLst/>
              <a:ahLst/>
              <a:cxnLst>
                <a:cxn ang="0">
                  <a:pos x="261" y="82"/>
                </a:cxn>
                <a:cxn ang="0">
                  <a:pos x="277" y="43"/>
                </a:cxn>
                <a:cxn ang="0">
                  <a:pos x="302" y="18"/>
                </a:cxn>
                <a:cxn ang="0">
                  <a:pos x="350" y="7"/>
                </a:cxn>
                <a:cxn ang="0">
                  <a:pos x="365" y="0"/>
                </a:cxn>
                <a:cxn ang="0">
                  <a:pos x="316" y="14"/>
                </a:cxn>
                <a:cxn ang="0">
                  <a:pos x="279" y="27"/>
                </a:cxn>
                <a:cxn ang="0">
                  <a:pos x="250" y="57"/>
                </a:cxn>
                <a:cxn ang="0">
                  <a:pos x="236" y="75"/>
                </a:cxn>
                <a:cxn ang="0">
                  <a:pos x="218" y="102"/>
                </a:cxn>
                <a:cxn ang="0">
                  <a:pos x="207" y="127"/>
                </a:cxn>
                <a:cxn ang="0">
                  <a:pos x="195" y="154"/>
                </a:cxn>
                <a:cxn ang="0">
                  <a:pos x="186" y="193"/>
                </a:cxn>
                <a:cxn ang="0">
                  <a:pos x="175" y="218"/>
                </a:cxn>
                <a:cxn ang="0">
                  <a:pos x="170" y="261"/>
                </a:cxn>
                <a:cxn ang="0">
                  <a:pos x="175" y="279"/>
                </a:cxn>
                <a:cxn ang="0">
                  <a:pos x="188" y="245"/>
                </a:cxn>
                <a:cxn ang="0">
                  <a:pos x="202" y="206"/>
                </a:cxn>
                <a:cxn ang="0">
                  <a:pos x="225" y="181"/>
                </a:cxn>
                <a:cxn ang="0">
                  <a:pos x="236" y="193"/>
                </a:cxn>
                <a:cxn ang="0">
                  <a:pos x="238" y="220"/>
                </a:cxn>
                <a:cxn ang="0">
                  <a:pos x="236" y="252"/>
                </a:cxn>
                <a:cxn ang="0">
                  <a:pos x="232" y="283"/>
                </a:cxn>
                <a:cxn ang="0">
                  <a:pos x="227" y="297"/>
                </a:cxn>
                <a:cxn ang="0">
                  <a:pos x="220" y="336"/>
                </a:cxn>
                <a:cxn ang="0">
                  <a:pos x="207" y="374"/>
                </a:cxn>
                <a:cxn ang="0">
                  <a:pos x="191" y="408"/>
                </a:cxn>
                <a:cxn ang="0">
                  <a:pos x="170" y="433"/>
                </a:cxn>
                <a:cxn ang="0">
                  <a:pos x="150" y="449"/>
                </a:cxn>
                <a:cxn ang="0">
                  <a:pos x="123" y="454"/>
                </a:cxn>
                <a:cxn ang="0">
                  <a:pos x="95" y="440"/>
                </a:cxn>
                <a:cxn ang="0">
                  <a:pos x="75" y="408"/>
                </a:cxn>
                <a:cxn ang="0">
                  <a:pos x="59" y="367"/>
                </a:cxn>
                <a:cxn ang="0">
                  <a:pos x="48" y="322"/>
                </a:cxn>
                <a:cxn ang="0">
                  <a:pos x="48" y="274"/>
                </a:cxn>
                <a:cxn ang="0">
                  <a:pos x="50" y="222"/>
                </a:cxn>
                <a:cxn ang="0">
                  <a:pos x="59" y="172"/>
                </a:cxn>
                <a:cxn ang="0">
                  <a:pos x="75" y="125"/>
                </a:cxn>
                <a:cxn ang="0">
                  <a:pos x="95" y="88"/>
                </a:cxn>
                <a:cxn ang="0">
                  <a:pos x="123" y="66"/>
                </a:cxn>
                <a:cxn ang="0">
                  <a:pos x="120" y="63"/>
                </a:cxn>
                <a:cxn ang="0">
                  <a:pos x="89" y="73"/>
                </a:cxn>
                <a:cxn ang="0">
                  <a:pos x="61" y="82"/>
                </a:cxn>
                <a:cxn ang="0">
                  <a:pos x="39" y="111"/>
                </a:cxn>
                <a:cxn ang="0">
                  <a:pos x="18" y="156"/>
                </a:cxn>
                <a:cxn ang="0">
                  <a:pos x="5" y="213"/>
                </a:cxn>
                <a:cxn ang="0">
                  <a:pos x="0" y="272"/>
                </a:cxn>
                <a:cxn ang="0">
                  <a:pos x="7" y="336"/>
                </a:cxn>
                <a:cxn ang="0">
                  <a:pos x="41" y="429"/>
                </a:cxn>
                <a:cxn ang="0">
                  <a:pos x="91" y="476"/>
                </a:cxn>
                <a:cxn ang="0">
                  <a:pos x="141" y="476"/>
                </a:cxn>
                <a:cxn ang="0">
                  <a:pos x="184" y="440"/>
                </a:cxn>
                <a:cxn ang="0">
                  <a:pos x="218" y="383"/>
                </a:cxn>
                <a:cxn ang="0">
                  <a:pos x="229" y="336"/>
                </a:cxn>
                <a:cxn ang="0">
                  <a:pos x="236" y="306"/>
                </a:cxn>
                <a:cxn ang="0">
                  <a:pos x="238" y="274"/>
                </a:cxn>
                <a:cxn ang="0">
                  <a:pos x="236" y="243"/>
                </a:cxn>
                <a:cxn ang="0">
                  <a:pos x="232" y="211"/>
                </a:cxn>
                <a:cxn ang="0">
                  <a:pos x="225" y="179"/>
                </a:cxn>
                <a:cxn ang="0">
                  <a:pos x="229" y="150"/>
                </a:cxn>
                <a:cxn ang="0">
                  <a:pos x="241" y="116"/>
                </a:cxn>
              </a:cxnLst>
              <a:pathLst>
                <a:path w="21600" h="21600">
                  <a:moveTo>
                    <a:pt x="14443" y="4765"/>
                  </a:moveTo>
                  <a:lnTo>
                    <a:pt x="14708" y="4664"/>
                  </a:lnTo>
                  <a:lnTo>
                    <a:pt x="14841" y="4461"/>
                  </a:lnTo>
                  <a:lnTo>
                    <a:pt x="14973" y="4258"/>
                  </a:lnTo>
                  <a:lnTo>
                    <a:pt x="15106" y="3954"/>
                  </a:lnTo>
                  <a:lnTo>
                    <a:pt x="15239" y="3650"/>
                  </a:lnTo>
                  <a:lnTo>
                    <a:pt x="15371" y="3447"/>
                  </a:lnTo>
                  <a:lnTo>
                    <a:pt x="15504" y="3143"/>
                  </a:lnTo>
                  <a:lnTo>
                    <a:pt x="15769" y="2737"/>
                  </a:lnTo>
                  <a:lnTo>
                    <a:pt x="15769" y="2433"/>
                  </a:lnTo>
                  <a:lnTo>
                    <a:pt x="16034" y="2027"/>
                  </a:lnTo>
                  <a:lnTo>
                    <a:pt x="16166" y="1926"/>
                  </a:lnTo>
                  <a:lnTo>
                    <a:pt x="16299" y="1622"/>
                  </a:lnTo>
                  <a:lnTo>
                    <a:pt x="16564" y="1419"/>
                  </a:lnTo>
                  <a:lnTo>
                    <a:pt x="16829" y="1115"/>
                  </a:lnTo>
                  <a:lnTo>
                    <a:pt x="17094" y="1115"/>
                  </a:lnTo>
                  <a:lnTo>
                    <a:pt x="17359" y="912"/>
                  </a:lnTo>
                  <a:lnTo>
                    <a:pt x="17624" y="811"/>
                  </a:lnTo>
                  <a:lnTo>
                    <a:pt x="18021" y="709"/>
                  </a:lnTo>
                  <a:lnTo>
                    <a:pt x="18551" y="608"/>
                  </a:lnTo>
                  <a:lnTo>
                    <a:pt x="19214" y="608"/>
                  </a:lnTo>
                  <a:lnTo>
                    <a:pt x="19612" y="608"/>
                  </a:lnTo>
                  <a:lnTo>
                    <a:pt x="20009" y="405"/>
                  </a:lnTo>
                  <a:lnTo>
                    <a:pt x="20407" y="304"/>
                  </a:lnTo>
                  <a:lnTo>
                    <a:pt x="20937" y="202"/>
                  </a:lnTo>
                  <a:lnTo>
                    <a:pt x="21202" y="101"/>
                  </a:lnTo>
                  <a:lnTo>
                    <a:pt x="21467" y="0"/>
                  </a:lnTo>
                  <a:lnTo>
                    <a:pt x="21600" y="101"/>
                  </a:lnTo>
                  <a:lnTo>
                    <a:pt x="21467" y="0"/>
                  </a:lnTo>
                  <a:lnTo>
                    <a:pt x="21334" y="0"/>
                  </a:lnTo>
                  <a:lnTo>
                    <a:pt x="21069" y="101"/>
                  </a:lnTo>
                  <a:lnTo>
                    <a:pt x="20539" y="202"/>
                  </a:lnTo>
                  <a:lnTo>
                    <a:pt x="19612" y="405"/>
                  </a:lnTo>
                  <a:lnTo>
                    <a:pt x="19346" y="405"/>
                  </a:lnTo>
                  <a:lnTo>
                    <a:pt x="18949" y="506"/>
                  </a:lnTo>
                  <a:lnTo>
                    <a:pt x="18419" y="608"/>
                  </a:lnTo>
                  <a:lnTo>
                    <a:pt x="18021" y="608"/>
                  </a:lnTo>
                  <a:lnTo>
                    <a:pt x="17624" y="709"/>
                  </a:lnTo>
                  <a:lnTo>
                    <a:pt x="17359" y="811"/>
                  </a:lnTo>
                  <a:lnTo>
                    <a:pt x="16961" y="1013"/>
                  </a:lnTo>
                  <a:lnTo>
                    <a:pt x="16696" y="1115"/>
                  </a:lnTo>
                  <a:lnTo>
                    <a:pt x="16299" y="1216"/>
                  </a:lnTo>
                  <a:lnTo>
                    <a:pt x="15901" y="1419"/>
                  </a:lnTo>
                  <a:lnTo>
                    <a:pt x="15636" y="1622"/>
                  </a:lnTo>
                  <a:lnTo>
                    <a:pt x="15371" y="1723"/>
                  </a:lnTo>
                  <a:lnTo>
                    <a:pt x="14973" y="1926"/>
                  </a:lnTo>
                  <a:lnTo>
                    <a:pt x="14841" y="2129"/>
                  </a:lnTo>
                  <a:lnTo>
                    <a:pt x="14576" y="2535"/>
                  </a:lnTo>
                  <a:lnTo>
                    <a:pt x="14311" y="2839"/>
                  </a:lnTo>
                  <a:lnTo>
                    <a:pt x="14311" y="2940"/>
                  </a:lnTo>
                  <a:lnTo>
                    <a:pt x="14178" y="3042"/>
                  </a:lnTo>
                  <a:lnTo>
                    <a:pt x="14046" y="3143"/>
                  </a:lnTo>
                  <a:lnTo>
                    <a:pt x="13913" y="3244"/>
                  </a:lnTo>
                  <a:lnTo>
                    <a:pt x="13781" y="3346"/>
                  </a:lnTo>
                  <a:lnTo>
                    <a:pt x="13648" y="3549"/>
                  </a:lnTo>
                  <a:lnTo>
                    <a:pt x="13383" y="3752"/>
                  </a:lnTo>
                  <a:lnTo>
                    <a:pt x="13251" y="3853"/>
                  </a:lnTo>
                  <a:lnTo>
                    <a:pt x="13118" y="4056"/>
                  </a:lnTo>
                  <a:lnTo>
                    <a:pt x="12986" y="4258"/>
                  </a:lnTo>
                  <a:lnTo>
                    <a:pt x="12721" y="4563"/>
                  </a:lnTo>
                  <a:lnTo>
                    <a:pt x="12588" y="4664"/>
                  </a:lnTo>
                  <a:lnTo>
                    <a:pt x="12588" y="4867"/>
                  </a:lnTo>
                  <a:lnTo>
                    <a:pt x="12323" y="5070"/>
                  </a:lnTo>
                  <a:lnTo>
                    <a:pt x="12191" y="5374"/>
                  </a:lnTo>
                  <a:lnTo>
                    <a:pt x="12058" y="5577"/>
                  </a:lnTo>
                  <a:lnTo>
                    <a:pt x="12058" y="5678"/>
                  </a:lnTo>
                  <a:lnTo>
                    <a:pt x="12058" y="5881"/>
                  </a:lnTo>
                  <a:lnTo>
                    <a:pt x="11926" y="5983"/>
                  </a:lnTo>
                  <a:lnTo>
                    <a:pt x="11793" y="6185"/>
                  </a:lnTo>
                  <a:lnTo>
                    <a:pt x="11661" y="6388"/>
                  </a:lnTo>
                  <a:lnTo>
                    <a:pt x="11528" y="6591"/>
                  </a:lnTo>
                  <a:lnTo>
                    <a:pt x="11396" y="6895"/>
                  </a:lnTo>
                  <a:lnTo>
                    <a:pt x="11396" y="7199"/>
                  </a:lnTo>
                  <a:lnTo>
                    <a:pt x="11131" y="7605"/>
                  </a:lnTo>
                  <a:lnTo>
                    <a:pt x="10998" y="7909"/>
                  </a:lnTo>
                  <a:lnTo>
                    <a:pt x="10998" y="8214"/>
                  </a:lnTo>
                  <a:lnTo>
                    <a:pt x="10866" y="8416"/>
                  </a:lnTo>
                  <a:lnTo>
                    <a:pt x="10866" y="8619"/>
                  </a:lnTo>
                  <a:lnTo>
                    <a:pt x="10600" y="8720"/>
                  </a:lnTo>
                  <a:lnTo>
                    <a:pt x="10600" y="8923"/>
                  </a:lnTo>
                  <a:lnTo>
                    <a:pt x="10600" y="9025"/>
                  </a:lnTo>
                  <a:lnTo>
                    <a:pt x="10468" y="9126"/>
                  </a:lnTo>
                  <a:lnTo>
                    <a:pt x="10335" y="9430"/>
                  </a:lnTo>
                  <a:lnTo>
                    <a:pt x="10203" y="9735"/>
                  </a:lnTo>
                  <a:lnTo>
                    <a:pt x="10203" y="9937"/>
                  </a:lnTo>
                  <a:lnTo>
                    <a:pt x="10203" y="10242"/>
                  </a:lnTo>
                  <a:lnTo>
                    <a:pt x="10070" y="10647"/>
                  </a:lnTo>
                  <a:lnTo>
                    <a:pt x="10070" y="10951"/>
                  </a:lnTo>
                  <a:lnTo>
                    <a:pt x="10070" y="11357"/>
                  </a:lnTo>
                  <a:lnTo>
                    <a:pt x="9938" y="11661"/>
                  </a:lnTo>
                  <a:lnTo>
                    <a:pt x="9938" y="11966"/>
                  </a:lnTo>
                  <a:lnTo>
                    <a:pt x="9938" y="12270"/>
                  </a:lnTo>
                  <a:lnTo>
                    <a:pt x="9938" y="12472"/>
                  </a:lnTo>
                  <a:lnTo>
                    <a:pt x="9938" y="12574"/>
                  </a:lnTo>
                  <a:lnTo>
                    <a:pt x="10070" y="12574"/>
                  </a:lnTo>
                  <a:lnTo>
                    <a:pt x="10203" y="12472"/>
                  </a:lnTo>
                  <a:lnTo>
                    <a:pt x="10468" y="12371"/>
                  </a:lnTo>
                  <a:lnTo>
                    <a:pt x="10600" y="12067"/>
                  </a:lnTo>
                  <a:lnTo>
                    <a:pt x="10733" y="11763"/>
                  </a:lnTo>
                  <a:lnTo>
                    <a:pt x="10733" y="11560"/>
                  </a:lnTo>
                  <a:lnTo>
                    <a:pt x="10866" y="11256"/>
                  </a:lnTo>
                  <a:lnTo>
                    <a:pt x="10998" y="10951"/>
                  </a:lnTo>
                  <a:lnTo>
                    <a:pt x="10998" y="10647"/>
                  </a:lnTo>
                  <a:lnTo>
                    <a:pt x="11131" y="10242"/>
                  </a:lnTo>
                  <a:lnTo>
                    <a:pt x="11263" y="10039"/>
                  </a:lnTo>
                  <a:lnTo>
                    <a:pt x="11396" y="9937"/>
                  </a:lnTo>
                  <a:lnTo>
                    <a:pt x="11528" y="9633"/>
                  </a:lnTo>
                  <a:lnTo>
                    <a:pt x="11793" y="9227"/>
                  </a:lnTo>
                  <a:lnTo>
                    <a:pt x="11793" y="8923"/>
                  </a:lnTo>
                  <a:lnTo>
                    <a:pt x="12191" y="8720"/>
                  </a:lnTo>
                  <a:lnTo>
                    <a:pt x="12323" y="8518"/>
                  </a:lnTo>
                  <a:lnTo>
                    <a:pt x="12721" y="8315"/>
                  </a:lnTo>
                  <a:lnTo>
                    <a:pt x="13118" y="8214"/>
                  </a:lnTo>
                  <a:lnTo>
                    <a:pt x="13118" y="8112"/>
                  </a:lnTo>
                  <a:lnTo>
                    <a:pt x="13251" y="8112"/>
                  </a:lnTo>
                  <a:lnTo>
                    <a:pt x="13383" y="8112"/>
                  </a:lnTo>
                  <a:lnTo>
                    <a:pt x="13516" y="8214"/>
                  </a:lnTo>
                  <a:lnTo>
                    <a:pt x="13648" y="8315"/>
                  </a:lnTo>
                  <a:lnTo>
                    <a:pt x="13781" y="8416"/>
                  </a:lnTo>
                  <a:lnTo>
                    <a:pt x="13781" y="8619"/>
                  </a:lnTo>
                  <a:lnTo>
                    <a:pt x="13781" y="8619"/>
                  </a:lnTo>
                  <a:lnTo>
                    <a:pt x="13913" y="8822"/>
                  </a:lnTo>
                  <a:lnTo>
                    <a:pt x="13781" y="9025"/>
                  </a:lnTo>
                  <a:lnTo>
                    <a:pt x="13913" y="9227"/>
                  </a:lnTo>
                  <a:lnTo>
                    <a:pt x="13781" y="9532"/>
                  </a:lnTo>
                  <a:lnTo>
                    <a:pt x="13913" y="9836"/>
                  </a:lnTo>
                  <a:lnTo>
                    <a:pt x="13781" y="10039"/>
                  </a:lnTo>
                  <a:lnTo>
                    <a:pt x="13913" y="10242"/>
                  </a:lnTo>
                  <a:lnTo>
                    <a:pt x="13781" y="10445"/>
                  </a:lnTo>
                  <a:lnTo>
                    <a:pt x="13781" y="10749"/>
                  </a:lnTo>
                  <a:lnTo>
                    <a:pt x="13781" y="10951"/>
                  </a:lnTo>
                  <a:lnTo>
                    <a:pt x="13781" y="11256"/>
                  </a:lnTo>
                  <a:lnTo>
                    <a:pt x="13648" y="11560"/>
                  </a:lnTo>
                  <a:lnTo>
                    <a:pt x="13516" y="11864"/>
                  </a:lnTo>
                  <a:lnTo>
                    <a:pt x="13516" y="11966"/>
                  </a:lnTo>
                  <a:lnTo>
                    <a:pt x="13648" y="12168"/>
                  </a:lnTo>
                  <a:lnTo>
                    <a:pt x="13516" y="12472"/>
                  </a:lnTo>
                  <a:lnTo>
                    <a:pt x="13516" y="12676"/>
                  </a:lnTo>
                  <a:lnTo>
                    <a:pt x="13383" y="12878"/>
                  </a:lnTo>
                  <a:lnTo>
                    <a:pt x="13383" y="12980"/>
                  </a:lnTo>
                  <a:lnTo>
                    <a:pt x="13383" y="13081"/>
                  </a:lnTo>
                  <a:lnTo>
                    <a:pt x="13383" y="13182"/>
                  </a:lnTo>
                  <a:lnTo>
                    <a:pt x="13251" y="13284"/>
                  </a:lnTo>
                  <a:lnTo>
                    <a:pt x="13251" y="13284"/>
                  </a:lnTo>
                  <a:lnTo>
                    <a:pt x="13251" y="13284"/>
                  </a:lnTo>
                  <a:lnTo>
                    <a:pt x="13118" y="13689"/>
                  </a:lnTo>
                  <a:lnTo>
                    <a:pt x="13118" y="13994"/>
                  </a:lnTo>
                  <a:lnTo>
                    <a:pt x="12986" y="14298"/>
                  </a:lnTo>
                  <a:lnTo>
                    <a:pt x="12853" y="14703"/>
                  </a:lnTo>
                  <a:lnTo>
                    <a:pt x="12853" y="15008"/>
                  </a:lnTo>
                  <a:lnTo>
                    <a:pt x="12721" y="15413"/>
                  </a:lnTo>
                  <a:lnTo>
                    <a:pt x="12588" y="15616"/>
                  </a:lnTo>
                  <a:lnTo>
                    <a:pt x="12456" y="15920"/>
                  </a:lnTo>
                  <a:lnTo>
                    <a:pt x="12323" y="16225"/>
                  </a:lnTo>
                  <a:lnTo>
                    <a:pt x="12191" y="16428"/>
                  </a:lnTo>
                  <a:lnTo>
                    <a:pt x="12058" y="16732"/>
                  </a:lnTo>
                  <a:lnTo>
                    <a:pt x="11793" y="17036"/>
                  </a:lnTo>
                  <a:lnTo>
                    <a:pt x="11793" y="17239"/>
                  </a:lnTo>
                  <a:lnTo>
                    <a:pt x="11528" y="17543"/>
                  </a:lnTo>
                  <a:lnTo>
                    <a:pt x="11396" y="17746"/>
                  </a:lnTo>
                  <a:lnTo>
                    <a:pt x="11131" y="17949"/>
                  </a:lnTo>
                  <a:lnTo>
                    <a:pt x="11131" y="18253"/>
                  </a:lnTo>
                  <a:lnTo>
                    <a:pt x="10866" y="18456"/>
                  </a:lnTo>
                  <a:lnTo>
                    <a:pt x="10733" y="18659"/>
                  </a:lnTo>
                  <a:lnTo>
                    <a:pt x="10468" y="18760"/>
                  </a:lnTo>
                  <a:lnTo>
                    <a:pt x="10203" y="18963"/>
                  </a:lnTo>
                  <a:lnTo>
                    <a:pt x="10070" y="19165"/>
                  </a:lnTo>
                  <a:lnTo>
                    <a:pt x="9938" y="19369"/>
                  </a:lnTo>
                  <a:lnTo>
                    <a:pt x="9673" y="19470"/>
                  </a:lnTo>
                  <a:lnTo>
                    <a:pt x="9540" y="19673"/>
                  </a:lnTo>
                  <a:lnTo>
                    <a:pt x="9408" y="19774"/>
                  </a:lnTo>
                  <a:lnTo>
                    <a:pt x="9143" y="19875"/>
                  </a:lnTo>
                  <a:lnTo>
                    <a:pt x="8878" y="19977"/>
                  </a:lnTo>
                  <a:lnTo>
                    <a:pt x="8745" y="20078"/>
                  </a:lnTo>
                  <a:lnTo>
                    <a:pt x="8348" y="20180"/>
                  </a:lnTo>
                  <a:lnTo>
                    <a:pt x="8083" y="20180"/>
                  </a:lnTo>
                  <a:lnTo>
                    <a:pt x="7818" y="20180"/>
                  </a:lnTo>
                  <a:lnTo>
                    <a:pt x="7685" y="20281"/>
                  </a:lnTo>
                  <a:lnTo>
                    <a:pt x="7420" y="20281"/>
                  </a:lnTo>
                  <a:lnTo>
                    <a:pt x="7155" y="20281"/>
                  </a:lnTo>
                  <a:lnTo>
                    <a:pt x="6890" y="20281"/>
                  </a:lnTo>
                  <a:lnTo>
                    <a:pt x="6493" y="20078"/>
                  </a:lnTo>
                  <a:lnTo>
                    <a:pt x="6227" y="20078"/>
                  </a:lnTo>
                  <a:lnTo>
                    <a:pt x="6095" y="19875"/>
                  </a:lnTo>
                  <a:lnTo>
                    <a:pt x="5830" y="19774"/>
                  </a:lnTo>
                  <a:lnTo>
                    <a:pt x="5565" y="19673"/>
                  </a:lnTo>
                  <a:lnTo>
                    <a:pt x="5432" y="19470"/>
                  </a:lnTo>
                  <a:lnTo>
                    <a:pt x="5300" y="19267"/>
                  </a:lnTo>
                  <a:lnTo>
                    <a:pt x="5035" y="19064"/>
                  </a:lnTo>
                  <a:lnTo>
                    <a:pt x="4902" y="18760"/>
                  </a:lnTo>
                  <a:lnTo>
                    <a:pt x="4505" y="18557"/>
                  </a:lnTo>
                  <a:lnTo>
                    <a:pt x="4372" y="18253"/>
                  </a:lnTo>
                  <a:lnTo>
                    <a:pt x="4107" y="17949"/>
                  </a:lnTo>
                  <a:lnTo>
                    <a:pt x="3975" y="17644"/>
                  </a:lnTo>
                  <a:lnTo>
                    <a:pt x="3975" y="17442"/>
                  </a:lnTo>
                  <a:lnTo>
                    <a:pt x="3842" y="17036"/>
                  </a:lnTo>
                  <a:lnTo>
                    <a:pt x="3710" y="16833"/>
                  </a:lnTo>
                  <a:lnTo>
                    <a:pt x="3445" y="16428"/>
                  </a:lnTo>
                  <a:lnTo>
                    <a:pt x="3312" y="16022"/>
                  </a:lnTo>
                  <a:lnTo>
                    <a:pt x="3312" y="15718"/>
                  </a:lnTo>
                  <a:lnTo>
                    <a:pt x="3047" y="15515"/>
                  </a:lnTo>
                  <a:lnTo>
                    <a:pt x="3047" y="15109"/>
                  </a:lnTo>
                  <a:lnTo>
                    <a:pt x="2915" y="14703"/>
                  </a:lnTo>
                  <a:lnTo>
                    <a:pt x="2782" y="14399"/>
                  </a:lnTo>
                  <a:lnTo>
                    <a:pt x="2782" y="14095"/>
                  </a:lnTo>
                  <a:lnTo>
                    <a:pt x="2915" y="13791"/>
                  </a:lnTo>
                  <a:lnTo>
                    <a:pt x="2782" y="13487"/>
                  </a:lnTo>
                  <a:lnTo>
                    <a:pt x="2782" y="13182"/>
                  </a:lnTo>
                  <a:lnTo>
                    <a:pt x="2782" y="12878"/>
                  </a:lnTo>
                  <a:lnTo>
                    <a:pt x="2782" y="12270"/>
                  </a:lnTo>
                  <a:lnTo>
                    <a:pt x="2650" y="11966"/>
                  </a:lnTo>
                  <a:lnTo>
                    <a:pt x="2650" y="11560"/>
                  </a:lnTo>
                  <a:lnTo>
                    <a:pt x="2782" y="11053"/>
                  </a:lnTo>
                  <a:lnTo>
                    <a:pt x="2782" y="10647"/>
                  </a:lnTo>
                  <a:lnTo>
                    <a:pt x="2782" y="10242"/>
                  </a:lnTo>
                  <a:lnTo>
                    <a:pt x="2915" y="9937"/>
                  </a:lnTo>
                  <a:lnTo>
                    <a:pt x="3047" y="9532"/>
                  </a:lnTo>
                  <a:lnTo>
                    <a:pt x="3047" y="9126"/>
                  </a:lnTo>
                  <a:lnTo>
                    <a:pt x="3047" y="8720"/>
                  </a:lnTo>
                  <a:lnTo>
                    <a:pt x="3180" y="8416"/>
                  </a:lnTo>
                  <a:lnTo>
                    <a:pt x="3312" y="7909"/>
                  </a:lnTo>
                  <a:lnTo>
                    <a:pt x="3445" y="7706"/>
                  </a:lnTo>
                  <a:lnTo>
                    <a:pt x="3577" y="7301"/>
                  </a:lnTo>
                  <a:lnTo>
                    <a:pt x="3710" y="6996"/>
                  </a:lnTo>
                  <a:lnTo>
                    <a:pt x="3975" y="6591"/>
                  </a:lnTo>
                  <a:lnTo>
                    <a:pt x="4107" y="6185"/>
                  </a:lnTo>
                  <a:lnTo>
                    <a:pt x="4240" y="5881"/>
                  </a:lnTo>
                  <a:lnTo>
                    <a:pt x="4372" y="5577"/>
                  </a:lnTo>
                  <a:lnTo>
                    <a:pt x="4505" y="5374"/>
                  </a:lnTo>
                  <a:lnTo>
                    <a:pt x="4770" y="5070"/>
                  </a:lnTo>
                  <a:lnTo>
                    <a:pt x="5035" y="4765"/>
                  </a:lnTo>
                  <a:lnTo>
                    <a:pt x="5167" y="4563"/>
                  </a:lnTo>
                  <a:lnTo>
                    <a:pt x="5432" y="4258"/>
                  </a:lnTo>
                  <a:lnTo>
                    <a:pt x="5565" y="3954"/>
                  </a:lnTo>
                  <a:lnTo>
                    <a:pt x="5830" y="3752"/>
                  </a:lnTo>
                  <a:lnTo>
                    <a:pt x="5962" y="3650"/>
                  </a:lnTo>
                  <a:lnTo>
                    <a:pt x="6360" y="3447"/>
                  </a:lnTo>
                  <a:lnTo>
                    <a:pt x="6493" y="3244"/>
                  </a:lnTo>
                  <a:lnTo>
                    <a:pt x="6758" y="3143"/>
                  </a:lnTo>
                  <a:lnTo>
                    <a:pt x="7155" y="2940"/>
                  </a:lnTo>
                  <a:lnTo>
                    <a:pt x="7420" y="2839"/>
                  </a:lnTo>
                  <a:lnTo>
                    <a:pt x="7420" y="2839"/>
                  </a:lnTo>
                  <a:lnTo>
                    <a:pt x="7420" y="2839"/>
                  </a:lnTo>
                  <a:lnTo>
                    <a:pt x="7420" y="2839"/>
                  </a:lnTo>
                  <a:lnTo>
                    <a:pt x="7288" y="2839"/>
                  </a:lnTo>
                  <a:lnTo>
                    <a:pt x="7023" y="2839"/>
                  </a:lnTo>
                  <a:lnTo>
                    <a:pt x="6758" y="2940"/>
                  </a:lnTo>
                  <a:lnTo>
                    <a:pt x="6493" y="2940"/>
                  </a:lnTo>
                  <a:lnTo>
                    <a:pt x="6095" y="3042"/>
                  </a:lnTo>
                  <a:lnTo>
                    <a:pt x="5830" y="3042"/>
                  </a:lnTo>
                  <a:lnTo>
                    <a:pt x="5565" y="3244"/>
                  </a:lnTo>
                  <a:lnTo>
                    <a:pt x="5167" y="3244"/>
                  </a:lnTo>
                  <a:lnTo>
                    <a:pt x="4902" y="3346"/>
                  </a:lnTo>
                  <a:lnTo>
                    <a:pt x="4505" y="3346"/>
                  </a:lnTo>
                  <a:lnTo>
                    <a:pt x="4240" y="3549"/>
                  </a:lnTo>
                  <a:lnTo>
                    <a:pt x="3975" y="3447"/>
                  </a:lnTo>
                  <a:lnTo>
                    <a:pt x="3842" y="3549"/>
                  </a:lnTo>
                  <a:lnTo>
                    <a:pt x="3577" y="3650"/>
                  </a:lnTo>
                  <a:lnTo>
                    <a:pt x="3312" y="3853"/>
                  </a:lnTo>
                  <a:lnTo>
                    <a:pt x="3180" y="3954"/>
                  </a:lnTo>
                  <a:lnTo>
                    <a:pt x="3047" y="4157"/>
                  </a:lnTo>
                  <a:lnTo>
                    <a:pt x="2650" y="4461"/>
                  </a:lnTo>
                  <a:lnTo>
                    <a:pt x="2385" y="4664"/>
                  </a:lnTo>
                  <a:lnTo>
                    <a:pt x="2252" y="4968"/>
                  </a:lnTo>
                  <a:lnTo>
                    <a:pt x="1987" y="5171"/>
                  </a:lnTo>
                  <a:lnTo>
                    <a:pt x="1854" y="5475"/>
                  </a:lnTo>
                  <a:lnTo>
                    <a:pt x="1589" y="5780"/>
                  </a:lnTo>
                  <a:lnTo>
                    <a:pt x="1324" y="6185"/>
                  </a:lnTo>
                  <a:lnTo>
                    <a:pt x="1192" y="6591"/>
                  </a:lnTo>
                  <a:lnTo>
                    <a:pt x="1059" y="6996"/>
                  </a:lnTo>
                  <a:lnTo>
                    <a:pt x="927" y="7301"/>
                  </a:lnTo>
                  <a:lnTo>
                    <a:pt x="794" y="7808"/>
                  </a:lnTo>
                  <a:lnTo>
                    <a:pt x="662" y="8214"/>
                  </a:lnTo>
                  <a:lnTo>
                    <a:pt x="529" y="8619"/>
                  </a:lnTo>
                  <a:lnTo>
                    <a:pt x="397" y="9025"/>
                  </a:lnTo>
                  <a:lnTo>
                    <a:pt x="264" y="9532"/>
                  </a:lnTo>
                  <a:lnTo>
                    <a:pt x="132" y="10039"/>
                  </a:lnTo>
                  <a:lnTo>
                    <a:pt x="132" y="10343"/>
                  </a:lnTo>
                  <a:lnTo>
                    <a:pt x="0" y="10850"/>
                  </a:lnTo>
                  <a:lnTo>
                    <a:pt x="0" y="11256"/>
                  </a:lnTo>
                  <a:lnTo>
                    <a:pt x="0" y="11661"/>
                  </a:lnTo>
                  <a:lnTo>
                    <a:pt x="0" y="12168"/>
                  </a:lnTo>
                  <a:lnTo>
                    <a:pt x="0" y="12676"/>
                  </a:lnTo>
                  <a:lnTo>
                    <a:pt x="0" y="13182"/>
                  </a:lnTo>
                  <a:lnTo>
                    <a:pt x="264" y="13588"/>
                  </a:lnTo>
                  <a:lnTo>
                    <a:pt x="264" y="14095"/>
                  </a:lnTo>
                  <a:lnTo>
                    <a:pt x="397" y="14501"/>
                  </a:lnTo>
                  <a:lnTo>
                    <a:pt x="397" y="15008"/>
                  </a:lnTo>
                  <a:lnTo>
                    <a:pt x="529" y="15413"/>
                  </a:lnTo>
                  <a:lnTo>
                    <a:pt x="927" y="16326"/>
                  </a:lnTo>
                  <a:lnTo>
                    <a:pt x="1192" y="17138"/>
                  </a:lnTo>
                  <a:lnTo>
                    <a:pt x="1722" y="17949"/>
                  </a:lnTo>
                  <a:lnTo>
                    <a:pt x="2119" y="18659"/>
                  </a:lnTo>
                  <a:lnTo>
                    <a:pt x="2385" y="19165"/>
                  </a:lnTo>
                  <a:lnTo>
                    <a:pt x="2915" y="19673"/>
                  </a:lnTo>
                  <a:lnTo>
                    <a:pt x="3312" y="20180"/>
                  </a:lnTo>
                  <a:lnTo>
                    <a:pt x="3842" y="20585"/>
                  </a:lnTo>
                  <a:lnTo>
                    <a:pt x="4240" y="20890"/>
                  </a:lnTo>
                  <a:lnTo>
                    <a:pt x="4902" y="21194"/>
                  </a:lnTo>
                  <a:lnTo>
                    <a:pt x="5300" y="21295"/>
                  </a:lnTo>
                  <a:lnTo>
                    <a:pt x="5697" y="21498"/>
                  </a:lnTo>
                  <a:lnTo>
                    <a:pt x="6227" y="21498"/>
                  </a:lnTo>
                  <a:lnTo>
                    <a:pt x="6758" y="21600"/>
                  </a:lnTo>
                  <a:lnTo>
                    <a:pt x="7288" y="21600"/>
                  </a:lnTo>
                  <a:lnTo>
                    <a:pt x="7685" y="21396"/>
                  </a:lnTo>
                  <a:lnTo>
                    <a:pt x="8215" y="21295"/>
                  </a:lnTo>
                  <a:lnTo>
                    <a:pt x="8745" y="21092"/>
                  </a:lnTo>
                  <a:lnTo>
                    <a:pt x="9275" y="20991"/>
                  </a:lnTo>
                  <a:lnTo>
                    <a:pt x="9673" y="20585"/>
                  </a:lnTo>
                  <a:lnTo>
                    <a:pt x="9805" y="20484"/>
                  </a:lnTo>
                  <a:lnTo>
                    <a:pt x="10335" y="20078"/>
                  </a:lnTo>
                  <a:lnTo>
                    <a:pt x="10733" y="19673"/>
                  </a:lnTo>
                  <a:lnTo>
                    <a:pt x="11263" y="19267"/>
                  </a:lnTo>
                  <a:lnTo>
                    <a:pt x="11528" y="18963"/>
                  </a:lnTo>
                  <a:lnTo>
                    <a:pt x="11793" y="18456"/>
                  </a:lnTo>
                  <a:lnTo>
                    <a:pt x="12191" y="18050"/>
                  </a:lnTo>
                  <a:lnTo>
                    <a:pt x="12588" y="17543"/>
                  </a:lnTo>
                  <a:lnTo>
                    <a:pt x="12721" y="17138"/>
                  </a:lnTo>
                  <a:lnTo>
                    <a:pt x="12986" y="16630"/>
                  </a:lnTo>
                  <a:lnTo>
                    <a:pt x="13118" y="16123"/>
                  </a:lnTo>
                  <a:lnTo>
                    <a:pt x="13251" y="15616"/>
                  </a:lnTo>
                  <a:lnTo>
                    <a:pt x="13251" y="15413"/>
                  </a:lnTo>
                  <a:lnTo>
                    <a:pt x="13251" y="15211"/>
                  </a:lnTo>
                  <a:lnTo>
                    <a:pt x="13383" y="15008"/>
                  </a:lnTo>
                  <a:lnTo>
                    <a:pt x="13383" y="14805"/>
                  </a:lnTo>
                  <a:lnTo>
                    <a:pt x="13516" y="14602"/>
                  </a:lnTo>
                  <a:lnTo>
                    <a:pt x="13516" y="14298"/>
                  </a:lnTo>
                  <a:lnTo>
                    <a:pt x="13648" y="14095"/>
                  </a:lnTo>
                  <a:lnTo>
                    <a:pt x="13648" y="13892"/>
                  </a:lnTo>
                  <a:lnTo>
                    <a:pt x="13781" y="13689"/>
                  </a:lnTo>
                  <a:lnTo>
                    <a:pt x="13781" y="13487"/>
                  </a:lnTo>
                  <a:lnTo>
                    <a:pt x="13648" y="13284"/>
                  </a:lnTo>
                  <a:lnTo>
                    <a:pt x="13781" y="12980"/>
                  </a:lnTo>
                  <a:lnTo>
                    <a:pt x="13781" y="12777"/>
                  </a:lnTo>
                  <a:lnTo>
                    <a:pt x="13781" y="12472"/>
                  </a:lnTo>
                  <a:lnTo>
                    <a:pt x="13913" y="12270"/>
                  </a:lnTo>
                  <a:lnTo>
                    <a:pt x="13781" y="12168"/>
                  </a:lnTo>
                  <a:lnTo>
                    <a:pt x="13781" y="11864"/>
                  </a:lnTo>
                  <a:lnTo>
                    <a:pt x="13781" y="11661"/>
                  </a:lnTo>
                  <a:lnTo>
                    <a:pt x="13781" y="11357"/>
                  </a:lnTo>
                  <a:lnTo>
                    <a:pt x="13781" y="11154"/>
                  </a:lnTo>
                  <a:lnTo>
                    <a:pt x="13781" y="10850"/>
                  </a:lnTo>
                  <a:lnTo>
                    <a:pt x="13648" y="10546"/>
                  </a:lnTo>
                  <a:lnTo>
                    <a:pt x="13781" y="10242"/>
                  </a:lnTo>
                  <a:lnTo>
                    <a:pt x="13648" y="10140"/>
                  </a:lnTo>
                  <a:lnTo>
                    <a:pt x="13516" y="9937"/>
                  </a:lnTo>
                  <a:lnTo>
                    <a:pt x="13516" y="9735"/>
                  </a:lnTo>
                  <a:lnTo>
                    <a:pt x="13516" y="9430"/>
                  </a:lnTo>
                  <a:lnTo>
                    <a:pt x="13383" y="9126"/>
                  </a:lnTo>
                  <a:lnTo>
                    <a:pt x="13383" y="8923"/>
                  </a:lnTo>
                  <a:lnTo>
                    <a:pt x="13251" y="8518"/>
                  </a:lnTo>
                  <a:lnTo>
                    <a:pt x="13251" y="8416"/>
                  </a:lnTo>
                  <a:lnTo>
                    <a:pt x="13118" y="8112"/>
                  </a:lnTo>
                  <a:lnTo>
                    <a:pt x="13118" y="8011"/>
                  </a:lnTo>
                  <a:lnTo>
                    <a:pt x="13251" y="7808"/>
                  </a:lnTo>
                  <a:lnTo>
                    <a:pt x="13251" y="7605"/>
                  </a:lnTo>
                  <a:lnTo>
                    <a:pt x="13251" y="7301"/>
                  </a:lnTo>
                  <a:lnTo>
                    <a:pt x="13251" y="7098"/>
                  </a:lnTo>
                  <a:lnTo>
                    <a:pt x="13383" y="6794"/>
                  </a:lnTo>
                  <a:lnTo>
                    <a:pt x="13383" y="6692"/>
                  </a:lnTo>
                  <a:lnTo>
                    <a:pt x="13648" y="6388"/>
                  </a:lnTo>
                  <a:lnTo>
                    <a:pt x="13648" y="6084"/>
                  </a:lnTo>
                  <a:lnTo>
                    <a:pt x="13781" y="5881"/>
                  </a:lnTo>
                  <a:lnTo>
                    <a:pt x="13781" y="5678"/>
                  </a:lnTo>
                  <a:lnTo>
                    <a:pt x="13913" y="5475"/>
                  </a:lnTo>
                  <a:lnTo>
                    <a:pt x="14046" y="5171"/>
                  </a:lnTo>
                  <a:lnTo>
                    <a:pt x="14178" y="5070"/>
                  </a:lnTo>
                  <a:lnTo>
                    <a:pt x="14311" y="4968"/>
                  </a:lnTo>
                  <a:lnTo>
                    <a:pt x="14443" y="4765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GB" altLang="en-US"/>
            </a:p>
          </p:txBody>
        </p:sp>
      </p:grpSp>
      <p:sp>
        <p:nvSpPr>
          <p:cNvPr id="1027" name="未知"/>
          <p:cNvSpPr>
            <a:spLocks noChangeAspect="1"/>
          </p:cNvSpPr>
          <p:nvPr/>
        </p:nvSpPr>
        <p:spPr>
          <a:xfrm>
            <a:off x="2840567" y="4749800"/>
            <a:ext cx="9351433" cy="2135188"/>
          </a:xfrm>
          <a:custGeom>
            <a:avLst/>
            <a:gdLst/>
            <a:ahLst/>
            <a:cxnLst>
              <a:cxn ang="0">
                <a:pos x="0" y="2115714"/>
              </a:cxn>
              <a:cxn ang="0">
                <a:pos x="7013575" y="0"/>
              </a:cxn>
              <a:cxn ang="0">
                <a:pos x="7013575" y="2135188"/>
              </a:cxn>
              <a:cxn ang="0">
                <a:pos x="0" y="2115714"/>
              </a:cxn>
            </a:cxnLst>
            <a:pathLst>
              <a:path w="21600" h="21600">
                <a:moveTo>
                  <a:pt x="0" y="21403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403"/>
                </a:lnTo>
              </a:path>
            </a:pathLst>
          </a:custGeom>
          <a:solidFill>
            <a:schemeClr val="folHlink">
              <a:alpha val="100000"/>
            </a:schemeClr>
          </a:solidFill>
          <a:ln w="9525">
            <a:noFill/>
          </a:ln>
        </p:spPr>
        <p:txBody>
          <a:bodyPr/>
          <a:p>
            <a:endParaRPr lang="en-GB" altLang="en-US"/>
          </a:p>
        </p:txBody>
      </p:sp>
      <p:sp>
        <p:nvSpPr>
          <p:cNvPr id="1028" name="Rectangle 13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1029" name="Rectangle 14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2" name="Rectangle 1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fld id="{1D8BD707-D9CF-40AE-B4C6-C98DA3205C09}" type="datetime1">
              <a:rPr lang="en-US"/>
            </a:fld>
            <a:endParaRPr lang="en-US"/>
          </a:p>
        </p:txBody>
      </p:sp>
      <p:sp>
        <p:nvSpPr>
          <p:cNvPr id="3" name="Rectangle 1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r>
              <a:t>Elite Stays</a:t>
            </a:r>
          </a:p>
        </p:txBody>
      </p:sp>
      <p:sp>
        <p:nvSpPr>
          <p:cNvPr id="4" name="Rectangle 1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pPr marL="381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25" dirty="0"/>
            </a:fld>
            <a:endParaRPr spc="-25" dirty="0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rtl="0" fontAlgn="base">
        <a:spcBef>
          <a:spcPct val="0"/>
        </a:spcBef>
        <a:spcAft>
          <a:spcPct val="0"/>
        </a:spcAft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9" Type="http://schemas.openxmlformats.org/officeDocument/2006/relationships/slideLayout" Target="../slideLayouts/slideLayout2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27.xml"/><Relationship Id="rId8" Type="http://schemas.openxmlformats.org/officeDocument/2006/relationships/tags" Target="../tags/tag26.xml"/><Relationship Id="rId7" Type="http://schemas.openxmlformats.org/officeDocument/2006/relationships/tags" Target="../tags/tag25.xml"/><Relationship Id="rId6" Type="http://schemas.openxmlformats.org/officeDocument/2006/relationships/tags" Target="../tags/tag24.xml"/><Relationship Id="rId5" Type="http://schemas.openxmlformats.org/officeDocument/2006/relationships/tags" Target="../tags/tag23.xml"/><Relationship Id="rId4" Type="http://schemas.openxmlformats.org/officeDocument/2006/relationships/tags" Target="../tags/tag22.xml"/><Relationship Id="rId3" Type="http://schemas.openxmlformats.org/officeDocument/2006/relationships/tags" Target="../tags/tag21.xml"/><Relationship Id="rId25" Type="http://schemas.openxmlformats.org/officeDocument/2006/relationships/slideLayout" Target="../slideLayouts/slideLayout2.xml"/><Relationship Id="rId24" Type="http://schemas.openxmlformats.org/officeDocument/2006/relationships/tags" Target="../tags/tag42.xml"/><Relationship Id="rId23" Type="http://schemas.openxmlformats.org/officeDocument/2006/relationships/tags" Target="../tags/tag41.xml"/><Relationship Id="rId22" Type="http://schemas.openxmlformats.org/officeDocument/2006/relationships/tags" Target="../tags/tag40.xml"/><Relationship Id="rId21" Type="http://schemas.openxmlformats.org/officeDocument/2006/relationships/tags" Target="../tags/tag39.xml"/><Relationship Id="rId20" Type="http://schemas.openxmlformats.org/officeDocument/2006/relationships/tags" Target="../tags/tag38.xml"/><Relationship Id="rId2" Type="http://schemas.openxmlformats.org/officeDocument/2006/relationships/tags" Target="../tags/tag20.xml"/><Relationship Id="rId19" Type="http://schemas.openxmlformats.org/officeDocument/2006/relationships/tags" Target="../tags/tag37.xml"/><Relationship Id="rId18" Type="http://schemas.openxmlformats.org/officeDocument/2006/relationships/tags" Target="../tags/tag36.xml"/><Relationship Id="rId17" Type="http://schemas.openxmlformats.org/officeDocument/2006/relationships/tags" Target="../tags/tag35.xml"/><Relationship Id="rId16" Type="http://schemas.openxmlformats.org/officeDocument/2006/relationships/tags" Target="../tags/tag34.xml"/><Relationship Id="rId15" Type="http://schemas.openxmlformats.org/officeDocument/2006/relationships/tags" Target="../tags/tag33.xml"/><Relationship Id="rId14" Type="http://schemas.openxmlformats.org/officeDocument/2006/relationships/tags" Target="../tags/tag32.xml"/><Relationship Id="rId13" Type="http://schemas.openxmlformats.org/officeDocument/2006/relationships/tags" Target="../tags/tag31.xml"/><Relationship Id="rId12" Type="http://schemas.openxmlformats.org/officeDocument/2006/relationships/tags" Target="../tags/tag30.xml"/><Relationship Id="rId11" Type="http://schemas.openxmlformats.org/officeDocument/2006/relationships/tags" Target="../tags/tag29.xml"/><Relationship Id="rId10" Type="http://schemas.openxmlformats.org/officeDocument/2006/relationships/tags" Target="../tags/tag28.xml"/><Relationship Id="rId1" Type="http://schemas.openxmlformats.org/officeDocument/2006/relationships/tags" Target="../tags/tag19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51.xml"/><Relationship Id="rId8" Type="http://schemas.openxmlformats.org/officeDocument/2006/relationships/tags" Target="../tags/tag50.xml"/><Relationship Id="rId7" Type="http://schemas.openxmlformats.org/officeDocument/2006/relationships/tags" Target="../tags/tag49.xml"/><Relationship Id="rId6" Type="http://schemas.openxmlformats.org/officeDocument/2006/relationships/tags" Target="../tags/tag48.xml"/><Relationship Id="rId5" Type="http://schemas.openxmlformats.org/officeDocument/2006/relationships/tags" Target="../tags/tag47.xml"/><Relationship Id="rId4" Type="http://schemas.openxmlformats.org/officeDocument/2006/relationships/tags" Target="../tags/tag46.xml"/><Relationship Id="rId31" Type="http://schemas.openxmlformats.org/officeDocument/2006/relationships/slideLayout" Target="../slideLayouts/slideLayout2.xml"/><Relationship Id="rId30" Type="http://schemas.openxmlformats.org/officeDocument/2006/relationships/tags" Target="../tags/tag72.xml"/><Relationship Id="rId3" Type="http://schemas.openxmlformats.org/officeDocument/2006/relationships/tags" Target="../tags/tag45.xml"/><Relationship Id="rId29" Type="http://schemas.openxmlformats.org/officeDocument/2006/relationships/tags" Target="../tags/tag71.xml"/><Relationship Id="rId28" Type="http://schemas.openxmlformats.org/officeDocument/2006/relationships/tags" Target="../tags/tag70.xml"/><Relationship Id="rId27" Type="http://schemas.openxmlformats.org/officeDocument/2006/relationships/tags" Target="../tags/tag69.xml"/><Relationship Id="rId26" Type="http://schemas.openxmlformats.org/officeDocument/2006/relationships/tags" Target="../tags/tag68.xml"/><Relationship Id="rId25" Type="http://schemas.openxmlformats.org/officeDocument/2006/relationships/tags" Target="../tags/tag67.xml"/><Relationship Id="rId24" Type="http://schemas.openxmlformats.org/officeDocument/2006/relationships/tags" Target="../tags/tag66.xml"/><Relationship Id="rId23" Type="http://schemas.openxmlformats.org/officeDocument/2006/relationships/tags" Target="../tags/tag65.xml"/><Relationship Id="rId22" Type="http://schemas.openxmlformats.org/officeDocument/2006/relationships/tags" Target="../tags/tag64.xml"/><Relationship Id="rId21" Type="http://schemas.openxmlformats.org/officeDocument/2006/relationships/tags" Target="../tags/tag63.xml"/><Relationship Id="rId20" Type="http://schemas.openxmlformats.org/officeDocument/2006/relationships/tags" Target="../tags/tag62.xml"/><Relationship Id="rId2" Type="http://schemas.openxmlformats.org/officeDocument/2006/relationships/tags" Target="../tags/tag44.xml"/><Relationship Id="rId19" Type="http://schemas.openxmlformats.org/officeDocument/2006/relationships/tags" Target="../tags/tag61.xml"/><Relationship Id="rId18" Type="http://schemas.openxmlformats.org/officeDocument/2006/relationships/tags" Target="../tags/tag60.xml"/><Relationship Id="rId17" Type="http://schemas.openxmlformats.org/officeDocument/2006/relationships/tags" Target="../tags/tag59.xml"/><Relationship Id="rId16" Type="http://schemas.openxmlformats.org/officeDocument/2006/relationships/tags" Target="../tags/tag58.xml"/><Relationship Id="rId15" Type="http://schemas.openxmlformats.org/officeDocument/2006/relationships/tags" Target="../tags/tag57.xml"/><Relationship Id="rId14" Type="http://schemas.openxmlformats.org/officeDocument/2006/relationships/tags" Target="../tags/tag56.xml"/><Relationship Id="rId13" Type="http://schemas.openxmlformats.org/officeDocument/2006/relationships/tags" Target="../tags/tag55.xml"/><Relationship Id="rId12" Type="http://schemas.openxmlformats.org/officeDocument/2006/relationships/tags" Target="../tags/tag54.xml"/><Relationship Id="rId11" Type="http://schemas.openxmlformats.org/officeDocument/2006/relationships/tags" Target="../tags/tag53.xml"/><Relationship Id="rId10" Type="http://schemas.openxmlformats.org/officeDocument/2006/relationships/tags" Target="../tags/tag52.xml"/><Relationship Id="rId1" Type="http://schemas.openxmlformats.org/officeDocument/2006/relationships/tags" Target="../tags/tag4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77.xml"/><Relationship Id="rId4" Type="http://schemas.openxmlformats.org/officeDocument/2006/relationships/tags" Target="../tags/tag76.xml"/><Relationship Id="rId3" Type="http://schemas.openxmlformats.org/officeDocument/2006/relationships/tags" Target="../tags/tag75.xml"/><Relationship Id="rId2" Type="http://schemas.openxmlformats.org/officeDocument/2006/relationships/tags" Target="../tags/tag74.xml"/><Relationship Id="rId1" Type="http://schemas.openxmlformats.org/officeDocument/2006/relationships/tags" Target="../tags/tag73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86.xml"/><Relationship Id="rId8" Type="http://schemas.openxmlformats.org/officeDocument/2006/relationships/tags" Target="../tags/tag85.xml"/><Relationship Id="rId7" Type="http://schemas.openxmlformats.org/officeDocument/2006/relationships/tags" Target="../tags/tag84.xml"/><Relationship Id="rId6" Type="http://schemas.openxmlformats.org/officeDocument/2006/relationships/tags" Target="../tags/tag83.xml"/><Relationship Id="rId5" Type="http://schemas.openxmlformats.org/officeDocument/2006/relationships/tags" Target="../tags/tag82.xml"/><Relationship Id="rId4" Type="http://schemas.openxmlformats.org/officeDocument/2006/relationships/tags" Target="../tags/tag81.xml"/><Relationship Id="rId3" Type="http://schemas.openxmlformats.org/officeDocument/2006/relationships/tags" Target="../tags/tag80.xml"/><Relationship Id="rId25" Type="http://schemas.openxmlformats.org/officeDocument/2006/relationships/slideLayout" Target="../slideLayouts/slideLayout2.xml"/><Relationship Id="rId24" Type="http://schemas.openxmlformats.org/officeDocument/2006/relationships/tags" Target="../tags/tag101.xml"/><Relationship Id="rId23" Type="http://schemas.openxmlformats.org/officeDocument/2006/relationships/tags" Target="../tags/tag100.xml"/><Relationship Id="rId22" Type="http://schemas.openxmlformats.org/officeDocument/2006/relationships/tags" Target="../tags/tag99.xml"/><Relationship Id="rId21" Type="http://schemas.openxmlformats.org/officeDocument/2006/relationships/tags" Target="../tags/tag98.xml"/><Relationship Id="rId20" Type="http://schemas.openxmlformats.org/officeDocument/2006/relationships/tags" Target="../tags/tag97.xml"/><Relationship Id="rId2" Type="http://schemas.openxmlformats.org/officeDocument/2006/relationships/tags" Target="../tags/tag79.xml"/><Relationship Id="rId19" Type="http://schemas.openxmlformats.org/officeDocument/2006/relationships/tags" Target="../tags/tag96.xml"/><Relationship Id="rId18" Type="http://schemas.openxmlformats.org/officeDocument/2006/relationships/tags" Target="../tags/tag95.xml"/><Relationship Id="rId17" Type="http://schemas.openxmlformats.org/officeDocument/2006/relationships/tags" Target="../tags/tag94.xml"/><Relationship Id="rId16" Type="http://schemas.openxmlformats.org/officeDocument/2006/relationships/tags" Target="../tags/tag93.xml"/><Relationship Id="rId15" Type="http://schemas.openxmlformats.org/officeDocument/2006/relationships/tags" Target="../tags/tag92.xml"/><Relationship Id="rId14" Type="http://schemas.openxmlformats.org/officeDocument/2006/relationships/tags" Target="../tags/tag91.xml"/><Relationship Id="rId13" Type="http://schemas.openxmlformats.org/officeDocument/2006/relationships/tags" Target="../tags/tag90.xml"/><Relationship Id="rId12" Type="http://schemas.openxmlformats.org/officeDocument/2006/relationships/tags" Target="../tags/tag89.xml"/><Relationship Id="rId11" Type="http://schemas.openxmlformats.org/officeDocument/2006/relationships/tags" Target="../tags/tag88.xml"/><Relationship Id="rId10" Type="http://schemas.openxmlformats.org/officeDocument/2006/relationships/tags" Target="../tags/tag87.xml"/><Relationship Id="rId1" Type="http://schemas.openxmlformats.org/officeDocument/2006/relationships/tags" Target="../tags/tag78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110.xml"/><Relationship Id="rId8" Type="http://schemas.openxmlformats.org/officeDocument/2006/relationships/tags" Target="../tags/tag109.xml"/><Relationship Id="rId7" Type="http://schemas.openxmlformats.org/officeDocument/2006/relationships/tags" Target="../tags/tag108.xml"/><Relationship Id="rId6" Type="http://schemas.openxmlformats.org/officeDocument/2006/relationships/tags" Target="../tags/tag107.xml"/><Relationship Id="rId5" Type="http://schemas.openxmlformats.org/officeDocument/2006/relationships/tags" Target="../tags/tag106.xml"/><Relationship Id="rId4" Type="http://schemas.openxmlformats.org/officeDocument/2006/relationships/tags" Target="../tags/tag105.xml"/><Relationship Id="rId31" Type="http://schemas.openxmlformats.org/officeDocument/2006/relationships/slideLayout" Target="../slideLayouts/slideLayout2.xml"/><Relationship Id="rId30" Type="http://schemas.openxmlformats.org/officeDocument/2006/relationships/tags" Target="../tags/tag131.xml"/><Relationship Id="rId3" Type="http://schemas.openxmlformats.org/officeDocument/2006/relationships/tags" Target="../tags/tag104.xml"/><Relationship Id="rId29" Type="http://schemas.openxmlformats.org/officeDocument/2006/relationships/tags" Target="../tags/tag130.xml"/><Relationship Id="rId28" Type="http://schemas.openxmlformats.org/officeDocument/2006/relationships/tags" Target="../tags/tag129.xml"/><Relationship Id="rId27" Type="http://schemas.openxmlformats.org/officeDocument/2006/relationships/tags" Target="../tags/tag128.xml"/><Relationship Id="rId26" Type="http://schemas.openxmlformats.org/officeDocument/2006/relationships/tags" Target="../tags/tag127.xml"/><Relationship Id="rId25" Type="http://schemas.openxmlformats.org/officeDocument/2006/relationships/tags" Target="../tags/tag126.xml"/><Relationship Id="rId24" Type="http://schemas.openxmlformats.org/officeDocument/2006/relationships/tags" Target="../tags/tag125.xml"/><Relationship Id="rId23" Type="http://schemas.openxmlformats.org/officeDocument/2006/relationships/tags" Target="../tags/tag124.xml"/><Relationship Id="rId22" Type="http://schemas.openxmlformats.org/officeDocument/2006/relationships/tags" Target="../tags/tag123.xml"/><Relationship Id="rId21" Type="http://schemas.openxmlformats.org/officeDocument/2006/relationships/tags" Target="../tags/tag122.xml"/><Relationship Id="rId20" Type="http://schemas.openxmlformats.org/officeDocument/2006/relationships/tags" Target="../tags/tag121.xml"/><Relationship Id="rId2" Type="http://schemas.openxmlformats.org/officeDocument/2006/relationships/tags" Target="../tags/tag103.xml"/><Relationship Id="rId19" Type="http://schemas.openxmlformats.org/officeDocument/2006/relationships/tags" Target="../tags/tag120.xml"/><Relationship Id="rId18" Type="http://schemas.openxmlformats.org/officeDocument/2006/relationships/tags" Target="../tags/tag119.xml"/><Relationship Id="rId17" Type="http://schemas.openxmlformats.org/officeDocument/2006/relationships/tags" Target="../tags/tag118.xml"/><Relationship Id="rId16" Type="http://schemas.openxmlformats.org/officeDocument/2006/relationships/tags" Target="../tags/tag117.xml"/><Relationship Id="rId15" Type="http://schemas.openxmlformats.org/officeDocument/2006/relationships/tags" Target="../tags/tag116.xml"/><Relationship Id="rId14" Type="http://schemas.openxmlformats.org/officeDocument/2006/relationships/tags" Target="../tags/tag115.xml"/><Relationship Id="rId13" Type="http://schemas.openxmlformats.org/officeDocument/2006/relationships/tags" Target="../tags/tag114.xml"/><Relationship Id="rId12" Type="http://schemas.openxmlformats.org/officeDocument/2006/relationships/tags" Target="../tags/tag113.xml"/><Relationship Id="rId11" Type="http://schemas.openxmlformats.org/officeDocument/2006/relationships/tags" Target="../tags/tag112.xml"/><Relationship Id="rId10" Type="http://schemas.openxmlformats.org/officeDocument/2006/relationships/tags" Target="../tags/tag111.xml"/><Relationship Id="rId1" Type="http://schemas.openxmlformats.org/officeDocument/2006/relationships/tags" Target="../tags/tag10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140.xml"/><Relationship Id="rId8" Type="http://schemas.openxmlformats.org/officeDocument/2006/relationships/tags" Target="../tags/tag139.xml"/><Relationship Id="rId7" Type="http://schemas.openxmlformats.org/officeDocument/2006/relationships/tags" Target="../tags/tag138.xml"/><Relationship Id="rId6" Type="http://schemas.openxmlformats.org/officeDocument/2006/relationships/tags" Target="../tags/tag137.xml"/><Relationship Id="rId5" Type="http://schemas.openxmlformats.org/officeDocument/2006/relationships/tags" Target="../tags/tag136.xml"/><Relationship Id="rId4" Type="http://schemas.openxmlformats.org/officeDocument/2006/relationships/tags" Target="../tags/tag135.xml"/><Relationship Id="rId3" Type="http://schemas.openxmlformats.org/officeDocument/2006/relationships/tags" Target="../tags/tag134.xml"/><Relationship Id="rId2" Type="http://schemas.openxmlformats.org/officeDocument/2006/relationships/tags" Target="../tags/tag133.xml"/><Relationship Id="rId17" Type="http://schemas.openxmlformats.org/officeDocument/2006/relationships/slideLayout" Target="../slideLayouts/slideLayout4.xml"/><Relationship Id="rId16" Type="http://schemas.openxmlformats.org/officeDocument/2006/relationships/tags" Target="../tags/tag147.xml"/><Relationship Id="rId15" Type="http://schemas.openxmlformats.org/officeDocument/2006/relationships/tags" Target="../tags/tag146.xml"/><Relationship Id="rId14" Type="http://schemas.openxmlformats.org/officeDocument/2006/relationships/tags" Target="../tags/tag145.xml"/><Relationship Id="rId13" Type="http://schemas.openxmlformats.org/officeDocument/2006/relationships/tags" Target="../tags/tag144.xml"/><Relationship Id="rId12" Type="http://schemas.openxmlformats.org/officeDocument/2006/relationships/tags" Target="../tags/tag143.xml"/><Relationship Id="rId11" Type="http://schemas.openxmlformats.org/officeDocument/2006/relationships/tags" Target="../tags/tag142.xml"/><Relationship Id="rId10" Type="http://schemas.openxmlformats.org/officeDocument/2006/relationships/tags" Target="../tags/tag141.xml"/><Relationship Id="rId1" Type="http://schemas.openxmlformats.org/officeDocument/2006/relationships/tags" Target="../tags/tag13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8777884" y="12"/>
            <a:ext cx="3414395" cy="4297680"/>
          </a:xfrm>
          <a:custGeom>
            <a:avLst/>
            <a:gdLst/>
            <a:ahLst/>
            <a:cxnLst/>
            <a:rect l="l" t="t" r="r" b="b"/>
            <a:pathLst>
              <a:path w="3414395" h="4297680">
                <a:moveTo>
                  <a:pt x="3413874" y="0"/>
                </a:moveTo>
                <a:lnTo>
                  <a:pt x="193860" y="0"/>
                </a:lnTo>
                <a:lnTo>
                  <a:pt x="192795" y="2857"/>
                </a:lnTo>
                <a:lnTo>
                  <a:pt x="175852" y="50610"/>
                </a:lnTo>
                <a:lnTo>
                  <a:pt x="159671" y="98614"/>
                </a:lnTo>
                <a:lnTo>
                  <a:pt x="144255" y="146858"/>
                </a:lnTo>
                <a:lnTo>
                  <a:pt x="129606" y="195333"/>
                </a:lnTo>
                <a:lnTo>
                  <a:pt x="115727" y="244031"/>
                </a:lnTo>
                <a:lnTo>
                  <a:pt x="102620" y="292941"/>
                </a:lnTo>
                <a:lnTo>
                  <a:pt x="90288" y="342055"/>
                </a:lnTo>
                <a:lnTo>
                  <a:pt x="78733" y="391364"/>
                </a:lnTo>
                <a:lnTo>
                  <a:pt x="67958" y="440858"/>
                </a:lnTo>
                <a:lnTo>
                  <a:pt x="57966" y="490527"/>
                </a:lnTo>
                <a:lnTo>
                  <a:pt x="48758" y="540363"/>
                </a:lnTo>
                <a:lnTo>
                  <a:pt x="40338" y="590357"/>
                </a:lnTo>
                <a:lnTo>
                  <a:pt x="32708" y="640499"/>
                </a:lnTo>
                <a:lnTo>
                  <a:pt x="25870" y="690779"/>
                </a:lnTo>
                <a:lnTo>
                  <a:pt x="19827" y="741189"/>
                </a:lnTo>
                <a:lnTo>
                  <a:pt x="14582" y="791720"/>
                </a:lnTo>
                <a:lnTo>
                  <a:pt x="10137" y="842361"/>
                </a:lnTo>
                <a:lnTo>
                  <a:pt x="6494" y="893104"/>
                </a:lnTo>
                <a:lnTo>
                  <a:pt x="3656" y="943940"/>
                </a:lnTo>
                <a:lnTo>
                  <a:pt x="1626" y="994860"/>
                </a:lnTo>
                <a:lnTo>
                  <a:pt x="407" y="1045853"/>
                </a:lnTo>
                <a:lnTo>
                  <a:pt x="0" y="1096911"/>
                </a:lnTo>
                <a:lnTo>
                  <a:pt x="407" y="1147968"/>
                </a:lnTo>
                <a:lnTo>
                  <a:pt x="1626" y="1198961"/>
                </a:lnTo>
                <a:lnTo>
                  <a:pt x="3656" y="1249879"/>
                </a:lnTo>
                <a:lnTo>
                  <a:pt x="6494" y="1300714"/>
                </a:lnTo>
                <a:lnTo>
                  <a:pt x="10137" y="1351457"/>
                </a:lnTo>
                <a:lnTo>
                  <a:pt x="14582" y="1402098"/>
                </a:lnTo>
                <a:lnTo>
                  <a:pt x="19827" y="1452628"/>
                </a:lnTo>
                <a:lnTo>
                  <a:pt x="25870" y="1503038"/>
                </a:lnTo>
                <a:lnTo>
                  <a:pt x="32708" y="1553318"/>
                </a:lnTo>
                <a:lnTo>
                  <a:pt x="40338" y="1603460"/>
                </a:lnTo>
                <a:lnTo>
                  <a:pt x="48758" y="1653453"/>
                </a:lnTo>
                <a:lnTo>
                  <a:pt x="57966" y="1703290"/>
                </a:lnTo>
                <a:lnTo>
                  <a:pt x="67958" y="1752959"/>
                </a:lnTo>
                <a:lnTo>
                  <a:pt x="78733" y="1802453"/>
                </a:lnTo>
                <a:lnTo>
                  <a:pt x="90288" y="1851762"/>
                </a:lnTo>
                <a:lnTo>
                  <a:pt x="102620" y="1900876"/>
                </a:lnTo>
                <a:lnTo>
                  <a:pt x="115727" y="1949787"/>
                </a:lnTo>
                <a:lnTo>
                  <a:pt x="129606" y="1998485"/>
                </a:lnTo>
                <a:lnTo>
                  <a:pt x="144255" y="2046961"/>
                </a:lnTo>
                <a:lnTo>
                  <a:pt x="159671" y="2095205"/>
                </a:lnTo>
                <a:lnTo>
                  <a:pt x="175852" y="2143209"/>
                </a:lnTo>
                <a:lnTo>
                  <a:pt x="192795" y="2190963"/>
                </a:lnTo>
                <a:lnTo>
                  <a:pt x="210498" y="2238457"/>
                </a:lnTo>
                <a:lnTo>
                  <a:pt x="228958" y="2285683"/>
                </a:lnTo>
                <a:lnTo>
                  <a:pt x="248172" y="2332632"/>
                </a:lnTo>
                <a:lnTo>
                  <a:pt x="268139" y="2379293"/>
                </a:lnTo>
                <a:lnTo>
                  <a:pt x="288855" y="2425659"/>
                </a:lnTo>
                <a:lnTo>
                  <a:pt x="310318" y="2471719"/>
                </a:lnTo>
                <a:lnTo>
                  <a:pt x="332526" y="2517464"/>
                </a:lnTo>
                <a:lnTo>
                  <a:pt x="355475" y="2562885"/>
                </a:lnTo>
                <a:lnTo>
                  <a:pt x="379165" y="2607972"/>
                </a:lnTo>
                <a:lnTo>
                  <a:pt x="403591" y="2652718"/>
                </a:lnTo>
                <a:lnTo>
                  <a:pt x="428751" y="2697111"/>
                </a:lnTo>
                <a:lnTo>
                  <a:pt x="454619" y="2741098"/>
                </a:lnTo>
                <a:lnTo>
                  <a:pt x="481159" y="2784626"/>
                </a:lnTo>
                <a:lnTo>
                  <a:pt x="508366" y="2827688"/>
                </a:lnTo>
                <a:lnTo>
                  <a:pt x="536233" y="2870278"/>
                </a:lnTo>
                <a:lnTo>
                  <a:pt x="564752" y="2912387"/>
                </a:lnTo>
                <a:lnTo>
                  <a:pt x="593917" y="2954009"/>
                </a:lnTo>
                <a:lnTo>
                  <a:pt x="623720" y="2995138"/>
                </a:lnTo>
                <a:lnTo>
                  <a:pt x="654156" y="3035766"/>
                </a:lnTo>
                <a:lnTo>
                  <a:pt x="685216" y="3075886"/>
                </a:lnTo>
                <a:lnTo>
                  <a:pt x="716895" y="3115492"/>
                </a:lnTo>
                <a:lnTo>
                  <a:pt x="749185" y="3154577"/>
                </a:lnTo>
                <a:lnTo>
                  <a:pt x="782079" y="3193133"/>
                </a:lnTo>
                <a:lnTo>
                  <a:pt x="815570" y="3231155"/>
                </a:lnTo>
                <a:lnTo>
                  <a:pt x="849652" y="3268634"/>
                </a:lnTo>
                <a:lnTo>
                  <a:pt x="884317" y="3305564"/>
                </a:lnTo>
                <a:lnTo>
                  <a:pt x="919559" y="3341938"/>
                </a:lnTo>
                <a:lnTo>
                  <a:pt x="955371" y="3377750"/>
                </a:lnTo>
                <a:lnTo>
                  <a:pt x="991746" y="3412991"/>
                </a:lnTo>
                <a:lnTo>
                  <a:pt x="1028676" y="3447656"/>
                </a:lnTo>
                <a:lnTo>
                  <a:pt x="1066155" y="3481738"/>
                </a:lnTo>
                <a:lnTo>
                  <a:pt x="1104177" y="3515229"/>
                </a:lnTo>
                <a:lnTo>
                  <a:pt x="1142733" y="3548122"/>
                </a:lnTo>
                <a:lnTo>
                  <a:pt x="1181818" y="3580411"/>
                </a:lnTo>
                <a:lnTo>
                  <a:pt x="1221424" y="3612090"/>
                </a:lnTo>
                <a:lnTo>
                  <a:pt x="1261545" y="3643149"/>
                </a:lnTo>
                <a:lnTo>
                  <a:pt x="1302173" y="3673584"/>
                </a:lnTo>
                <a:lnTo>
                  <a:pt x="1343302" y="3703387"/>
                </a:lnTo>
                <a:lnTo>
                  <a:pt x="1384924" y="3732551"/>
                </a:lnTo>
                <a:lnTo>
                  <a:pt x="1427033" y="3761069"/>
                </a:lnTo>
                <a:lnTo>
                  <a:pt x="1469622" y="3788935"/>
                </a:lnTo>
                <a:lnTo>
                  <a:pt x="1512684" y="3816141"/>
                </a:lnTo>
                <a:lnTo>
                  <a:pt x="1556212" y="3842680"/>
                </a:lnTo>
                <a:lnTo>
                  <a:pt x="1600200" y="3868547"/>
                </a:lnTo>
                <a:lnTo>
                  <a:pt x="1644593" y="3893707"/>
                </a:lnTo>
                <a:lnTo>
                  <a:pt x="1689338" y="3918133"/>
                </a:lnTo>
                <a:lnTo>
                  <a:pt x="1734426" y="3941823"/>
                </a:lnTo>
                <a:lnTo>
                  <a:pt x="1779847" y="3964773"/>
                </a:lnTo>
                <a:lnTo>
                  <a:pt x="1825591" y="3986981"/>
                </a:lnTo>
                <a:lnTo>
                  <a:pt x="1871651" y="4008444"/>
                </a:lnTo>
                <a:lnTo>
                  <a:pt x="1918016" y="4029161"/>
                </a:lnTo>
                <a:lnTo>
                  <a:pt x="1964677" y="4049128"/>
                </a:lnTo>
                <a:lnTo>
                  <a:pt x="2011625" y="4068343"/>
                </a:lnTo>
                <a:lnTo>
                  <a:pt x="2058851" y="4086803"/>
                </a:lnTo>
                <a:lnTo>
                  <a:pt x="2106345" y="4104506"/>
                </a:lnTo>
                <a:lnTo>
                  <a:pt x="2154099" y="4121450"/>
                </a:lnTo>
                <a:lnTo>
                  <a:pt x="2202102" y="4137631"/>
                </a:lnTo>
                <a:lnTo>
                  <a:pt x="2250346" y="4153048"/>
                </a:lnTo>
                <a:lnTo>
                  <a:pt x="2298822" y="4167698"/>
                </a:lnTo>
                <a:lnTo>
                  <a:pt x="2347519" y="4181577"/>
                </a:lnTo>
                <a:lnTo>
                  <a:pt x="2396430" y="4194685"/>
                </a:lnTo>
                <a:lnTo>
                  <a:pt x="2445544" y="4207017"/>
                </a:lnTo>
                <a:lnTo>
                  <a:pt x="2494852" y="4218573"/>
                </a:lnTo>
                <a:lnTo>
                  <a:pt x="2544346" y="4229348"/>
                </a:lnTo>
                <a:lnTo>
                  <a:pt x="2594015" y="4239341"/>
                </a:lnTo>
                <a:lnTo>
                  <a:pt x="2643852" y="4248549"/>
                </a:lnTo>
                <a:lnTo>
                  <a:pt x="2693845" y="4256970"/>
                </a:lnTo>
                <a:lnTo>
                  <a:pt x="2743987" y="4264601"/>
                </a:lnTo>
                <a:lnTo>
                  <a:pt x="2794267" y="4271439"/>
                </a:lnTo>
                <a:lnTo>
                  <a:pt x="2844677" y="4277482"/>
                </a:lnTo>
                <a:lnTo>
                  <a:pt x="2895208" y="4282728"/>
                </a:lnTo>
                <a:lnTo>
                  <a:pt x="2945849" y="4287173"/>
                </a:lnTo>
                <a:lnTo>
                  <a:pt x="2996593" y="4290816"/>
                </a:lnTo>
                <a:lnTo>
                  <a:pt x="3047429" y="4293654"/>
                </a:lnTo>
                <a:lnTo>
                  <a:pt x="3098348" y="4295684"/>
                </a:lnTo>
                <a:lnTo>
                  <a:pt x="3149341" y="4296904"/>
                </a:lnTo>
                <a:lnTo>
                  <a:pt x="3200400" y="4297311"/>
                </a:lnTo>
                <a:lnTo>
                  <a:pt x="3251457" y="4296904"/>
                </a:lnTo>
                <a:lnTo>
                  <a:pt x="3302449" y="4295684"/>
                </a:lnTo>
                <a:lnTo>
                  <a:pt x="3353367" y="4293654"/>
                </a:lnTo>
                <a:lnTo>
                  <a:pt x="3404203" y="4290816"/>
                </a:lnTo>
                <a:lnTo>
                  <a:pt x="3413874" y="4290122"/>
                </a:lnTo>
                <a:lnTo>
                  <a:pt x="3413874" y="0"/>
                </a:lnTo>
                <a:close/>
              </a:path>
            </a:pathLst>
          </a:custGeom>
          <a:solidFill>
            <a:srgbClr val="2B040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0" y="3188335"/>
            <a:ext cx="3885565" cy="3611245"/>
          </a:xfrm>
          <a:custGeom>
            <a:avLst/>
            <a:gdLst/>
            <a:ahLst/>
            <a:cxnLst/>
            <a:rect l="l" t="t" r="r" b="b"/>
            <a:pathLst>
              <a:path w="2178685" h="2096134">
                <a:moveTo>
                  <a:pt x="0" y="0"/>
                </a:moveTo>
                <a:lnTo>
                  <a:pt x="0" y="2095960"/>
                </a:lnTo>
                <a:lnTo>
                  <a:pt x="2178551" y="2095960"/>
                </a:lnTo>
                <a:lnTo>
                  <a:pt x="2168971" y="2022396"/>
                </a:lnTo>
                <a:lnTo>
                  <a:pt x="2161182" y="1973293"/>
                </a:lnTo>
                <a:lnTo>
                  <a:pt x="2152372" y="1924387"/>
                </a:lnTo>
                <a:lnTo>
                  <a:pt x="2142545" y="1875692"/>
                </a:lnTo>
                <a:lnTo>
                  <a:pt x="2131706" y="1827226"/>
                </a:lnTo>
                <a:lnTo>
                  <a:pt x="2119858" y="1779004"/>
                </a:lnTo>
                <a:lnTo>
                  <a:pt x="2107006" y="1731041"/>
                </a:lnTo>
                <a:lnTo>
                  <a:pt x="2093154" y="1683355"/>
                </a:lnTo>
                <a:lnTo>
                  <a:pt x="2078305" y="1635960"/>
                </a:lnTo>
                <a:lnTo>
                  <a:pt x="2062465" y="1588873"/>
                </a:lnTo>
                <a:lnTo>
                  <a:pt x="2045637" y="1542110"/>
                </a:lnTo>
                <a:lnTo>
                  <a:pt x="2027826" y="1495686"/>
                </a:lnTo>
                <a:lnTo>
                  <a:pt x="2009035" y="1449617"/>
                </a:lnTo>
                <a:lnTo>
                  <a:pt x="1989269" y="1403920"/>
                </a:lnTo>
                <a:lnTo>
                  <a:pt x="1968532" y="1358610"/>
                </a:lnTo>
                <a:lnTo>
                  <a:pt x="1946828" y="1313703"/>
                </a:lnTo>
                <a:lnTo>
                  <a:pt x="1924161" y="1269215"/>
                </a:lnTo>
                <a:lnTo>
                  <a:pt x="1900535" y="1225162"/>
                </a:lnTo>
                <a:lnTo>
                  <a:pt x="1875955" y="1181560"/>
                </a:lnTo>
                <a:lnTo>
                  <a:pt x="1850504" y="1138483"/>
                </a:lnTo>
                <a:lnTo>
                  <a:pt x="1824184" y="1096005"/>
                </a:lnTo>
                <a:lnTo>
                  <a:pt x="1797006" y="1054138"/>
                </a:lnTo>
                <a:lnTo>
                  <a:pt x="1768982" y="1012893"/>
                </a:lnTo>
                <a:lnTo>
                  <a:pt x="1740123" y="972284"/>
                </a:lnTo>
                <a:lnTo>
                  <a:pt x="1710442" y="932320"/>
                </a:lnTo>
                <a:lnTo>
                  <a:pt x="1679950" y="893015"/>
                </a:lnTo>
                <a:lnTo>
                  <a:pt x="1648659" y="854379"/>
                </a:lnTo>
                <a:lnTo>
                  <a:pt x="1616581" y="816425"/>
                </a:lnTo>
                <a:lnTo>
                  <a:pt x="1583727" y="779164"/>
                </a:lnTo>
                <a:lnTo>
                  <a:pt x="1550109" y="742608"/>
                </a:lnTo>
                <a:lnTo>
                  <a:pt x="1515739" y="706769"/>
                </a:lnTo>
                <a:lnTo>
                  <a:pt x="1480629" y="671659"/>
                </a:lnTo>
                <a:lnTo>
                  <a:pt x="1444790" y="637289"/>
                </a:lnTo>
                <a:lnTo>
                  <a:pt x="1408234" y="603670"/>
                </a:lnTo>
                <a:lnTo>
                  <a:pt x="1370974" y="570816"/>
                </a:lnTo>
                <a:lnTo>
                  <a:pt x="1333020" y="538737"/>
                </a:lnTo>
                <a:lnTo>
                  <a:pt x="1294384" y="507445"/>
                </a:lnTo>
                <a:lnTo>
                  <a:pt x="1255079" y="476952"/>
                </a:lnTo>
                <a:lnTo>
                  <a:pt x="1215116" y="447270"/>
                </a:lnTo>
                <a:lnTo>
                  <a:pt x="1174506" y="418410"/>
                </a:lnTo>
                <a:lnTo>
                  <a:pt x="1133262" y="390385"/>
                </a:lnTo>
                <a:lnTo>
                  <a:pt x="1091395" y="363206"/>
                </a:lnTo>
                <a:lnTo>
                  <a:pt x="1048917" y="336884"/>
                </a:lnTo>
                <a:lnTo>
                  <a:pt x="1005840" y="311432"/>
                </a:lnTo>
                <a:lnTo>
                  <a:pt x="962236" y="286852"/>
                </a:lnTo>
                <a:lnTo>
                  <a:pt x="918182" y="263227"/>
                </a:lnTo>
                <a:lnTo>
                  <a:pt x="873693" y="240560"/>
                </a:lnTo>
                <a:lnTo>
                  <a:pt x="828785" y="218856"/>
                </a:lnTo>
                <a:lnTo>
                  <a:pt x="783474" y="198119"/>
                </a:lnTo>
                <a:lnTo>
                  <a:pt x="737777" y="178354"/>
                </a:lnTo>
                <a:lnTo>
                  <a:pt x="691708" y="159563"/>
                </a:lnTo>
                <a:lnTo>
                  <a:pt x="645284" y="141753"/>
                </a:lnTo>
                <a:lnTo>
                  <a:pt x="598521" y="124925"/>
                </a:lnTo>
                <a:lnTo>
                  <a:pt x="551434" y="109086"/>
                </a:lnTo>
                <a:lnTo>
                  <a:pt x="504039" y="94238"/>
                </a:lnTo>
                <a:lnTo>
                  <a:pt x="456353" y="80387"/>
                </a:lnTo>
                <a:lnTo>
                  <a:pt x="408391" y="67536"/>
                </a:lnTo>
                <a:lnTo>
                  <a:pt x="360170" y="55688"/>
                </a:lnTo>
                <a:lnTo>
                  <a:pt x="311704" y="44850"/>
                </a:lnTo>
                <a:lnTo>
                  <a:pt x="263010" y="35024"/>
                </a:lnTo>
                <a:lnTo>
                  <a:pt x="214104" y="26215"/>
                </a:lnTo>
                <a:lnTo>
                  <a:pt x="165001" y="18426"/>
                </a:lnTo>
                <a:lnTo>
                  <a:pt x="115718" y="11663"/>
                </a:lnTo>
                <a:lnTo>
                  <a:pt x="66270" y="5929"/>
                </a:lnTo>
                <a:lnTo>
                  <a:pt x="16674" y="1228"/>
                </a:lnTo>
                <a:lnTo>
                  <a:pt x="0" y="0"/>
                </a:lnTo>
                <a:close/>
              </a:path>
            </a:pathLst>
          </a:custGeom>
          <a:solidFill>
            <a:srgbClr val="2B040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533400" y="609600"/>
            <a:ext cx="5084445" cy="2176780"/>
          </a:xfrm>
          <a:prstGeom prst="rect">
            <a:avLst/>
          </a:prstGeom>
        </p:spPr>
        <p:txBody>
          <a:bodyPr vert="horz" wrap="square" lIns="0" tIns="373380" rIns="0" bIns="0" rtlCol="0">
            <a:noAutofit/>
          </a:bodyPr>
          <a:lstStyle/>
          <a:p>
            <a:pPr marL="12700">
              <a:lnSpc>
                <a:spcPct val="100000"/>
              </a:lnSpc>
              <a:spcBef>
                <a:spcPts val="2940"/>
              </a:spcBef>
            </a:pPr>
            <a:r>
              <a:rPr sz="2000" b="1" spc="-10" dirty="0">
                <a:solidFill>
                  <a:srgbClr val="C8A126"/>
                </a:solidFill>
                <a:latin typeface="Calibri" panose="020F0502020204030204"/>
                <a:cs typeface="Calibri" panose="020F0502020204030204"/>
                <a:sym typeface="+mn-ea"/>
              </a:rPr>
              <a:t>H</a:t>
            </a:r>
            <a:r>
              <a:rPr sz="2000" b="1" spc="-100" dirty="0">
                <a:solidFill>
                  <a:srgbClr val="C8A126"/>
                </a:solidFill>
                <a:latin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2000" b="1" spc="80" dirty="0">
                <a:solidFill>
                  <a:srgbClr val="C8A126"/>
                </a:solidFill>
                <a:latin typeface="Calibri" panose="020F0502020204030204"/>
                <a:cs typeface="Calibri" panose="020F0502020204030204"/>
                <a:sym typeface="+mn-ea"/>
              </a:rPr>
              <a:t>OT</a:t>
            </a:r>
            <a:r>
              <a:rPr sz="2000" b="1" spc="-90" dirty="0">
                <a:solidFill>
                  <a:srgbClr val="C8A126"/>
                </a:solidFill>
                <a:latin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2000" b="1" spc="-10" dirty="0">
                <a:solidFill>
                  <a:srgbClr val="C8A126"/>
                </a:solidFill>
                <a:latin typeface="Calibri" panose="020F0502020204030204"/>
                <a:cs typeface="Calibri" panose="020F0502020204030204"/>
                <a:sym typeface="+mn-ea"/>
              </a:rPr>
              <a:t>E</a:t>
            </a:r>
            <a:r>
              <a:rPr sz="2000" b="1" spc="-105" dirty="0">
                <a:solidFill>
                  <a:srgbClr val="C8A126"/>
                </a:solidFill>
                <a:latin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2000" b="1" dirty="0">
                <a:solidFill>
                  <a:srgbClr val="C8A126"/>
                </a:solidFill>
                <a:latin typeface="Calibri" panose="020F0502020204030204"/>
                <a:cs typeface="Calibri" panose="020F0502020204030204"/>
                <a:sym typeface="+mn-ea"/>
              </a:rPr>
              <a:t>L</a:t>
            </a:r>
            <a:r>
              <a:rPr sz="2000" b="1" spc="420" dirty="0">
                <a:solidFill>
                  <a:srgbClr val="C8A126"/>
                </a:solidFill>
                <a:latin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2000" b="1" dirty="0">
                <a:solidFill>
                  <a:srgbClr val="C8A126"/>
                </a:solidFill>
                <a:latin typeface="Calibri" panose="020F0502020204030204"/>
                <a:cs typeface="Calibri" panose="020F0502020204030204"/>
                <a:sym typeface="+mn-ea"/>
              </a:rPr>
              <a:t>B</a:t>
            </a:r>
            <a:r>
              <a:rPr sz="2000" b="1" spc="-105" dirty="0">
                <a:solidFill>
                  <a:srgbClr val="C8A126"/>
                </a:solidFill>
                <a:latin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2000" b="1" dirty="0">
                <a:solidFill>
                  <a:srgbClr val="C8A126"/>
                </a:solidFill>
                <a:latin typeface="Calibri" panose="020F0502020204030204"/>
                <a:cs typeface="Calibri" panose="020F0502020204030204"/>
                <a:sym typeface="+mn-ea"/>
              </a:rPr>
              <a:t>O</a:t>
            </a:r>
            <a:r>
              <a:rPr sz="2000" b="1" spc="-95" dirty="0">
                <a:solidFill>
                  <a:srgbClr val="C8A126"/>
                </a:solidFill>
                <a:latin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2000" b="1" dirty="0">
                <a:solidFill>
                  <a:srgbClr val="C8A126"/>
                </a:solidFill>
                <a:latin typeface="Calibri" panose="020F0502020204030204"/>
                <a:cs typeface="Calibri" panose="020F0502020204030204"/>
                <a:sym typeface="+mn-ea"/>
              </a:rPr>
              <a:t>O</a:t>
            </a:r>
            <a:r>
              <a:rPr sz="2000" b="1" spc="-100" dirty="0">
                <a:solidFill>
                  <a:srgbClr val="C8A126"/>
                </a:solidFill>
                <a:latin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2000" b="1" spc="-10" dirty="0">
                <a:solidFill>
                  <a:srgbClr val="C8A126"/>
                </a:solidFill>
                <a:latin typeface="Calibri" panose="020F0502020204030204"/>
                <a:cs typeface="Calibri" panose="020F0502020204030204"/>
                <a:sym typeface="+mn-ea"/>
              </a:rPr>
              <a:t>K</a:t>
            </a:r>
            <a:r>
              <a:rPr sz="2000" b="1" spc="-100" dirty="0">
                <a:solidFill>
                  <a:srgbClr val="C8A126"/>
                </a:solidFill>
                <a:latin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2000" b="1" spc="-10" dirty="0">
                <a:solidFill>
                  <a:srgbClr val="C8A126"/>
                </a:solidFill>
                <a:latin typeface="Calibri" panose="020F0502020204030204"/>
                <a:cs typeface="Calibri" panose="020F0502020204030204"/>
                <a:sym typeface="+mn-ea"/>
              </a:rPr>
              <a:t>I</a:t>
            </a:r>
            <a:r>
              <a:rPr sz="2000" b="1" spc="-95" dirty="0">
                <a:solidFill>
                  <a:srgbClr val="C8A126"/>
                </a:solidFill>
                <a:latin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2000" b="1" spc="-10" dirty="0">
                <a:solidFill>
                  <a:srgbClr val="C8A126"/>
                </a:solidFill>
                <a:latin typeface="Calibri" panose="020F0502020204030204"/>
                <a:cs typeface="Calibri" panose="020F0502020204030204"/>
                <a:sym typeface="+mn-ea"/>
              </a:rPr>
              <a:t>N</a:t>
            </a:r>
            <a:r>
              <a:rPr sz="2000" b="1" spc="-95" dirty="0">
                <a:solidFill>
                  <a:srgbClr val="C8A126"/>
                </a:solidFill>
                <a:latin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2000" b="1" dirty="0">
                <a:solidFill>
                  <a:srgbClr val="C8A126"/>
                </a:solidFill>
                <a:latin typeface="Calibri" panose="020F0502020204030204"/>
                <a:cs typeface="Calibri" panose="020F0502020204030204"/>
                <a:sym typeface="+mn-ea"/>
              </a:rPr>
              <a:t>G</a:t>
            </a:r>
            <a:r>
              <a:rPr sz="2000" b="1" spc="395" dirty="0">
                <a:solidFill>
                  <a:srgbClr val="C8A126"/>
                </a:solidFill>
                <a:latin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2000" b="1" dirty="0">
                <a:solidFill>
                  <a:srgbClr val="C8A126"/>
                </a:solidFill>
                <a:latin typeface="Calibri" panose="020F0502020204030204"/>
                <a:cs typeface="Calibri" panose="020F0502020204030204"/>
                <a:sym typeface="+mn-ea"/>
              </a:rPr>
              <a:t>W</a:t>
            </a:r>
            <a:r>
              <a:rPr sz="2000" b="1" spc="-95" dirty="0">
                <a:solidFill>
                  <a:srgbClr val="C8A126"/>
                </a:solidFill>
                <a:latin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2000" b="1" spc="-10" dirty="0">
                <a:solidFill>
                  <a:srgbClr val="C8A126"/>
                </a:solidFill>
                <a:latin typeface="Calibri" panose="020F0502020204030204"/>
                <a:cs typeface="Calibri" panose="020F0502020204030204"/>
                <a:sym typeface="+mn-ea"/>
              </a:rPr>
              <a:t>E</a:t>
            </a:r>
            <a:r>
              <a:rPr sz="2000" b="1" spc="-95" dirty="0">
                <a:solidFill>
                  <a:srgbClr val="C8A126"/>
                </a:solidFill>
                <a:latin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2000" b="1" dirty="0">
                <a:solidFill>
                  <a:srgbClr val="C8A126"/>
                </a:solidFill>
                <a:latin typeface="Calibri" panose="020F0502020204030204"/>
                <a:cs typeface="Calibri" panose="020F0502020204030204"/>
                <a:sym typeface="+mn-ea"/>
              </a:rPr>
              <a:t>B</a:t>
            </a:r>
            <a:r>
              <a:rPr sz="2000" b="1" spc="-105" dirty="0">
                <a:solidFill>
                  <a:srgbClr val="C8A126"/>
                </a:solidFill>
                <a:latin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2000" b="1" dirty="0">
                <a:solidFill>
                  <a:srgbClr val="C8A126"/>
                </a:solidFill>
                <a:latin typeface="Calibri" panose="020F0502020204030204"/>
                <a:cs typeface="Calibri" panose="020F0502020204030204"/>
                <a:sym typeface="+mn-ea"/>
              </a:rPr>
              <a:t>S</a:t>
            </a:r>
            <a:r>
              <a:rPr sz="2000" b="1" spc="-85" dirty="0">
                <a:solidFill>
                  <a:srgbClr val="C8A126"/>
                </a:solidFill>
                <a:latin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2000" b="1" spc="-10" dirty="0">
                <a:solidFill>
                  <a:srgbClr val="C8A126"/>
                </a:solidFill>
                <a:latin typeface="Calibri" panose="020F0502020204030204"/>
                <a:cs typeface="Calibri" panose="020F0502020204030204"/>
                <a:sym typeface="+mn-ea"/>
              </a:rPr>
              <a:t>I</a:t>
            </a:r>
            <a:r>
              <a:rPr sz="2000" b="1" spc="-105" dirty="0">
                <a:solidFill>
                  <a:srgbClr val="C8A126"/>
                </a:solidFill>
                <a:latin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2000" b="1" dirty="0">
                <a:solidFill>
                  <a:srgbClr val="C8A126"/>
                </a:solidFill>
                <a:latin typeface="Calibri" panose="020F0502020204030204"/>
                <a:cs typeface="Calibri" panose="020F0502020204030204"/>
                <a:sym typeface="+mn-ea"/>
              </a:rPr>
              <a:t>T</a:t>
            </a:r>
            <a:r>
              <a:rPr sz="2000" b="1" spc="-90" dirty="0">
                <a:solidFill>
                  <a:srgbClr val="C8A126"/>
                </a:solidFill>
                <a:latin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2000" b="1" dirty="0">
                <a:solidFill>
                  <a:srgbClr val="C8A126"/>
                </a:solidFill>
                <a:latin typeface="Calibri" panose="020F0502020204030204"/>
                <a:cs typeface="Calibri" panose="020F0502020204030204"/>
                <a:sym typeface="+mn-ea"/>
              </a:rPr>
              <a:t>E</a:t>
            </a:r>
            <a:r>
              <a:rPr sz="2000" b="1" spc="405" dirty="0">
                <a:solidFill>
                  <a:srgbClr val="C8A126"/>
                </a:solidFill>
                <a:latin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2000" b="1" dirty="0">
                <a:solidFill>
                  <a:srgbClr val="C8A126"/>
                </a:solidFill>
                <a:latin typeface="Calibri" panose="020F0502020204030204"/>
                <a:cs typeface="Calibri" panose="020F0502020204030204"/>
                <a:sym typeface="+mn-ea"/>
              </a:rPr>
              <a:t>P</a:t>
            </a:r>
            <a:r>
              <a:rPr sz="2000" b="1" spc="-105" dirty="0">
                <a:solidFill>
                  <a:srgbClr val="C8A126"/>
                </a:solidFill>
                <a:latin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2000" b="1" spc="-10" dirty="0">
                <a:solidFill>
                  <a:srgbClr val="C8A126"/>
                </a:solidFill>
                <a:latin typeface="Calibri" panose="020F0502020204030204"/>
                <a:cs typeface="Calibri" panose="020F0502020204030204"/>
                <a:sym typeface="+mn-ea"/>
              </a:rPr>
              <a:t>R</a:t>
            </a:r>
            <a:r>
              <a:rPr sz="2000" b="1" spc="-110" dirty="0">
                <a:solidFill>
                  <a:srgbClr val="C8A126"/>
                </a:solidFill>
                <a:latin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2000" b="1" dirty="0">
                <a:solidFill>
                  <a:srgbClr val="C8A126"/>
                </a:solidFill>
                <a:latin typeface="Calibri" panose="020F0502020204030204"/>
                <a:cs typeface="Calibri" panose="020F0502020204030204"/>
                <a:sym typeface="+mn-ea"/>
              </a:rPr>
              <a:t>O</a:t>
            </a:r>
            <a:r>
              <a:rPr sz="2000" b="1" spc="-110" dirty="0">
                <a:solidFill>
                  <a:srgbClr val="C8A126"/>
                </a:solidFill>
                <a:latin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2000" b="1" dirty="0">
                <a:solidFill>
                  <a:srgbClr val="C8A126"/>
                </a:solidFill>
                <a:latin typeface="Calibri" panose="020F0502020204030204"/>
                <a:cs typeface="Calibri" panose="020F0502020204030204"/>
                <a:sym typeface="+mn-ea"/>
              </a:rPr>
              <a:t>J</a:t>
            </a:r>
            <a:r>
              <a:rPr sz="2000" b="1" spc="-90" dirty="0">
                <a:solidFill>
                  <a:srgbClr val="C8A126"/>
                </a:solidFill>
                <a:latin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2000" b="1" spc="-10" dirty="0">
                <a:solidFill>
                  <a:srgbClr val="C8A126"/>
                </a:solidFill>
                <a:latin typeface="Calibri" panose="020F0502020204030204"/>
                <a:cs typeface="Calibri" panose="020F0502020204030204"/>
                <a:sym typeface="+mn-ea"/>
              </a:rPr>
              <a:t>E</a:t>
            </a:r>
            <a:r>
              <a:rPr sz="2000" b="1" spc="-120" dirty="0">
                <a:solidFill>
                  <a:srgbClr val="C8A126"/>
                </a:solidFill>
                <a:latin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2000" b="1" dirty="0">
                <a:solidFill>
                  <a:srgbClr val="C8A126"/>
                </a:solidFill>
                <a:latin typeface="Calibri" panose="020F0502020204030204"/>
                <a:cs typeface="Calibri" panose="020F0502020204030204"/>
                <a:sym typeface="+mn-ea"/>
              </a:rPr>
              <a:t>C</a:t>
            </a:r>
            <a:r>
              <a:rPr sz="2000" b="1" spc="-85" dirty="0">
                <a:solidFill>
                  <a:srgbClr val="C8A126"/>
                </a:solidFill>
                <a:latin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2000" b="1" spc="-50" dirty="0">
                <a:solidFill>
                  <a:srgbClr val="C8A126"/>
                </a:solidFill>
                <a:latin typeface="Calibri" panose="020F0502020204030204"/>
                <a:cs typeface="Calibri" panose="020F0502020204030204"/>
                <a:sym typeface="+mn-ea"/>
              </a:rPr>
              <a:t>T</a:t>
            </a:r>
            <a:br>
              <a:rPr sz="5600" dirty="0"/>
            </a:br>
            <a:r>
              <a:rPr lang="en-US" sz="5600" dirty="0"/>
              <a:t> </a:t>
            </a:r>
            <a:r>
              <a:rPr sz="6000" i="1" dirty="0">
                <a:latin typeface="Mongolian Baiti" panose="03000500000000000000" charset="0"/>
                <a:cs typeface="Mongolian Baiti" panose="03000500000000000000" charset="0"/>
              </a:rPr>
              <a:t>Elite</a:t>
            </a:r>
            <a:r>
              <a:rPr sz="6000" i="1" spc="35" dirty="0">
                <a:latin typeface="Mongolian Baiti" panose="03000500000000000000" charset="0"/>
                <a:cs typeface="Mongolian Baiti" panose="03000500000000000000" charset="0"/>
              </a:rPr>
              <a:t> </a:t>
            </a:r>
            <a:r>
              <a:rPr sz="6000" i="1" spc="-20" dirty="0">
                <a:latin typeface="Mongolian Baiti" panose="03000500000000000000" charset="0"/>
                <a:cs typeface="Mongolian Baiti" panose="03000500000000000000" charset="0"/>
              </a:rPr>
              <a:t>Stays</a:t>
            </a:r>
            <a:endParaRPr sz="6000" i="1">
              <a:latin typeface="Mongolian Baiti" panose="03000500000000000000" charset="0"/>
              <a:cs typeface="Mongolian Baiti" panose="03000500000000000000" charset="0"/>
            </a:endParaRPr>
          </a:p>
          <a:p>
            <a:pPr marL="58420">
              <a:lnSpc>
                <a:spcPct val="100000"/>
              </a:lnSpc>
              <a:spcBef>
                <a:spcPts val="1015"/>
              </a:spcBef>
            </a:pPr>
            <a:r>
              <a:rPr sz="2000" b="0" i="1" spc="-80" dirty="0">
                <a:solidFill>
                  <a:srgbClr val="C8A126"/>
                </a:solidFill>
                <a:latin typeface="Times New Roman" panose="02020603050405020304"/>
                <a:cs typeface="Times New Roman" panose="02020603050405020304"/>
              </a:rPr>
              <a:t>A</a:t>
            </a:r>
            <a:r>
              <a:rPr sz="2000" b="0" i="1" spc="-65" dirty="0">
                <a:solidFill>
                  <a:srgbClr val="C8A126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0" i="1" spc="-10" dirty="0">
                <a:solidFill>
                  <a:srgbClr val="C8A126"/>
                </a:solidFill>
                <a:latin typeface="Times New Roman" panose="02020603050405020304"/>
                <a:cs typeface="Times New Roman" panose="02020603050405020304"/>
              </a:rPr>
              <a:t>Refined</a:t>
            </a:r>
            <a:r>
              <a:rPr sz="2000" b="0" i="1" spc="-75" dirty="0">
                <a:solidFill>
                  <a:srgbClr val="C8A126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0" i="1" spc="-20" dirty="0">
                <a:solidFill>
                  <a:srgbClr val="C8A126"/>
                </a:solidFill>
                <a:latin typeface="Times New Roman" panose="02020603050405020304"/>
                <a:cs typeface="Times New Roman" panose="02020603050405020304"/>
              </a:rPr>
              <a:t>Hotel</a:t>
            </a:r>
            <a:r>
              <a:rPr sz="2000" b="0" i="1" spc="-70" dirty="0">
                <a:solidFill>
                  <a:srgbClr val="C8A126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0" i="1" spc="-20" dirty="0">
                <a:solidFill>
                  <a:srgbClr val="C8A126"/>
                </a:solidFill>
                <a:latin typeface="Times New Roman" panose="02020603050405020304"/>
                <a:cs typeface="Times New Roman" panose="02020603050405020304"/>
              </a:rPr>
              <a:t>Booking</a:t>
            </a:r>
            <a:r>
              <a:rPr sz="2000" b="0" i="1" spc="-65" dirty="0">
                <a:solidFill>
                  <a:srgbClr val="C8A126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0" i="1" spc="-10" dirty="0">
                <a:solidFill>
                  <a:srgbClr val="C8A126"/>
                </a:solidFill>
                <a:latin typeface="Times New Roman" panose="02020603050405020304"/>
                <a:cs typeface="Times New Roman" panose="02020603050405020304"/>
              </a:rPr>
              <a:t>Experience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86079" y="3455009"/>
            <a:ext cx="6651625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dirty="0">
                <a:solidFill>
                  <a:srgbClr val="E8DBCD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1300" spc="-40" dirty="0">
                <a:solidFill>
                  <a:srgbClr val="E8DBCD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spc="-10" dirty="0">
                <a:solidFill>
                  <a:srgbClr val="E8DBCD"/>
                </a:solidFill>
                <a:latin typeface="Calibri" panose="020F0502020204030204"/>
                <a:cs typeface="Calibri" panose="020F0502020204030204"/>
              </a:rPr>
              <a:t>Multi-Page</a:t>
            </a:r>
            <a:r>
              <a:rPr sz="1300" spc="-35" dirty="0">
                <a:solidFill>
                  <a:srgbClr val="E8DBCD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dirty="0">
                <a:solidFill>
                  <a:srgbClr val="E8DBCD"/>
                </a:solidFill>
                <a:latin typeface="Calibri" panose="020F0502020204030204"/>
                <a:cs typeface="Calibri" panose="020F0502020204030204"/>
              </a:rPr>
              <a:t>HTML5</a:t>
            </a:r>
            <a:r>
              <a:rPr sz="1300" spc="-25" dirty="0">
                <a:solidFill>
                  <a:srgbClr val="E8DBCD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dirty="0">
                <a:solidFill>
                  <a:srgbClr val="E8DBCD"/>
                </a:solidFill>
                <a:latin typeface="Calibri" panose="020F0502020204030204"/>
                <a:cs typeface="Calibri" panose="020F0502020204030204"/>
              </a:rPr>
              <a:t>&amp;</a:t>
            </a:r>
            <a:r>
              <a:rPr sz="1300" spc="-35" dirty="0">
                <a:solidFill>
                  <a:srgbClr val="E8DBCD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dirty="0">
                <a:solidFill>
                  <a:srgbClr val="E8DBCD"/>
                </a:solidFill>
                <a:latin typeface="Calibri" panose="020F0502020204030204"/>
                <a:cs typeface="Calibri" panose="020F0502020204030204"/>
              </a:rPr>
              <a:t>CSS3</a:t>
            </a:r>
            <a:r>
              <a:rPr sz="1300" spc="-30" dirty="0">
                <a:solidFill>
                  <a:srgbClr val="E8DBCD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dirty="0">
                <a:solidFill>
                  <a:srgbClr val="E8DBCD"/>
                </a:solidFill>
                <a:latin typeface="Calibri" panose="020F0502020204030204"/>
                <a:cs typeface="Calibri" panose="020F0502020204030204"/>
              </a:rPr>
              <a:t>Booking</a:t>
            </a:r>
            <a:r>
              <a:rPr sz="1300" spc="-35" dirty="0">
                <a:solidFill>
                  <a:srgbClr val="E8DBCD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spc="-20" dirty="0">
                <a:solidFill>
                  <a:srgbClr val="E8DBCD"/>
                </a:solidFill>
                <a:latin typeface="Calibri" panose="020F0502020204030204"/>
                <a:cs typeface="Calibri" panose="020F0502020204030204"/>
              </a:rPr>
              <a:t>Website</a:t>
            </a:r>
            <a:r>
              <a:rPr sz="1300" spc="-35" dirty="0">
                <a:solidFill>
                  <a:srgbClr val="E8DBCD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spc="-10" dirty="0">
                <a:solidFill>
                  <a:srgbClr val="E8DBCD"/>
                </a:solidFill>
                <a:latin typeface="Calibri" panose="020F0502020204030204"/>
                <a:cs typeface="Calibri" panose="020F0502020204030204"/>
              </a:rPr>
              <a:t>Showcasing</a:t>
            </a:r>
            <a:r>
              <a:rPr sz="1300" spc="-35" dirty="0">
                <a:solidFill>
                  <a:srgbClr val="E8DBCD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spc="-10" dirty="0">
                <a:solidFill>
                  <a:srgbClr val="E8DBCD"/>
                </a:solidFill>
                <a:latin typeface="Calibri" panose="020F0502020204030204"/>
                <a:cs typeface="Calibri" panose="020F0502020204030204"/>
              </a:rPr>
              <a:t>Rooms,</a:t>
            </a:r>
            <a:r>
              <a:rPr sz="1300" spc="-35" dirty="0">
                <a:solidFill>
                  <a:srgbClr val="E8DBCD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spc="-10" dirty="0">
                <a:solidFill>
                  <a:srgbClr val="E8DBCD"/>
                </a:solidFill>
                <a:latin typeface="Calibri" panose="020F0502020204030204"/>
                <a:cs typeface="Calibri" panose="020F0502020204030204"/>
              </a:rPr>
              <a:t>Destinations</a:t>
            </a:r>
            <a:r>
              <a:rPr sz="1300" spc="-30" dirty="0">
                <a:solidFill>
                  <a:srgbClr val="E8DBCD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dirty="0">
                <a:solidFill>
                  <a:srgbClr val="E8DBCD"/>
                </a:solidFill>
                <a:latin typeface="Calibri" panose="020F0502020204030204"/>
                <a:cs typeface="Calibri" panose="020F0502020204030204"/>
              </a:rPr>
              <a:t>&amp;</a:t>
            </a:r>
            <a:r>
              <a:rPr sz="1300" spc="-35" dirty="0">
                <a:solidFill>
                  <a:srgbClr val="E8DBCD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dirty="0">
                <a:solidFill>
                  <a:srgbClr val="E8DBCD"/>
                </a:solidFill>
                <a:latin typeface="Calibri" panose="020F0502020204030204"/>
                <a:cs typeface="Calibri" panose="020F0502020204030204"/>
              </a:rPr>
              <a:t>Member</a:t>
            </a:r>
            <a:r>
              <a:rPr sz="1300" spc="-30" dirty="0">
                <a:solidFill>
                  <a:srgbClr val="E8DBCD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spc="-10" dirty="0">
                <a:solidFill>
                  <a:srgbClr val="E8DBCD"/>
                </a:solidFill>
                <a:latin typeface="Calibri" panose="020F0502020204030204"/>
                <a:cs typeface="Calibri" panose="020F0502020204030204"/>
              </a:rPr>
              <a:t>Rewards</a:t>
            </a:r>
            <a:endParaRPr sz="13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763905" y="3829050"/>
            <a:ext cx="1005840" cy="635"/>
          </a:xfrm>
          <a:custGeom>
            <a:avLst/>
            <a:gdLst/>
            <a:ahLst/>
            <a:cxnLst/>
            <a:rect l="l" t="t" r="r" b="b"/>
            <a:pathLst>
              <a:path w="1005839" h="635">
                <a:moveTo>
                  <a:pt x="0" y="0"/>
                </a:moveTo>
                <a:lnTo>
                  <a:pt x="1005840" y="355"/>
                </a:lnTo>
              </a:path>
            </a:pathLst>
          </a:custGeom>
          <a:ln w="25559">
            <a:solidFill>
              <a:srgbClr val="C8A12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763905" y="4114800"/>
            <a:ext cx="6049645" cy="1328420"/>
          </a:xfrm>
          <a:prstGeom prst="rect">
            <a:avLst/>
          </a:prstGeom>
        </p:spPr>
        <p:txBody>
          <a:bodyPr vert="horz" wrap="square" lIns="0" tIns="933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35"/>
              </a:spcBef>
            </a:pPr>
            <a:r>
              <a:rPr sz="2000" dirty="0">
                <a:solidFill>
                  <a:srgbClr val="C8BAAD"/>
                </a:solidFill>
                <a:latin typeface="Calibri" panose="020F0502020204030204"/>
                <a:cs typeface="Calibri" panose="020F0502020204030204"/>
              </a:rPr>
              <a:t>Concept</a:t>
            </a:r>
            <a:r>
              <a:rPr sz="2000" spc="-25" dirty="0">
                <a:solidFill>
                  <a:srgbClr val="C8BAAD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C8BAAD"/>
                </a:solidFill>
                <a:latin typeface="Calibri" panose="020F0502020204030204"/>
                <a:cs typeface="Calibri" panose="020F0502020204030204"/>
              </a:rPr>
              <a:t>Project</a:t>
            </a:r>
            <a:endParaRPr sz="200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  <a:spcBef>
                <a:spcPts val="985"/>
              </a:spcBef>
            </a:pPr>
            <a:r>
              <a:rPr sz="2000" b="1" spc="55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6</a:t>
            </a:r>
            <a:r>
              <a:rPr sz="2000" b="1" spc="-30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Pages</a:t>
            </a:r>
            <a:r>
              <a:rPr sz="2000" b="1" spc="-20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spc="-330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·</a:t>
            </a:r>
            <a:r>
              <a:rPr sz="2000" b="1" spc="-25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14</a:t>
            </a:r>
            <a:r>
              <a:rPr sz="2000" b="1" spc="-15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spc="50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Destinations</a:t>
            </a:r>
            <a:r>
              <a:rPr sz="2000" b="1" spc="-20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spc="-330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·</a:t>
            </a:r>
            <a:r>
              <a:rPr sz="2000" b="1" spc="-20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spc="55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6</a:t>
            </a:r>
            <a:r>
              <a:rPr sz="2000" b="1" spc="-20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Room</a:t>
            </a:r>
            <a:r>
              <a:rPr sz="2000" b="1" spc="-25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spc="-10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Types</a:t>
            </a:r>
            <a:endParaRPr sz="2000">
              <a:solidFill>
                <a:srgbClr val="FF0000"/>
              </a:solidFill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1450"/>
              </a:spcBef>
            </a:pPr>
            <a:r>
              <a:rPr sz="2000" dirty="0">
                <a:solidFill>
                  <a:srgbClr val="C8BAAD"/>
                </a:solidFill>
                <a:latin typeface="Calibri" panose="020F0502020204030204"/>
                <a:cs typeface="Calibri" panose="020F0502020204030204"/>
              </a:rPr>
              <a:t>Frontend</a:t>
            </a:r>
            <a:r>
              <a:rPr sz="2000" spc="-20" dirty="0">
                <a:solidFill>
                  <a:srgbClr val="C8BAAD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C8BAAD"/>
                </a:solidFill>
                <a:latin typeface="Calibri" panose="020F0502020204030204"/>
                <a:cs typeface="Calibri" panose="020F0502020204030204"/>
              </a:rPr>
              <a:t>Project</a:t>
            </a:r>
            <a:r>
              <a:rPr sz="2000" spc="225" dirty="0">
                <a:solidFill>
                  <a:srgbClr val="C8BAAD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C8BAAD"/>
                </a:solidFill>
                <a:latin typeface="Calibri" panose="020F0502020204030204"/>
                <a:cs typeface="Calibri" panose="020F0502020204030204"/>
              </a:rPr>
              <a:t>|</a:t>
            </a:r>
            <a:r>
              <a:rPr sz="2000" spc="225" dirty="0">
                <a:solidFill>
                  <a:srgbClr val="C8BAAD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C8BAAD"/>
                </a:solidFill>
                <a:latin typeface="Calibri" panose="020F0502020204030204"/>
                <a:cs typeface="Calibri" panose="020F0502020204030204"/>
              </a:rPr>
              <a:t>HTML5</a:t>
            </a:r>
            <a:r>
              <a:rPr sz="2000" spc="-20" dirty="0">
                <a:solidFill>
                  <a:srgbClr val="C8BAAD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C8BAAD"/>
                </a:solidFill>
                <a:latin typeface="Calibri" panose="020F0502020204030204"/>
                <a:cs typeface="Calibri" panose="020F0502020204030204"/>
              </a:rPr>
              <a:t>·</a:t>
            </a:r>
            <a:r>
              <a:rPr sz="2000" spc="-15" dirty="0">
                <a:solidFill>
                  <a:srgbClr val="C8BAAD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C8BAAD"/>
                </a:solidFill>
                <a:latin typeface="Calibri" panose="020F0502020204030204"/>
                <a:cs typeface="Calibri" panose="020F0502020204030204"/>
              </a:rPr>
              <a:t>CSS</a:t>
            </a:r>
            <a:endParaRPr sz="20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1" name="Date Placeholder 10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D8BD707-D9CF-40AE-B4C6-C98DA3205C09}" type="datetime1">
              <a:rPr lang="en-US"/>
            </a:fld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381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25" dirty="0"/>
            </a:fld>
            <a:endParaRPr spc="-25" dirty="0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t>Elite Stays</a:t>
            </a:r>
          </a:p>
        </p:txBody>
      </p:sp>
      <p:sp>
        <p:nvSpPr>
          <p:cNvPr id="14" name="Text Box 13"/>
          <p:cNvSpPr txBox="1"/>
          <p:nvPr/>
        </p:nvSpPr>
        <p:spPr>
          <a:xfrm>
            <a:off x="7924800" y="5332095"/>
            <a:ext cx="406400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 sz="2000" b="1" i="1">
                <a:latin typeface="Comic Sans MS" panose="030F0702030302020204" charset="0"/>
                <a:cs typeface="Comic Sans MS" panose="030F0702030302020204" charset="0"/>
              </a:rPr>
              <a:t>Presented By:</a:t>
            </a:r>
            <a:endParaRPr lang="en-US" altLang="en-GB" sz="2000" b="1" i="1">
              <a:latin typeface="Comic Sans MS" panose="030F0702030302020204" charset="0"/>
              <a:cs typeface="Comic Sans MS" panose="030F0702030302020204" charset="0"/>
            </a:endParaRPr>
          </a:p>
          <a:p>
            <a:r>
              <a:rPr lang="en-US" altLang="en-GB" sz="2000" b="1" i="1">
                <a:latin typeface="Comic Sans MS" panose="030F0702030302020204" charset="0"/>
                <a:cs typeface="Comic Sans MS" panose="030F0702030302020204" charset="0"/>
              </a:rPr>
              <a:t>PurnaChandra Rao Chimata </a:t>
            </a:r>
            <a:endParaRPr lang="en-US" altLang="en-GB" sz="2000" b="1" i="1">
              <a:latin typeface="Comic Sans MS" panose="030F0702030302020204" charset="0"/>
              <a:cs typeface="Comic Sans MS" panose="030F070203030202020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609600" y="533400"/>
            <a:ext cx="10972800" cy="1115060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10" dirty="0">
                <a:solidFill>
                  <a:srgbClr val="FF0000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O</a:t>
            </a:r>
            <a:r>
              <a:rPr sz="2000" b="1" spc="-105" dirty="0">
                <a:solidFill>
                  <a:srgbClr val="FF0000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 </a:t>
            </a:r>
            <a:r>
              <a:rPr sz="2000" b="1" spc="-10" dirty="0">
                <a:solidFill>
                  <a:srgbClr val="FF0000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V</a:t>
            </a:r>
            <a:r>
              <a:rPr sz="2000" b="1" spc="-60" dirty="0">
                <a:solidFill>
                  <a:srgbClr val="FF0000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 </a:t>
            </a:r>
            <a:r>
              <a:rPr sz="2000" b="1" spc="-10" dirty="0">
                <a:solidFill>
                  <a:srgbClr val="FF0000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E</a:t>
            </a:r>
            <a:r>
              <a:rPr sz="2000" b="1" spc="-85" dirty="0">
                <a:solidFill>
                  <a:srgbClr val="FF0000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 </a:t>
            </a:r>
            <a:r>
              <a:rPr sz="2000" b="1" dirty="0">
                <a:solidFill>
                  <a:srgbClr val="FF0000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R</a:t>
            </a:r>
            <a:r>
              <a:rPr sz="2000" b="1" spc="-85" dirty="0">
                <a:solidFill>
                  <a:srgbClr val="FF0000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 </a:t>
            </a:r>
            <a:r>
              <a:rPr sz="2000" b="1" spc="-10" dirty="0">
                <a:solidFill>
                  <a:srgbClr val="FF0000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V</a:t>
            </a:r>
            <a:r>
              <a:rPr sz="2000" b="1" spc="-65" dirty="0">
                <a:solidFill>
                  <a:srgbClr val="FF0000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 </a:t>
            </a:r>
            <a:r>
              <a:rPr sz="2000" b="1" spc="-10" dirty="0">
                <a:solidFill>
                  <a:srgbClr val="FF0000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I</a:t>
            </a:r>
            <a:r>
              <a:rPr sz="2000" b="1" spc="-75" dirty="0">
                <a:solidFill>
                  <a:srgbClr val="FF0000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 </a:t>
            </a:r>
            <a:r>
              <a:rPr sz="2000" b="1" spc="-10" dirty="0">
                <a:solidFill>
                  <a:srgbClr val="FF0000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E</a:t>
            </a:r>
            <a:r>
              <a:rPr sz="2000" b="1" spc="-70" dirty="0">
                <a:solidFill>
                  <a:srgbClr val="FF0000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 </a:t>
            </a:r>
            <a:r>
              <a:rPr sz="2000" b="1" spc="-50" dirty="0">
                <a:solidFill>
                  <a:srgbClr val="FF0000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W</a:t>
            </a:r>
            <a:br>
              <a:rPr sz="2000" spc="50" dirty="0">
                <a:solidFill>
                  <a:srgbClr val="FF0000"/>
                </a:solidFill>
                <a:latin typeface="Cambria" panose="02040503050406030204" charset="0"/>
                <a:cs typeface="Cambria" panose="02040503050406030204" charset="0"/>
              </a:rPr>
            </a:br>
            <a:r>
              <a:rPr lang="en-US" sz="2000" spc="50" dirty="0">
                <a:solidFill>
                  <a:srgbClr val="231913"/>
                </a:solidFill>
                <a:latin typeface="Cambria" panose="02040503050406030204" charset="0"/>
                <a:cs typeface="Cambria" panose="02040503050406030204" charset="0"/>
              </a:rPr>
              <a:t>                 </a:t>
            </a:r>
            <a:r>
              <a:rPr spc="50" dirty="0">
                <a:solidFill>
                  <a:srgbClr val="231913"/>
                </a:solidFill>
              </a:rPr>
              <a:t>Introduction</a:t>
            </a:r>
            <a:endParaRPr spc="50" dirty="0">
              <a:solidFill>
                <a:srgbClr val="231913"/>
              </a:solidFill>
            </a:endParaRPr>
          </a:p>
        </p:txBody>
      </p:sp>
      <p:grpSp>
        <p:nvGrpSpPr>
          <p:cNvPr id="4" name="object 4"/>
          <p:cNvGrpSpPr/>
          <p:nvPr>
            <p:custDataLst>
              <p:tags r:id="rId1"/>
            </p:custDataLst>
          </p:nvPr>
        </p:nvGrpSpPr>
        <p:grpSpPr>
          <a:xfrm>
            <a:off x="965161" y="1863146"/>
            <a:ext cx="3338949" cy="3168359"/>
            <a:chOff x="541616" y="1684616"/>
            <a:chExt cx="3579495" cy="3396615"/>
          </a:xfrm>
        </p:grpSpPr>
        <p:sp>
          <p:nvSpPr>
            <p:cNvPr id="5" name="object 5"/>
            <p:cNvSpPr/>
            <p:nvPr>
              <p:custDataLst>
                <p:tags r:id="rId2"/>
              </p:custDataLst>
            </p:nvPr>
          </p:nvSpPr>
          <p:spPr>
            <a:xfrm>
              <a:off x="547916" y="1690916"/>
              <a:ext cx="3566795" cy="3383915"/>
            </a:xfrm>
            <a:custGeom>
              <a:avLst/>
              <a:gdLst/>
              <a:ahLst/>
              <a:cxnLst/>
              <a:rect l="l" t="t" r="r" b="b"/>
              <a:pathLst>
                <a:path w="3566795" h="3383915">
                  <a:moveTo>
                    <a:pt x="368" y="82448"/>
                  </a:moveTo>
                  <a:lnTo>
                    <a:pt x="1097" y="71680"/>
                  </a:lnTo>
                  <a:lnTo>
                    <a:pt x="3243" y="61115"/>
                  </a:lnTo>
                  <a:lnTo>
                    <a:pt x="24569" y="24258"/>
                  </a:lnTo>
                  <a:lnTo>
                    <a:pt x="61293" y="2881"/>
                  </a:lnTo>
                  <a:lnTo>
                    <a:pt x="82803" y="0"/>
                  </a:lnTo>
                  <a:lnTo>
                    <a:pt x="3484079" y="368"/>
                  </a:lnTo>
                  <a:lnTo>
                    <a:pt x="3525126" y="11518"/>
                  </a:lnTo>
                  <a:lnTo>
                    <a:pt x="3555365" y="41402"/>
                  </a:lnTo>
                  <a:lnTo>
                    <a:pt x="3566528" y="82804"/>
                  </a:lnTo>
                  <a:lnTo>
                    <a:pt x="3566528" y="3301199"/>
                  </a:lnTo>
                  <a:lnTo>
                    <a:pt x="3565796" y="3311967"/>
                  </a:lnTo>
                  <a:lnTo>
                    <a:pt x="3563646" y="3322532"/>
                  </a:lnTo>
                  <a:lnTo>
                    <a:pt x="3542314" y="3359389"/>
                  </a:lnTo>
                  <a:lnTo>
                    <a:pt x="3505595" y="3380766"/>
                  </a:lnTo>
                  <a:lnTo>
                    <a:pt x="3484079" y="3383648"/>
                  </a:lnTo>
                  <a:lnTo>
                    <a:pt x="82448" y="3383648"/>
                  </a:lnTo>
                  <a:lnTo>
                    <a:pt x="41401" y="3372485"/>
                  </a:lnTo>
                  <a:lnTo>
                    <a:pt x="11163" y="3342601"/>
                  </a:lnTo>
                  <a:lnTo>
                    <a:pt x="0" y="3301199"/>
                  </a:lnTo>
                  <a:lnTo>
                    <a:pt x="368" y="82448"/>
                  </a:lnTo>
                  <a:close/>
                </a:path>
              </a:pathLst>
            </a:custGeom>
            <a:ln w="12599">
              <a:solidFill>
                <a:srgbClr val="E5D7C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>
              <p:custDataLst>
                <p:tags r:id="rId3"/>
              </p:custDataLst>
            </p:nvPr>
          </p:nvSpPr>
          <p:spPr>
            <a:xfrm>
              <a:off x="868324" y="2011324"/>
              <a:ext cx="503555" cy="503555"/>
            </a:xfrm>
            <a:custGeom>
              <a:avLst/>
              <a:gdLst/>
              <a:ahLst/>
              <a:cxnLst/>
              <a:rect l="l" t="t" r="r" b="b"/>
              <a:pathLst>
                <a:path w="503555" h="503555">
                  <a:moveTo>
                    <a:pt x="82791" y="0"/>
                  </a:moveTo>
                  <a:lnTo>
                    <a:pt x="41389" y="11150"/>
                  </a:lnTo>
                  <a:lnTo>
                    <a:pt x="11518" y="41389"/>
                  </a:lnTo>
                  <a:lnTo>
                    <a:pt x="355" y="82435"/>
                  </a:lnTo>
                  <a:lnTo>
                    <a:pt x="0" y="420839"/>
                  </a:lnTo>
                  <a:lnTo>
                    <a:pt x="719" y="431605"/>
                  </a:lnTo>
                  <a:lnTo>
                    <a:pt x="729" y="431761"/>
                  </a:lnTo>
                  <a:lnTo>
                    <a:pt x="2838" y="442166"/>
                  </a:lnTo>
                  <a:lnTo>
                    <a:pt x="2874" y="442345"/>
                  </a:lnTo>
                  <a:lnTo>
                    <a:pt x="6299" y="452322"/>
                  </a:lnTo>
                  <a:lnTo>
                    <a:pt x="6370" y="452527"/>
                  </a:lnTo>
                  <a:lnTo>
                    <a:pt x="11150" y="462241"/>
                  </a:lnTo>
                  <a:lnTo>
                    <a:pt x="17036" y="470900"/>
                  </a:lnTo>
                  <a:lnTo>
                    <a:pt x="17141" y="471056"/>
                  </a:lnTo>
                  <a:lnTo>
                    <a:pt x="50942" y="496894"/>
                  </a:lnTo>
                  <a:lnTo>
                    <a:pt x="82435" y="503275"/>
                  </a:lnTo>
                  <a:lnTo>
                    <a:pt x="420839" y="503275"/>
                  </a:lnTo>
                  <a:lnTo>
                    <a:pt x="462241" y="492112"/>
                  </a:lnTo>
                  <a:lnTo>
                    <a:pt x="492112" y="461873"/>
                  </a:lnTo>
                  <a:lnTo>
                    <a:pt x="502512" y="431761"/>
                  </a:lnTo>
                  <a:lnTo>
                    <a:pt x="502543" y="431605"/>
                  </a:lnTo>
                  <a:lnTo>
                    <a:pt x="503275" y="420839"/>
                  </a:lnTo>
                  <a:lnTo>
                    <a:pt x="503251" y="82435"/>
                  </a:lnTo>
                  <a:lnTo>
                    <a:pt x="502543" y="71869"/>
                  </a:lnTo>
                  <a:lnTo>
                    <a:pt x="486121" y="32575"/>
                  </a:lnTo>
                  <a:lnTo>
                    <a:pt x="452322" y="6736"/>
                  </a:lnTo>
                  <a:lnTo>
                    <a:pt x="420839" y="355"/>
                  </a:lnTo>
                  <a:lnTo>
                    <a:pt x="82791" y="0"/>
                  </a:lnTo>
                  <a:close/>
                </a:path>
              </a:pathLst>
            </a:custGeom>
            <a:solidFill>
              <a:srgbClr val="8A191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>
            <p:custDataLst>
              <p:tags r:id="rId4"/>
            </p:custDataLst>
          </p:nvPr>
        </p:nvSpPr>
        <p:spPr>
          <a:xfrm>
            <a:off x="1455182" y="2291376"/>
            <a:ext cx="100102" cy="2279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1</a:t>
            </a:r>
            <a:endParaRPr sz="14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8" name="object 8"/>
          <p:cNvSpPr txBox="1"/>
          <p:nvPr>
            <p:custDataLst>
              <p:tags r:id="rId5"/>
            </p:custDataLst>
          </p:nvPr>
        </p:nvSpPr>
        <p:spPr>
          <a:xfrm>
            <a:off x="1257935" y="2937510"/>
            <a:ext cx="1747520" cy="2578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solidFill>
                  <a:srgbClr val="231913"/>
                </a:solidFill>
                <a:latin typeface="Times New Roman" panose="02020603050405020304"/>
                <a:cs typeface="Times New Roman" panose="02020603050405020304"/>
              </a:rPr>
              <a:t>Project</a:t>
            </a:r>
            <a:r>
              <a:rPr sz="1600" b="1" spc="10" dirty="0">
                <a:solidFill>
                  <a:srgbClr val="23191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10" dirty="0">
                <a:solidFill>
                  <a:srgbClr val="231913"/>
                </a:solidFill>
                <a:latin typeface="Times New Roman" panose="02020603050405020304"/>
                <a:cs typeface="Times New Roman" panose="02020603050405020304"/>
              </a:rPr>
              <a:t>Concept</a:t>
            </a:r>
            <a:endParaRPr sz="16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9" name="object 9"/>
          <p:cNvSpPr txBox="1"/>
          <p:nvPr>
            <p:custDataLst>
              <p:tags r:id="rId6"/>
            </p:custDataLst>
          </p:nvPr>
        </p:nvSpPr>
        <p:spPr>
          <a:xfrm>
            <a:off x="1258067" y="3561316"/>
            <a:ext cx="2640595" cy="1211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0000"/>
              </a:lnSpc>
              <a:spcBef>
                <a:spcPts val="100"/>
              </a:spcBef>
            </a:pPr>
            <a:r>
              <a:rPr sz="1200" dirty="0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A</a:t>
            </a:r>
            <a:r>
              <a:rPr sz="1200" spc="-45" dirty="0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1200" spc="-25" dirty="0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com</a:t>
            </a:r>
            <a:r>
              <a:rPr sz="1200" spc="-10" dirty="0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plete</a:t>
            </a:r>
            <a:r>
              <a:rPr sz="1200" spc="-25" dirty="0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1200" dirty="0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hotel</a:t>
            </a:r>
            <a:r>
              <a:rPr sz="1200" spc="-30" dirty="0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1200" dirty="0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booking</a:t>
            </a:r>
            <a:r>
              <a:rPr sz="1200" spc="-30" dirty="0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1200" dirty="0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concept</a:t>
            </a:r>
            <a:r>
              <a:rPr sz="1200" spc="-40" dirty="0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1200" spc="-10" dirty="0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presenting </a:t>
            </a:r>
            <a:r>
              <a:rPr sz="1200" dirty="0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Elite</a:t>
            </a:r>
            <a:r>
              <a:rPr sz="1200" spc="-20" dirty="0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1200" spc="-10" dirty="0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Stays</a:t>
            </a:r>
            <a:r>
              <a:rPr sz="1200" spc="-15" dirty="0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1200" dirty="0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—</a:t>
            </a:r>
            <a:r>
              <a:rPr sz="1200" spc="-15" dirty="0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1200" dirty="0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a</a:t>
            </a:r>
            <a:r>
              <a:rPr sz="1200" spc="-5" dirty="0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1200" spc="-20" dirty="0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Marriott-</a:t>
            </a:r>
            <a:r>
              <a:rPr sz="1200" dirty="0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inspired</a:t>
            </a:r>
            <a:r>
              <a:rPr sz="1200" spc="-15" dirty="0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1200" spc="-10" dirty="0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retreat </a:t>
            </a:r>
            <a:r>
              <a:rPr sz="1200" spc="-50" dirty="0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— </a:t>
            </a:r>
            <a:r>
              <a:rPr sz="1200" dirty="0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covering</a:t>
            </a:r>
            <a:r>
              <a:rPr sz="1200" spc="-35" dirty="0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1200" spc="-10" dirty="0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rooms,</a:t>
            </a:r>
            <a:r>
              <a:rPr sz="1200" spc="-30" dirty="0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1200" spc="-10" dirty="0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destinations,</a:t>
            </a:r>
            <a:r>
              <a:rPr sz="1200" spc="-20" dirty="0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1200" spc="-10" dirty="0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offers</a:t>
            </a:r>
            <a:r>
              <a:rPr sz="1200" spc="-20" dirty="0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1200" spc="-25" dirty="0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and </a:t>
            </a:r>
            <a:r>
              <a:rPr sz="1200" spc="-10" dirty="0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rewards</a:t>
            </a:r>
            <a:r>
              <a:rPr sz="1200" spc="-25" dirty="0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1200" dirty="0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for</a:t>
            </a:r>
            <a:r>
              <a:rPr sz="1200" spc="-15" dirty="0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1200" spc="-10" dirty="0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prospective</a:t>
            </a:r>
            <a:r>
              <a:rPr sz="1200" spc="-20" dirty="0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1200" spc="-10" dirty="0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guests.</a:t>
            </a:r>
            <a:endParaRPr sz="1200" spc="-10" dirty="0">
              <a:solidFill>
                <a:srgbClr val="C0000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grpSp>
        <p:nvGrpSpPr>
          <p:cNvPr id="10" name="object 10"/>
          <p:cNvGrpSpPr/>
          <p:nvPr>
            <p:custDataLst>
              <p:tags r:id="rId7"/>
            </p:custDataLst>
          </p:nvPr>
        </p:nvGrpSpPr>
        <p:grpSpPr>
          <a:xfrm>
            <a:off x="4504909" y="1863146"/>
            <a:ext cx="3338949" cy="3168359"/>
            <a:chOff x="4336376" y="1684616"/>
            <a:chExt cx="3579495" cy="3396615"/>
          </a:xfrm>
        </p:grpSpPr>
        <p:sp>
          <p:nvSpPr>
            <p:cNvPr id="11" name="object 11"/>
            <p:cNvSpPr/>
            <p:nvPr>
              <p:custDataLst>
                <p:tags r:id="rId8"/>
              </p:custDataLst>
            </p:nvPr>
          </p:nvSpPr>
          <p:spPr>
            <a:xfrm>
              <a:off x="4342675" y="1690916"/>
              <a:ext cx="3566795" cy="3383915"/>
            </a:xfrm>
            <a:custGeom>
              <a:avLst/>
              <a:gdLst/>
              <a:ahLst/>
              <a:cxnLst/>
              <a:rect l="l" t="t" r="r" b="b"/>
              <a:pathLst>
                <a:path w="3566795" h="3383915">
                  <a:moveTo>
                    <a:pt x="368" y="82448"/>
                  </a:moveTo>
                  <a:lnTo>
                    <a:pt x="1097" y="71680"/>
                  </a:lnTo>
                  <a:lnTo>
                    <a:pt x="3243" y="61115"/>
                  </a:lnTo>
                  <a:lnTo>
                    <a:pt x="24569" y="24258"/>
                  </a:lnTo>
                  <a:lnTo>
                    <a:pt x="61293" y="2881"/>
                  </a:lnTo>
                  <a:lnTo>
                    <a:pt x="82804" y="0"/>
                  </a:lnTo>
                  <a:lnTo>
                    <a:pt x="3484079" y="368"/>
                  </a:lnTo>
                  <a:lnTo>
                    <a:pt x="3525126" y="11518"/>
                  </a:lnTo>
                  <a:lnTo>
                    <a:pt x="3555365" y="41402"/>
                  </a:lnTo>
                  <a:lnTo>
                    <a:pt x="3566528" y="82804"/>
                  </a:lnTo>
                  <a:lnTo>
                    <a:pt x="3566528" y="3301199"/>
                  </a:lnTo>
                  <a:lnTo>
                    <a:pt x="3565796" y="3311967"/>
                  </a:lnTo>
                  <a:lnTo>
                    <a:pt x="3563646" y="3322532"/>
                  </a:lnTo>
                  <a:lnTo>
                    <a:pt x="3542314" y="3359389"/>
                  </a:lnTo>
                  <a:lnTo>
                    <a:pt x="3505595" y="3380766"/>
                  </a:lnTo>
                  <a:lnTo>
                    <a:pt x="3484079" y="3383648"/>
                  </a:lnTo>
                  <a:lnTo>
                    <a:pt x="82448" y="3383648"/>
                  </a:lnTo>
                  <a:lnTo>
                    <a:pt x="41401" y="3372485"/>
                  </a:lnTo>
                  <a:lnTo>
                    <a:pt x="11163" y="3342601"/>
                  </a:lnTo>
                  <a:lnTo>
                    <a:pt x="0" y="3301199"/>
                  </a:lnTo>
                  <a:lnTo>
                    <a:pt x="368" y="82448"/>
                  </a:lnTo>
                  <a:close/>
                </a:path>
              </a:pathLst>
            </a:custGeom>
            <a:ln w="12599">
              <a:solidFill>
                <a:srgbClr val="E5D7C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>
              <p:custDataLst>
                <p:tags r:id="rId9"/>
              </p:custDataLst>
            </p:nvPr>
          </p:nvSpPr>
          <p:spPr>
            <a:xfrm>
              <a:off x="4663084" y="2011324"/>
              <a:ext cx="503555" cy="503555"/>
            </a:xfrm>
            <a:custGeom>
              <a:avLst/>
              <a:gdLst/>
              <a:ahLst/>
              <a:cxnLst/>
              <a:rect l="l" t="t" r="r" b="b"/>
              <a:pathLst>
                <a:path w="503554" h="503555">
                  <a:moveTo>
                    <a:pt x="82791" y="0"/>
                  </a:moveTo>
                  <a:lnTo>
                    <a:pt x="41389" y="11150"/>
                  </a:lnTo>
                  <a:lnTo>
                    <a:pt x="11518" y="41389"/>
                  </a:lnTo>
                  <a:lnTo>
                    <a:pt x="355" y="82435"/>
                  </a:lnTo>
                  <a:lnTo>
                    <a:pt x="0" y="420839"/>
                  </a:lnTo>
                  <a:lnTo>
                    <a:pt x="719" y="431605"/>
                  </a:lnTo>
                  <a:lnTo>
                    <a:pt x="729" y="431761"/>
                  </a:lnTo>
                  <a:lnTo>
                    <a:pt x="2838" y="442166"/>
                  </a:lnTo>
                  <a:lnTo>
                    <a:pt x="2874" y="442345"/>
                  </a:lnTo>
                  <a:lnTo>
                    <a:pt x="6299" y="452322"/>
                  </a:lnTo>
                  <a:lnTo>
                    <a:pt x="6370" y="452527"/>
                  </a:lnTo>
                  <a:lnTo>
                    <a:pt x="11150" y="462241"/>
                  </a:lnTo>
                  <a:lnTo>
                    <a:pt x="17036" y="470900"/>
                  </a:lnTo>
                  <a:lnTo>
                    <a:pt x="17141" y="471056"/>
                  </a:lnTo>
                  <a:lnTo>
                    <a:pt x="50942" y="496894"/>
                  </a:lnTo>
                  <a:lnTo>
                    <a:pt x="82435" y="503275"/>
                  </a:lnTo>
                  <a:lnTo>
                    <a:pt x="420839" y="503275"/>
                  </a:lnTo>
                  <a:lnTo>
                    <a:pt x="462241" y="492112"/>
                  </a:lnTo>
                  <a:lnTo>
                    <a:pt x="492112" y="461873"/>
                  </a:lnTo>
                  <a:lnTo>
                    <a:pt x="496791" y="452527"/>
                  </a:lnTo>
                  <a:lnTo>
                    <a:pt x="496894" y="452322"/>
                  </a:lnTo>
                  <a:lnTo>
                    <a:pt x="500332" y="442345"/>
                  </a:lnTo>
                  <a:lnTo>
                    <a:pt x="500394" y="442166"/>
                  </a:lnTo>
                  <a:lnTo>
                    <a:pt x="502512" y="431761"/>
                  </a:lnTo>
                  <a:lnTo>
                    <a:pt x="502543" y="431605"/>
                  </a:lnTo>
                  <a:lnTo>
                    <a:pt x="503275" y="420839"/>
                  </a:lnTo>
                  <a:lnTo>
                    <a:pt x="503251" y="82435"/>
                  </a:lnTo>
                  <a:lnTo>
                    <a:pt x="502543" y="71869"/>
                  </a:lnTo>
                  <a:lnTo>
                    <a:pt x="486121" y="32575"/>
                  </a:lnTo>
                  <a:lnTo>
                    <a:pt x="452322" y="6736"/>
                  </a:lnTo>
                  <a:lnTo>
                    <a:pt x="420839" y="355"/>
                  </a:lnTo>
                  <a:lnTo>
                    <a:pt x="82791" y="0"/>
                  </a:lnTo>
                  <a:close/>
                </a:path>
              </a:pathLst>
            </a:custGeom>
            <a:solidFill>
              <a:srgbClr val="0E756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/>
          <p:nvPr>
            <p:custDataLst>
              <p:tags r:id="rId10"/>
            </p:custDataLst>
          </p:nvPr>
        </p:nvSpPr>
        <p:spPr>
          <a:xfrm>
            <a:off x="4990571" y="2291376"/>
            <a:ext cx="107804" cy="2279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2</a:t>
            </a:r>
            <a:endParaRPr sz="14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4" name="object 14"/>
          <p:cNvSpPr txBox="1"/>
          <p:nvPr>
            <p:custDataLst>
              <p:tags r:id="rId11"/>
            </p:custDataLst>
          </p:nvPr>
        </p:nvSpPr>
        <p:spPr>
          <a:xfrm>
            <a:off x="4798060" y="2937510"/>
            <a:ext cx="1912620" cy="2578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solidFill>
                  <a:srgbClr val="231913"/>
                </a:solidFill>
                <a:latin typeface="Times New Roman" panose="02020603050405020304"/>
                <a:cs typeface="Times New Roman" panose="02020603050405020304"/>
              </a:rPr>
              <a:t>Scope</a:t>
            </a:r>
            <a:r>
              <a:rPr sz="1600" b="1" spc="-30" dirty="0">
                <a:solidFill>
                  <a:srgbClr val="23191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dirty="0">
                <a:solidFill>
                  <a:srgbClr val="231913"/>
                </a:solidFill>
                <a:latin typeface="Times New Roman" panose="02020603050405020304"/>
                <a:cs typeface="Times New Roman" panose="02020603050405020304"/>
              </a:rPr>
              <a:t>C</a:t>
            </a:r>
            <a:r>
              <a:rPr sz="1600" b="1" spc="-40" dirty="0">
                <a:solidFill>
                  <a:srgbClr val="23191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10" dirty="0">
                <a:solidFill>
                  <a:srgbClr val="231913"/>
                </a:solidFill>
                <a:latin typeface="Times New Roman" panose="02020603050405020304"/>
                <a:cs typeface="Times New Roman" panose="02020603050405020304"/>
              </a:rPr>
              <a:t>Outline</a:t>
            </a:r>
            <a:endParaRPr sz="16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5" name="object 15"/>
          <p:cNvSpPr txBox="1"/>
          <p:nvPr>
            <p:custDataLst>
              <p:tags r:id="rId12"/>
            </p:custDataLst>
          </p:nvPr>
        </p:nvSpPr>
        <p:spPr>
          <a:xfrm>
            <a:off x="4724959" y="3348078"/>
            <a:ext cx="2593801" cy="1410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0000"/>
              </a:lnSpc>
              <a:spcBef>
                <a:spcPts val="100"/>
              </a:spcBef>
            </a:pPr>
            <a:r>
              <a:rPr sz="1400" dirty="0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6</a:t>
            </a:r>
            <a:r>
              <a:rPr sz="1400" spc="-30" dirty="0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1400" spc="-10" dirty="0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interconnected</a:t>
            </a:r>
            <a:r>
              <a:rPr sz="1400" spc="-20" dirty="0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1400" dirty="0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pages:</a:t>
            </a:r>
            <a:r>
              <a:rPr sz="1400" spc="-35" dirty="0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1400" dirty="0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Home,</a:t>
            </a:r>
            <a:r>
              <a:rPr sz="1400" spc="-25" dirty="0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1400" spc="-10" dirty="0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Rooms, Destinations,</a:t>
            </a:r>
            <a:r>
              <a:rPr sz="1400" spc="-35" dirty="0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1400" spc="-10" dirty="0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Gallery,</a:t>
            </a:r>
            <a:r>
              <a:rPr sz="1400" spc="-40" dirty="0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1400" spc="-10" dirty="0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Offers</a:t>
            </a:r>
            <a:r>
              <a:rPr sz="1400" spc="-35" dirty="0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1400" dirty="0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and</a:t>
            </a:r>
            <a:r>
              <a:rPr sz="1400" spc="-25" dirty="0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1400" dirty="0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Contact</a:t>
            </a:r>
            <a:r>
              <a:rPr sz="1400" spc="-40" dirty="0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1400" spc="-50" dirty="0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— </a:t>
            </a:r>
            <a:r>
              <a:rPr sz="1400" dirty="0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each</a:t>
            </a:r>
            <a:r>
              <a:rPr sz="1400" spc="-15" dirty="0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1400" dirty="0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with</a:t>
            </a:r>
            <a:r>
              <a:rPr sz="1400" spc="-20" dirty="0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1400" dirty="0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its</a:t>
            </a:r>
            <a:r>
              <a:rPr sz="1400" spc="-20" dirty="0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1400" dirty="0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own</a:t>
            </a:r>
            <a:r>
              <a:rPr sz="1400" spc="-20" dirty="0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1400" spc="-10" dirty="0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hero,</a:t>
            </a:r>
            <a:r>
              <a:rPr sz="1400" spc="-20" dirty="0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1400" spc="-10" dirty="0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content sections</a:t>
            </a:r>
            <a:r>
              <a:rPr sz="1400" spc="-25" dirty="0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 and </a:t>
            </a:r>
            <a:r>
              <a:rPr sz="1400" spc="-10" dirty="0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consistent</a:t>
            </a:r>
            <a:r>
              <a:rPr sz="1400" spc="-20" dirty="0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1400" spc="-10" dirty="0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navigation.</a:t>
            </a:r>
            <a:endParaRPr sz="1400" spc="-10" dirty="0">
              <a:solidFill>
                <a:srgbClr val="C0000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grpSp>
        <p:nvGrpSpPr>
          <p:cNvPr id="16" name="object 16"/>
          <p:cNvGrpSpPr/>
          <p:nvPr>
            <p:custDataLst>
              <p:tags r:id="rId13"/>
            </p:custDataLst>
          </p:nvPr>
        </p:nvGrpSpPr>
        <p:grpSpPr>
          <a:xfrm>
            <a:off x="8044657" y="1863146"/>
            <a:ext cx="3338949" cy="3168359"/>
            <a:chOff x="8131136" y="1684616"/>
            <a:chExt cx="3579495" cy="3396615"/>
          </a:xfrm>
        </p:grpSpPr>
        <p:sp>
          <p:nvSpPr>
            <p:cNvPr id="17" name="object 17"/>
            <p:cNvSpPr/>
            <p:nvPr>
              <p:custDataLst>
                <p:tags r:id="rId14"/>
              </p:custDataLst>
            </p:nvPr>
          </p:nvSpPr>
          <p:spPr>
            <a:xfrm>
              <a:off x="8137436" y="1690916"/>
              <a:ext cx="3566795" cy="3383915"/>
            </a:xfrm>
            <a:custGeom>
              <a:avLst/>
              <a:gdLst/>
              <a:ahLst/>
              <a:cxnLst/>
              <a:rect l="l" t="t" r="r" b="b"/>
              <a:pathLst>
                <a:path w="3566795" h="3383915">
                  <a:moveTo>
                    <a:pt x="368" y="82448"/>
                  </a:moveTo>
                  <a:lnTo>
                    <a:pt x="1097" y="71680"/>
                  </a:lnTo>
                  <a:lnTo>
                    <a:pt x="3243" y="61115"/>
                  </a:lnTo>
                  <a:lnTo>
                    <a:pt x="24569" y="24258"/>
                  </a:lnTo>
                  <a:lnTo>
                    <a:pt x="61293" y="2881"/>
                  </a:lnTo>
                  <a:lnTo>
                    <a:pt x="82803" y="0"/>
                  </a:lnTo>
                  <a:lnTo>
                    <a:pt x="3484079" y="368"/>
                  </a:lnTo>
                  <a:lnTo>
                    <a:pt x="3525126" y="11518"/>
                  </a:lnTo>
                  <a:lnTo>
                    <a:pt x="3555364" y="41402"/>
                  </a:lnTo>
                  <a:lnTo>
                    <a:pt x="3566528" y="82804"/>
                  </a:lnTo>
                  <a:lnTo>
                    <a:pt x="3566528" y="3301199"/>
                  </a:lnTo>
                  <a:lnTo>
                    <a:pt x="3565796" y="3311967"/>
                  </a:lnTo>
                  <a:lnTo>
                    <a:pt x="3563646" y="3322532"/>
                  </a:lnTo>
                  <a:lnTo>
                    <a:pt x="3542314" y="3359389"/>
                  </a:lnTo>
                  <a:lnTo>
                    <a:pt x="3505595" y="3380766"/>
                  </a:lnTo>
                  <a:lnTo>
                    <a:pt x="3484079" y="3383648"/>
                  </a:lnTo>
                  <a:lnTo>
                    <a:pt x="82448" y="3383648"/>
                  </a:lnTo>
                  <a:lnTo>
                    <a:pt x="41401" y="3372485"/>
                  </a:lnTo>
                  <a:lnTo>
                    <a:pt x="11163" y="3342601"/>
                  </a:lnTo>
                  <a:lnTo>
                    <a:pt x="0" y="3301199"/>
                  </a:lnTo>
                  <a:lnTo>
                    <a:pt x="368" y="82448"/>
                  </a:lnTo>
                  <a:close/>
                </a:path>
              </a:pathLst>
            </a:custGeom>
            <a:ln w="12599">
              <a:solidFill>
                <a:srgbClr val="E5D7C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>
              <p:custDataLst>
                <p:tags r:id="rId15"/>
              </p:custDataLst>
            </p:nvPr>
          </p:nvSpPr>
          <p:spPr>
            <a:xfrm>
              <a:off x="8457844" y="2011324"/>
              <a:ext cx="503555" cy="503555"/>
            </a:xfrm>
            <a:custGeom>
              <a:avLst/>
              <a:gdLst/>
              <a:ahLst/>
              <a:cxnLst/>
              <a:rect l="l" t="t" r="r" b="b"/>
              <a:pathLst>
                <a:path w="503554" h="503555">
                  <a:moveTo>
                    <a:pt x="82791" y="0"/>
                  </a:moveTo>
                  <a:lnTo>
                    <a:pt x="41389" y="11150"/>
                  </a:lnTo>
                  <a:lnTo>
                    <a:pt x="11518" y="41389"/>
                  </a:lnTo>
                  <a:lnTo>
                    <a:pt x="355" y="82435"/>
                  </a:lnTo>
                  <a:lnTo>
                    <a:pt x="0" y="420839"/>
                  </a:lnTo>
                  <a:lnTo>
                    <a:pt x="719" y="431605"/>
                  </a:lnTo>
                  <a:lnTo>
                    <a:pt x="729" y="431761"/>
                  </a:lnTo>
                  <a:lnTo>
                    <a:pt x="2838" y="442166"/>
                  </a:lnTo>
                  <a:lnTo>
                    <a:pt x="2874" y="442345"/>
                  </a:lnTo>
                  <a:lnTo>
                    <a:pt x="6299" y="452322"/>
                  </a:lnTo>
                  <a:lnTo>
                    <a:pt x="6370" y="452527"/>
                  </a:lnTo>
                  <a:lnTo>
                    <a:pt x="11150" y="462241"/>
                  </a:lnTo>
                  <a:lnTo>
                    <a:pt x="17036" y="470900"/>
                  </a:lnTo>
                  <a:lnTo>
                    <a:pt x="17141" y="471056"/>
                  </a:lnTo>
                  <a:lnTo>
                    <a:pt x="50942" y="496894"/>
                  </a:lnTo>
                  <a:lnTo>
                    <a:pt x="82435" y="503275"/>
                  </a:lnTo>
                  <a:lnTo>
                    <a:pt x="420839" y="503275"/>
                  </a:lnTo>
                  <a:lnTo>
                    <a:pt x="462241" y="492112"/>
                  </a:lnTo>
                  <a:lnTo>
                    <a:pt x="492112" y="461873"/>
                  </a:lnTo>
                  <a:lnTo>
                    <a:pt x="502512" y="431761"/>
                  </a:lnTo>
                  <a:lnTo>
                    <a:pt x="502543" y="431605"/>
                  </a:lnTo>
                  <a:lnTo>
                    <a:pt x="503275" y="420839"/>
                  </a:lnTo>
                  <a:lnTo>
                    <a:pt x="503251" y="82435"/>
                  </a:lnTo>
                  <a:lnTo>
                    <a:pt x="502543" y="71869"/>
                  </a:lnTo>
                  <a:lnTo>
                    <a:pt x="486121" y="32575"/>
                  </a:lnTo>
                  <a:lnTo>
                    <a:pt x="452322" y="6736"/>
                  </a:lnTo>
                  <a:lnTo>
                    <a:pt x="420839" y="355"/>
                  </a:lnTo>
                  <a:lnTo>
                    <a:pt x="82791" y="0"/>
                  </a:lnTo>
                  <a:close/>
                </a:path>
              </a:pathLst>
            </a:custGeom>
            <a:solidFill>
              <a:srgbClr val="E7B82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 txBox="1"/>
          <p:nvPr>
            <p:custDataLst>
              <p:tags r:id="rId16"/>
            </p:custDataLst>
          </p:nvPr>
        </p:nvSpPr>
        <p:spPr>
          <a:xfrm>
            <a:off x="8530318" y="2291376"/>
            <a:ext cx="108396" cy="2279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3</a:t>
            </a:r>
            <a:endParaRPr sz="14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20" name="object 20"/>
          <p:cNvSpPr txBox="1"/>
          <p:nvPr>
            <p:custDataLst>
              <p:tags r:id="rId17"/>
            </p:custDataLst>
          </p:nvPr>
        </p:nvSpPr>
        <p:spPr>
          <a:xfrm>
            <a:off x="8337550" y="2937510"/>
            <a:ext cx="1821180" cy="2578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0" dirty="0">
                <a:solidFill>
                  <a:srgbClr val="231913"/>
                </a:solidFill>
                <a:latin typeface="Times New Roman" panose="02020603050405020304"/>
                <a:cs typeface="Times New Roman" panose="02020603050405020304"/>
              </a:rPr>
              <a:t>Core</a:t>
            </a:r>
            <a:r>
              <a:rPr sz="1600" b="1" spc="-60" dirty="0">
                <a:solidFill>
                  <a:srgbClr val="23191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20" dirty="0">
                <a:solidFill>
                  <a:srgbClr val="231913"/>
                </a:solidFill>
                <a:latin typeface="Times New Roman" panose="02020603050405020304"/>
                <a:cs typeface="Times New Roman" panose="02020603050405020304"/>
              </a:rPr>
              <a:t>Tech</a:t>
            </a:r>
            <a:r>
              <a:rPr sz="1600" b="1" spc="-50" dirty="0">
                <a:solidFill>
                  <a:srgbClr val="23191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20" dirty="0">
                <a:solidFill>
                  <a:srgbClr val="231913"/>
                </a:solidFill>
                <a:latin typeface="Times New Roman" panose="02020603050405020304"/>
                <a:cs typeface="Times New Roman" panose="02020603050405020304"/>
              </a:rPr>
              <a:t>Stack</a:t>
            </a:r>
            <a:endParaRPr sz="16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21" name="object 21"/>
          <p:cNvSpPr txBox="1"/>
          <p:nvPr>
            <p:custDataLst>
              <p:tags r:id="rId18"/>
            </p:custDataLst>
          </p:nvPr>
        </p:nvSpPr>
        <p:spPr>
          <a:xfrm>
            <a:off x="8207844" y="3419193"/>
            <a:ext cx="2731814" cy="731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0000"/>
              </a:lnSpc>
              <a:spcBef>
                <a:spcPts val="100"/>
              </a:spcBef>
            </a:pPr>
            <a:r>
              <a:rPr sz="1200" dirty="0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Built</a:t>
            </a:r>
            <a:r>
              <a:rPr sz="1200" spc="-25" dirty="0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1200" dirty="0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with</a:t>
            </a:r>
            <a:r>
              <a:rPr sz="1200" spc="-15" dirty="0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1200" dirty="0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plain</a:t>
            </a:r>
            <a:r>
              <a:rPr sz="1200" spc="-25" dirty="0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1200" dirty="0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HTML5</a:t>
            </a:r>
            <a:r>
              <a:rPr sz="1200" spc="-25" dirty="0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1200" dirty="0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and</a:t>
            </a:r>
            <a:r>
              <a:rPr sz="1200" spc="-25" dirty="0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1200" dirty="0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CSS3</a:t>
            </a:r>
            <a:r>
              <a:rPr sz="1200" spc="-20" dirty="0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1200" dirty="0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plus</a:t>
            </a:r>
            <a:r>
              <a:rPr sz="1200" spc="-20" dirty="0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1200" spc="-10" dirty="0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vanilla JavaScript</a:t>
            </a:r>
            <a:r>
              <a:rPr sz="1200" spc="-25" dirty="0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1200" dirty="0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for</a:t>
            </a:r>
            <a:r>
              <a:rPr sz="1200" spc="-25" dirty="0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1200" dirty="0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booking</a:t>
            </a:r>
            <a:r>
              <a:rPr sz="1200" spc="-20" dirty="0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1200" dirty="0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logic</a:t>
            </a:r>
            <a:r>
              <a:rPr sz="1200" spc="-15" dirty="0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1200" dirty="0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—</a:t>
            </a:r>
            <a:r>
              <a:rPr sz="1200" spc="-25" dirty="0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1200" spc="-10" dirty="0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hand-crafted,</a:t>
            </a:r>
            <a:r>
              <a:rPr sz="1200" spc="-25" dirty="0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 no </a:t>
            </a:r>
            <a:r>
              <a:rPr sz="1200" spc="-10" dirty="0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framework,</a:t>
            </a:r>
            <a:r>
              <a:rPr sz="1200" spc="-20" dirty="0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1200" dirty="0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fully</a:t>
            </a:r>
            <a:r>
              <a:rPr sz="1200" spc="-15" dirty="0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1200" spc="-10" dirty="0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static</a:t>
            </a:r>
            <a:r>
              <a:rPr sz="1200" spc="-20" dirty="0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 site.</a:t>
            </a:r>
            <a:endParaRPr sz="1200" spc="-20" dirty="0">
              <a:solidFill>
                <a:srgbClr val="C0000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3" name="Date Placeholder 2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D8BD707-D9CF-40AE-B4C6-C98DA3205C09}" type="datetime1">
              <a:rPr lang="en-US"/>
            </a:fld>
            <a:endParaRPr lang="en-US"/>
          </a:p>
        </p:txBody>
      </p:sp>
      <p:sp>
        <p:nvSpPr>
          <p:cNvPr id="24" name="Slide Number Placeholder 2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381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25" dirty="0"/>
            </a:fld>
            <a:endParaRPr spc="-25" dirty="0"/>
          </a:p>
        </p:txBody>
      </p:sp>
      <p:sp>
        <p:nvSpPr>
          <p:cNvPr id="25" name="Footer Placeholder 2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t>Elite Stays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685800" y="533400"/>
            <a:ext cx="10581640" cy="1165225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FF0000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G</a:t>
            </a:r>
            <a:r>
              <a:rPr sz="2400" b="1" spc="-80" dirty="0">
                <a:solidFill>
                  <a:srgbClr val="FF0000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 </a:t>
            </a:r>
            <a:r>
              <a:rPr sz="2400" b="1" spc="-10" dirty="0">
                <a:solidFill>
                  <a:srgbClr val="FF0000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O</a:t>
            </a:r>
            <a:r>
              <a:rPr sz="2400" b="1" spc="-95" dirty="0">
                <a:solidFill>
                  <a:srgbClr val="FF0000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 </a:t>
            </a:r>
            <a:r>
              <a:rPr sz="2400" b="1" dirty="0">
                <a:solidFill>
                  <a:srgbClr val="FF0000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A</a:t>
            </a:r>
            <a:r>
              <a:rPr sz="2400" b="1" spc="-65" dirty="0">
                <a:solidFill>
                  <a:srgbClr val="FF0000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 </a:t>
            </a:r>
            <a:r>
              <a:rPr sz="2400" b="1" spc="-10" dirty="0">
                <a:solidFill>
                  <a:srgbClr val="FF0000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L</a:t>
            </a:r>
            <a:r>
              <a:rPr sz="2400" b="1" spc="-75" dirty="0">
                <a:solidFill>
                  <a:srgbClr val="FF0000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 </a:t>
            </a:r>
            <a:r>
              <a:rPr sz="2400" b="1" spc="-50" dirty="0">
                <a:solidFill>
                  <a:srgbClr val="FF0000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S</a:t>
            </a:r>
            <a:br>
              <a:rPr sz="2400" dirty="0">
                <a:solidFill>
                  <a:srgbClr val="FF0000"/>
                </a:solidFill>
                <a:latin typeface="Cambria" panose="02040503050406030204" charset="0"/>
                <a:cs typeface="Cambria" panose="02040503050406030204" charset="0"/>
              </a:rPr>
            </a:br>
            <a:r>
              <a:rPr lang="en-US" sz="2400" dirty="0">
                <a:solidFill>
                  <a:srgbClr val="231913"/>
                </a:solidFill>
                <a:latin typeface="Cambria" panose="02040503050406030204" charset="0"/>
                <a:cs typeface="Cambria" panose="02040503050406030204" charset="0"/>
              </a:rPr>
              <a:t>            </a:t>
            </a:r>
            <a:r>
              <a:rPr dirty="0">
                <a:solidFill>
                  <a:srgbClr val="231913"/>
                </a:solidFill>
              </a:rPr>
              <a:t>Project</a:t>
            </a:r>
            <a:r>
              <a:rPr spc="50" dirty="0">
                <a:solidFill>
                  <a:srgbClr val="231913"/>
                </a:solidFill>
              </a:rPr>
              <a:t> </a:t>
            </a:r>
            <a:r>
              <a:rPr spc="-10" dirty="0">
                <a:solidFill>
                  <a:srgbClr val="231913"/>
                </a:solidFill>
              </a:rPr>
              <a:t>Objectives</a:t>
            </a:r>
            <a:endParaRPr spc="-10" dirty="0">
              <a:solidFill>
                <a:srgbClr val="231913"/>
              </a:solidFill>
            </a:endParaRPr>
          </a:p>
        </p:txBody>
      </p:sp>
      <p:grpSp>
        <p:nvGrpSpPr>
          <p:cNvPr id="4" name="object 4"/>
          <p:cNvGrpSpPr/>
          <p:nvPr>
            <p:custDataLst>
              <p:tags r:id="rId1"/>
            </p:custDataLst>
          </p:nvPr>
        </p:nvGrpSpPr>
        <p:grpSpPr>
          <a:xfrm>
            <a:off x="1186141" y="1963625"/>
            <a:ext cx="2403419" cy="3228037"/>
            <a:chOff x="541616" y="1684616"/>
            <a:chExt cx="2665095" cy="3579495"/>
          </a:xfrm>
        </p:grpSpPr>
        <p:sp>
          <p:nvSpPr>
            <p:cNvPr id="5" name="object 5"/>
            <p:cNvSpPr/>
            <p:nvPr>
              <p:custDataLst>
                <p:tags r:id="rId2"/>
              </p:custDataLst>
            </p:nvPr>
          </p:nvSpPr>
          <p:spPr>
            <a:xfrm>
              <a:off x="547916" y="1690916"/>
              <a:ext cx="2652395" cy="3566795"/>
            </a:xfrm>
            <a:custGeom>
              <a:avLst/>
              <a:gdLst/>
              <a:ahLst/>
              <a:cxnLst/>
              <a:rect l="l" t="t" r="r" b="b"/>
              <a:pathLst>
                <a:path w="2652395" h="3566795">
                  <a:moveTo>
                    <a:pt x="368" y="82448"/>
                  </a:moveTo>
                  <a:lnTo>
                    <a:pt x="1097" y="71680"/>
                  </a:lnTo>
                  <a:lnTo>
                    <a:pt x="3243" y="61115"/>
                  </a:lnTo>
                  <a:lnTo>
                    <a:pt x="24569" y="24258"/>
                  </a:lnTo>
                  <a:lnTo>
                    <a:pt x="61293" y="2881"/>
                  </a:lnTo>
                  <a:lnTo>
                    <a:pt x="82803" y="0"/>
                  </a:lnTo>
                  <a:lnTo>
                    <a:pt x="2569679" y="368"/>
                  </a:lnTo>
                  <a:lnTo>
                    <a:pt x="2610726" y="11518"/>
                  </a:lnTo>
                  <a:lnTo>
                    <a:pt x="2640965" y="41402"/>
                  </a:lnTo>
                  <a:lnTo>
                    <a:pt x="2652128" y="82804"/>
                  </a:lnTo>
                  <a:lnTo>
                    <a:pt x="2652128" y="3484079"/>
                  </a:lnTo>
                  <a:lnTo>
                    <a:pt x="2651396" y="3494847"/>
                  </a:lnTo>
                  <a:lnTo>
                    <a:pt x="2649246" y="3505412"/>
                  </a:lnTo>
                  <a:lnTo>
                    <a:pt x="2627914" y="3542269"/>
                  </a:lnTo>
                  <a:lnTo>
                    <a:pt x="2591195" y="3563646"/>
                  </a:lnTo>
                  <a:lnTo>
                    <a:pt x="2569679" y="3566528"/>
                  </a:lnTo>
                  <a:lnTo>
                    <a:pt x="82448" y="3566528"/>
                  </a:lnTo>
                  <a:lnTo>
                    <a:pt x="41401" y="3555365"/>
                  </a:lnTo>
                  <a:lnTo>
                    <a:pt x="11163" y="3525481"/>
                  </a:lnTo>
                  <a:lnTo>
                    <a:pt x="0" y="3484079"/>
                  </a:lnTo>
                  <a:lnTo>
                    <a:pt x="368" y="82448"/>
                  </a:lnTo>
                  <a:close/>
                </a:path>
              </a:pathLst>
            </a:custGeom>
            <a:ln w="12599">
              <a:solidFill>
                <a:srgbClr val="E5D7C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>
              <p:custDataLst>
                <p:tags r:id="rId3"/>
              </p:custDataLst>
            </p:nvPr>
          </p:nvSpPr>
          <p:spPr>
            <a:xfrm>
              <a:off x="822236" y="1965236"/>
              <a:ext cx="457834" cy="457834"/>
            </a:xfrm>
            <a:custGeom>
              <a:avLst/>
              <a:gdLst/>
              <a:ahLst/>
              <a:cxnLst/>
              <a:rect l="l" t="t" r="r" b="b"/>
              <a:pathLst>
                <a:path w="457834" h="457835">
                  <a:moveTo>
                    <a:pt x="82804" y="0"/>
                  </a:moveTo>
                  <a:lnTo>
                    <a:pt x="41402" y="11163"/>
                  </a:lnTo>
                  <a:lnTo>
                    <a:pt x="11518" y="41401"/>
                  </a:lnTo>
                  <a:lnTo>
                    <a:pt x="368" y="82448"/>
                  </a:lnTo>
                  <a:lnTo>
                    <a:pt x="0" y="375119"/>
                  </a:lnTo>
                  <a:lnTo>
                    <a:pt x="720" y="385887"/>
                  </a:lnTo>
                  <a:lnTo>
                    <a:pt x="731" y="386048"/>
                  </a:lnTo>
                  <a:lnTo>
                    <a:pt x="2844" y="396452"/>
                  </a:lnTo>
                  <a:lnTo>
                    <a:pt x="2881" y="396635"/>
                  </a:lnTo>
                  <a:lnTo>
                    <a:pt x="6311" y="406613"/>
                  </a:lnTo>
                  <a:lnTo>
                    <a:pt x="6381" y="406814"/>
                  </a:lnTo>
                  <a:lnTo>
                    <a:pt x="11163" y="416521"/>
                  </a:lnTo>
                  <a:lnTo>
                    <a:pt x="41402" y="446404"/>
                  </a:lnTo>
                  <a:lnTo>
                    <a:pt x="82448" y="457568"/>
                  </a:lnTo>
                  <a:lnTo>
                    <a:pt x="375119" y="457568"/>
                  </a:lnTo>
                  <a:lnTo>
                    <a:pt x="416521" y="446404"/>
                  </a:lnTo>
                  <a:lnTo>
                    <a:pt x="446405" y="416166"/>
                  </a:lnTo>
                  <a:lnTo>
                    <a:pt x="451086" y="406814"/>
                  </a:lnTo>
                  <a:lnTo>
                    <a:pt x="451187" y="406613"/>
                  </a:lnTo>
                  <a:lnTo>
                    <a:pt x="457568" y="375119"/>
                  </a:lnTo>
                  <a:lnTo>
                    <a:pt x="457544" y="82448"/>
                  </a:lnTo>
                  <a:lnTo>
                    <a:pt x="446405" y="41401"/>
                  </a:lnTo>
                  <a:lnTo>
                    <a:pt x="416166" y="11518"/>
                  </a:lnTo>
                  <a:lnTo>
                    <a:pt x="375119" y="368"/>
                  </a:lnTo>
                  <a:lnTo>
                    <a:pt x="82804" y="0"/>
                  </a:lnTo>
                  <a:close/>
                </a:path>
              </a:pathLst>
            </a:custGeom>
            <a:solidFill>
              <a:srgbClr val="8A191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>
            <p:custDataLst>
              <p:tags r:id="rId4"/>
            </p:custDataLst>
          </p:nvPr>
        </p:nvSpPr>
        <p:spPr>
          <a:xfrm>
            <a:off x="1597557" y="2315302"/>
            <a:ext cx="96777" cy="2279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1</a:t>
            </a:r>
            <a:endParaRPr sz="14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8" name="object 8"/>
          <p:cNvSpPr txBox="1"/>
          <p:nvPr>
            <p:custDataLst>
              <p:tags r:id="rId5"/>
            </p:custDataLst>
          </p:nvPr>
        </p:nvSpPr>
        <p:spPr>
          <a:xfrm>
            <a:off x="1428087" y="2954862"/>
            <a:ext cx="1656681" cy="4432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231913"/>
                </a:solidFill>
                <a:latin typeface="Times New Roman" panose="02020603050405020304"/>
                <a:cs typeface="Times New Roman" panose="02020603050405020304"/>
              </a:rPr>
              <a:t>Showcase</a:t>
            </a:r>
            <a:r>
              <a:rPr sz="1400" b="1" spc="50" dirty="0">
                <a:solidFill>
                  <a:srgbClr val="23191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b="1" spc="65" dirty="0">
                <a:solidFill>
                  <a:srgbClr val="231913"/>
                </a:solidFill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1400" b="1" spc="40" dirty="0">
                <a:solidFill>
                  <a:srgbClr val="23191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b="1" spc="-10" dirty="0">
                <a:solidFill>
                  <a:srgbClr val="231913"/>
                </a:solidFill>
                <a:latin typeface="Times New Roman" panose="02020603050405020304"/>
                <a:cs typeface="Times New Roman" panose="02020603050405020304"/>
              </a:rPr>
              <a:t>Property</a:t>
            </a:r>
            <a:endParaRPr sz="14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9" name="object 9"/>
          <p:cNvSpPr txBox="1"/>
          <p:nvPr>
            <p:custDataLst>
              <p:tags r:id="rId6"/>
            </p:custDataLst>
          </p:nvPr>
        </p:nvSpPr>
        <p:spPr>
          <a:xfrm>
            <a:off x="1428087" y="3765389"/>
            <a:ext cx="1878870" cy="9359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5000"/>
              </a:lnSpc>
              <a:spcBef>
                <a:spcPts val="100"/>
              </a:spcBef>
            </a:pPr>
            <a:r>
              <a:rPr sz="1200" dirty="0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Present</a:t>
            </a:r>
            <a:r>
              <a:rPr sz="1200" spc="-45" dirty="0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1200" dirty="0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Elite</a:t>
            </a:r>
            <a:r>
              <a:rPr sz="1200" spc="-40" dirty="0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1200" dirty="0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Stays'</a:t>
            </a:r>
            <a:r>
              <a:rPr sz="1200" spc="-45" dirty="0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1200" spc="-10" dirty="0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rooms, </a:t>
            </a:r>
            <a:r>
              <a:rPr sz="1200" dirty="0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destinations</a:t>
            </a:r>
            <a:r>
              <a:rPr sz="1200" spc="-20" dirty="0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1200" dirty="0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and</a:t>
            </a:r>
            <a:r>
              <a:rPr sz="1200" spc="-20" dirty="0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1200" spc="-10" dirty="0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offers</a:t>
            </a:r>
            <a:r>
              <a:rPr sz="1200" spc="-20" dirty="0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1200" dirty="0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in</a:t>
            </a:r>
            <a:r>
              <a:rPr sz="1200" spc="-20" dirty="0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1200" dirty="0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a</a:t>
            </a:r>
            <a:r>
              <a:rPr sz="1200" spc="-15" dirty="0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1200" spc="-10" dirty="0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visually </a:t>
            </a:r>
            <a:r>
              <a:rPr sz="1200" dirty="0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rich,</a:t>
            </a:r>
            <a:r>
              <a:rPr sz="1200" spc="-20" dirty="0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1200" spc="-10" dirty="0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card-</a:t>
            </a:r>
            <a:r>
              <a:rPr sz="1200" dirty="0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based</a:t>
            </a:r>
            <a:r>
              <a:rPr sz="1200" spc="-15" dirty="0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1200" dirty="0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format</a:t>
            </a:r>
            <a:r>
              <a:rPr sz="1200" spc="-20" dirty="0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1200" dirty="0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that</a:t>
            </a:r>
            <a:r>
              <a:rPr sz="1200" spc="-20" dirty="0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1200" spc="-10" dirty="0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inspires bookings.</a:t>
            </a:r>
            <a:endParaRPr sz="1200" spc="-10" dirty="0">
              <a:solidFill>
                <a:srgbClr val="C0000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grpSp>
        <p:nvGrpSpPr>
          <p:cNvPr id="10" name="object 10"/>
          <p:cNvGrpSpPr/>
          <p:nvPr>
            <p:custDataLst>
              <p:tags r:id="rId7"/>
            </p:custDataLst>
          </p:nvPr>
        </p:nvGrpSpPr>
        <p:grpSpPr>
          <a:xfrm>
            <a:off x="3742458" y="1963625"/>
            <a:ext cx="2403419" cy="3228037"/>
            <a:chOff x="3376256" y="1684616"/>
            <a:chExt cx="2665095" cy="3579495"/>
          </a:xfrm>
        </p:grpSpPr>
        <p:sp>
          <p:nvSpPr>
            <p:cNvPr id="11" name="object 11"/>
            <p:cNvSpPr/>
            <p:nvPr>
              <p:custDataLst>
                <p:tags r:id="rId8"/>
              </p:custDataLst>
            </p:nvPr>
          </p:nvSpPr>
          <p:spPr>
            <a:xfrm>
              <a:off x="3382556" y="1690916"/>
              <a:ext cx="2652395" cy="3566795"/>
            </a:xfrm>
            <a:custGeom>
              <a:avLst/>
              <a:gdLst/>
              <a:ahLst/>
              <a:cxnLst/>
              <a:rect l="l" t="t" r="r" b="b"/>
              <a:pathLst>
                <a:path w="2652395" h="3566795">
                  <a:moveTo>
                    <a:pt x="368" y="82448"/>
                  </a:moveTo>
                  <a:lnTo>
                    <a:pt x="1097" y="71680"/>
                  </a:lnTo>
                  <a:lnTo>
                    <a:pt x="3243" y="61115"/>
                  </a:lnTo>
                  <a:lnTo>
                    <a:pt x="24569" y="24258"/>
                  </a:lnTo>
                  <a:lnTo>
                    <a:pt x="61293" y="2881"/>
                  </a:lnTo>
                  <a:lnTo>
                    <a:pt x="82803" y="0"/>
                  </a:lnTo>
                  <a:lnTo>
                    <a:pt x="2569679" y="368"/>
                  </a:lnTo>
                  <a:lnTo>
                    <a:pt x="2610726" y="11518"/>
                  </a:lnTo>
                  <a:lnTo>
                    <a:pt x="2640965" y="41402"/>
                  </a:lnTo>
                  <a:lnTo>
                    <a:pt x="2652128" y="82804"/>
                  </a:lnTo>
                  <a:lnTo>
                    <a:pt x="2652128" y="3484079"/>
                  </a:lnTo>
                  <a:lnTo>
                    <a:pt x="2651396" y="3494847"/>
                  </a:lnTo>
                  <a:lnTo>
                    <a:pt x="2649246" y="3505412"/>
                  </a:lnTo>
                  <a:lnTo>
                    <a:pt x="2627914" y="3542269"/>
                  </a:lnTo>
                  <a:lnTo>
                    <a:pt x="2591195" y="3563646"/>
                  </a:lnTo>
                  <a:lnTo>
                    <a:pt x="2569679" y="3566528"/>
                  </a:lnTo>
                  <a:lnTo>
                    <a:pt x="82448" y="3566528"/>
                  </a:lnTo>
                  <a:lnTo>
                    <a:pt x="41401" y="3555365"/>
                  </a:lnTo>
                  <a:lnTo>
                    <a:pt x="11163" y="3525481"/>
                  </a:lnTo>
                  <a:lnTo>
                    <a:pt x="0" y="3484079"/>
                  </a:lnTo>
                  <a:lnTo>
                    <a:pt x="368" y="82448"/>
                  </a:lnTo>
                  <a:close/>
                </a:path>
              </a:pathLst>
            </a:custGeom>
            <a:ln w="12599">
              <a:solidFill>
                <a:srgbClr val="E5D7C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>
              <p:custDataLst>
                <p:tags r:id="rId9"/>
              </p:custDataLst>
            </p:nvPr>
          </p:nvSpPr>
          <p:spPr>
            <a:xfrm>
              <a:off x="3656876" y="1965236"/>
              <a:ext cx="457834" cy="457834"/>
            </a:xfrm>
            <a:custGeom>
              <a:avLst/>
              <a:gdLst/>
              <a:ahLst/>
              <a:cxnLst/>
              <a:rect l="l" t="t" r="r" b="b"/>
              <a:pathLst>
                <a:path w="457835" h="457835">
                  <a:moveTo>
                    <a:pt x="82804" y="0"/>
                  </a:moveTo>
                  <a:lnTo>
                    <a:pt x="41401" y="11163"/>
                  </a:lnTo>
                  <a:lnTo>
                    <a:pt x="11518" y="41401"/>
                  </a:lnTo>
                  <a:lnTo>
                    <a:pt x="368" y="82448"/>
                  </a:lnTo>
                  <a:lnTo>
                    <a:pt x="0" y="375119"/>
                  </a:lnTo>
                  <a:lnTo>
                    <a:pt x="720" y="385887"/>
                  </a:lnTo>
                  <a:lnTo>
                    <a:pt x="731" y="386048"/>
                  </a:lnTo>
                  <a:lnTo>
                    <a:pt x="2844" y="396452"/>
                  </a:lnTo>
                  <a:lnTo>
                    <a:pt x="2881" y="396635"/>
                  </a:lnTo>
                  <a:lnTo>
                    <a:pt x="6311" y="406613"/>
                  </a:lnTo>
                  <a:lnTo>
                    <a:pt x="6381" y="406814"/>
                  </a:lnTo>
                  <a:lnTo>
                    <a:pt x="11163" y="416521"/>
                  </a:lnTo>
                  <a:lnTo>
                    <a:pt x="17052" y="425193"/>
                  </a:lnTo>
                  <a:lnTo>
                    <a:pt x="17154" y="425343"/>
                  </a:lnTo>
                  <a:lnTo>
                    <a:pt x="50955" y="451187"/>
                  </a:lnTo>
                  <a:lnTo>
                    <a:pt x="82448" y="457568"/>
                  </a:lnTo>
                  <a:lnTo>
                    <a:pt x="375119" y="457568"/>
                  </a:lnTo>
                  <a:lnTo>
                    <a:pt x="416521" y="446404"/>
                  </a:lnTo>
                  <a:lnTo>
                    <a:pt x="446405" y="416166"/>
                  </a:lnTo>
                  <a:lnTo>
                    <a:pt x="457568" y="375119"/>
                  </a:lnTo>
                  <a:lnTo>
                    <a:pt x="457544" y="82448"/>
                  </a:lnTo>
                  <a:lnTo>
                    <a:pt x="446405" y="41401"/>
                  </a:lnTo>
                  <a:lnTo>
                    <a:pt x="416166" y="11518"/>
                  </a:lnTo>
                  <a:lnTo>
                    <a:pt x="375119" y="368"/>
                  </a:lnTo>
                  <a:lnTo>
                    <a:pt x="82804" y="0"/>
                  </a:lnTo>
                  <a:close/>
                </a:path>
              </a:pathLst>
            </a:custGeom>
            <a:solidFill>
              <a:srgbClr val="0E756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/>
          <p:nvPr>
            <p:custDataLst>
              <p:tags r:id="rId10"/>
            </p:custDataLst>
          </p:nvPr>
        </p:nvSpPr>
        <p:spPr>
          <a:xfrm>
            <a:off x="4149648" y="2315302"/>
            <a:ext cx="104223" cy="2279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2</a:t>
            </a:r>
            <a:endParaRPr sz="14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4" name="object 14"/>
          <p:cNvSpPr txBox="1"/>
          <p:nvPr>
            <p:custDataLst>
              <p:tags r:id="rId11"/>
            </p:custDataLst>
          </p:nvPr>
        </p:nvSpPr>
        <p:spPr>
          <a:xfrm>
            <a:off x="3984404" y="2954862"/>
            <a:ext cx="1614304" cy="4432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231913"/>
                </a:solidFill>
                <a:latin typeface="Times New Roman" panose="02020603050405020304"/>
                <a:cs typeface="Times New Roman" panose="02020603050405020304"/>
              </a:rPr>
              <a:t>Multi-Page</a:t>
            </a:r>
            <a:r>
              <a:rPr sz="1400" b="1" spc="35" dirty="0">
                <a:solidFill>
                  <a:srgbClr val="23191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b="1" spc="-10" dirty="0">
                <a:solidFill>
                  <a:srgbClr val="231913"/>
                </a:solidFill>
                <a:latin typeface="Times New Roman" panose="02020603050405020304"/>
                <a:cs typeface="Times New Roman" panose="02020603050405020304"/>
              </a:rPr>
              <a:t>Navigation</a:t>
            </a:r>
            <a:endParaRPr sz="14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5" name="object 15"/>
          <p:cNvSpPr txBox="1"/>
          <p:nvPr>
            <p:custDataLst>
              <p:tags r:id="rId12"/>
            </p:custDataLst>
          </p:nvPr>
        </p:nvSpPr>
        <p:spPr>
          <a:xfrm>
            <a:off x="3984404" y="3765389"/>
            <a:ext cx="1902349" cy="9359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5000"/>
              </a:lnSpc>
              <a:spcBef>
                <a:spcPts val="100"/>
              </a:spcBef>
            </a:pPr>
            <a:r>
              <a:rPr sz="1200" dirty="0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Build</a:t>
            </a:r>
            <a:r>
              <a:rPr sz="1200" spc="-25" dirty="0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1200" dirty="0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a</a:t>
            </a:r>
            <a:r>
              <a:rPr sz="1200" spc="-15" dirty="0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1200" dirty="0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single,</a:t>
            </a:r>
            <a:r>
              <a:rPr sz="1200" spc="-25" dirty="0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1200" dirty="0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identical</a:t>
            </a:r>
            <a:r>
              <a:rPr sz="1200" spc="-20" dirty="0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1200" spc="-10" dirty="0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navbar repeated </a:t>
            </a:r>
            <a:r>
              <a:rPr sz="1200" dirty="0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across</a:t>
            </a:r>
            <a:r>
              <a:rPr sz="1200" spc="-10" dirty="0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1200" dirty="0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all</a:t>
            </a:r>
            <a:r>
              <a:rPr sz="1200" spc="-10" dirty="0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1200" dirty="0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6</a:t>
            </a:r>
            <a:r>
              <a:rPr sz="1200" spc="-5" dirty="0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1200" dirty="0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pages</a:t>
            </a:r>
            <a:r>
              <a:rPr sz="1200" spc="-10" dirty="0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1200" dirty="0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so</a:t>
            </a:r>
            <a:r>
              <a:rPr sz="1200" spc="-15" dirty="0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1200" spc="-10" dirty="0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guests </a:t>
            </a:r>
            <a:r>
              <a:rPr sz="1200" dirty="0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can</a:t>
            </a:r>
            <a:r>
              <a:rPr sz="1200" spc="-30" dirty="0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1200" dirty="0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move</a:t>
            </a:r>
            <a:r>
              <a:rPr sz="1200" spc="-20" dirty="0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1200" dirty="0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seamlessly</a:t>
            </a:r>
            <a:r>
              <a:rPr sz="1200" spc="-25" dirty="0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1200" spc="-10" dirty="0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between sections.</a:t>
            </a:r>
            <a:endParaRPr sz="1200" spc="-10" dirty="0">
              <a:solidFill>
                <a:srgbClr val="C0000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grpSp>
        <p:nvGrpSpPr>
          <p:cNvPr id="16" name="object 16"/>
          <p:cNvGrpSpPr/>
          <p:nvPr>
            <p:custDataLst>
              <p:tags r:id="rId13"/>
            </p:custDataLst>
          </p:nvPr>
        </p:nvGrpSpPr>
        <p:grpSpPr>
          <a:xfrm>
            <a:off x="6298775" y="1963625"/>
            <a:ext cx="2403419" cy="3228037"/>
            <a:chOff x="6210896" y="1684616"/>
            <a:chExt cx="2665095" cy="3579495"/>
          </a:xfrm>
        </p:grpSpPr>
        <p:sp>
          <p:nvSpPr>
            <p:cNvPr id="17" name="object 17"/>
            <p:cNvSpPr/>
            <p:nvPr>
              <p:custDataLst>
                <p:tags r:id="rId14"/>
              </p:custDataLst>
            </p:nvPr>
          </p:nvSpPr>
          <p:spPr>
            <a:xfrm>
              <a:off x="6217195" y="1690916"/>
              <a:ext cx="2652395" cy="3566795"/>
            </a:xfrm>
            <a:custGeom>
              <a:avLst/>
              <a:gdLst/>
              <a:ahLst/>
              <a:cxnLst/>
              <a:rect l="l" t="t" r="r" b="b"/>
              <a:pathLst>
                <a:path w="2652395" h="3566795">
                  <a:moveTo>
                    <a:pt x="368" y="82448"/>
                  </a:moveTo>
                  <a:lnTo>
                    <a:pt x="1097" y="71680"/>
                  </a:lnTo>
                  <a:lnTo>
                    <a:pt x="3243" y="61115"/>
                  </a:lnTo>
                  <a:lnTo>
                    <a:pt x="24569" y="24258"/>
                  </a:lnTo>
                  <a:lnTo>
                    <a:pt x="61293" y="2881"/>
                  </a:lnTo>
                  <a:lnTo>
                    <a:pt x="82803" y="0"/>
                  </a:lnTo>
                  <a:lnTo>
                    <a:pt x="2569679" y="368"/>
                  </a:lnTo>
                  <a:lnTo>
                    <a:pt x="2610726" y="11518"/>
                  </a:lnTo>
                  <a:lnTo>
                    <a:pt x="2640965" y="41402"/>
                  </a:lnTo>
                  <a:lnTo>
                    <a:pt x="2652128" y="82804"/>
                  </a:lnTo>
                  <a:lnTo>
                    <a:pt x="2652128" y="3484079"/>
                  </a:lnTo>
                  <a:lnTo>
                    <a:pt x="2651396" y="3494847"/>
                  </a:lnTo>
                  <a:lnTo>
                    <a:pt x="2649246" y="3505412"/>
                  </a:lnTo>
                  <a:lnTo>
                    <a:pt x="2627914" y="3542269"/>
                  </a:lnTo>
                  <a:lnTo>
                    <a:pt x="2591195" y="3563646"/>
                  </a:lnTo>
                  <a:lnTo>
                    <a:pt x="2569679" y="3566528"/>
                  </a:lnTo>
                  <a:lnTo>
                    <a:pt x="82448" y="3566528"/>
                  </a:lnTo>
                  <a:lnTo>
                    <a:pt x="41401" y="3555365"/>
                  </a:lnTo>
                  <a:lnTo>
                    <a:pt x="11163" y="3525481"/>
                  </a:lnTo>
                  <a:lnTo>
                    <a:pt x="0" y="3484079"/>
                  </a:lnTo>
                  <a:lnTo>
                    <a:pt x="368" y="82448"/>
                  </a:lnTo>
                  <a:close/>
                </a:path>
              </a:pathLst>
            </a:custGeom>
            <a:ln w="12599">
              <a:solidFill>
                <a:srgbClr val="E5D7C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>
              <p:custDataLst>
                <p:tags r:id="rId15"/>
              </p:custDataLst>
            </p:nvPr>
          </p:nvSpPr>
          <p:spPr>
            <a:xfrm>
              <a:off x="6491515" y="1965236"/>
              <a:ext cx="457834" cy="457834"/>
            </a:xfrm>
            <a:custGeom>
              <a:avLst/>
              <a:gdLst/>
              <a:ahLst/>
              <a:cxnLst/>
              <a:rect l="l" t="t" r="r" b="b"/>
              <a:pathLst>
                <a:path w="457834" h="457835">
                  <a:moveTo>
                    <a:pt x="82804" y="0"/>
                  </a:moveTo>
                  <a:lnTo>
                    <a:pt x="41402" y="11163"/>
                  </a:lnTo>
                  <a:lnTo>
                    <a:pt x="11518" y="41401"/>
                  </a:lnTo>
                  <a:lnTo>
                    <a:pt x="368" y="82448"/>
                  </a:lnTo>
                  <a:lnTo>
                    <a:pt x="0" y="375119"/>
                  </a:lnTo>
                  <a:lnTo>
                    <a:pt x="720" y="385887"/>
                  </a:lnTo>
                  <a:lnTo>
                    <a:pt x="731" y="386048"/>
                  </a:lnTo>
                  <a:lnTo>
                    <a:pt x="2844" y="396452"/>
                  </a:lnTo>
                  <a:lnTo>
                    <a:pt x="2881" y="396635"/>
                  </a:lnTo>
                  <a:lnTo>
                    <a:pt x="6311" y="406613"/>
                  </a:lnTo>
                  <a:lnTo>
                    <a:pt x="32374" y="440419"/>
                  </a:lnTo>
                  <a:lnTo>
                    <a:pt x="71680" y="456836"/>
                  </a:lnTo>
                  <a:lnTo>
                    <a:pt x="82448" y="457568"/>
                  </a:lnTo>
                  <a:lnTo>
                    <a:pt x="375119" y="457568"/>
                  </a:lnTo>
                  <a:lnTo>
                    <a:pt x="416521" y="446404"/>
                  </a:lnTo>
                  <a:lnTo>
                    <a:pt x="446405" y="416166"/>
                  </a:lnTo>
                  <a:lnTo>
                    <a:pt x="454624" y="396635"/>
                  </a:lnTo>
                  <a:lnTo>
                    <a:pt x="454686" y="396452"/>
                  </a:lnTo>
                  <a:lnTo>
                    <a:pt x="456803" y="386048"/>
                  </a:lnTo>
                  <a:lnTo>
                    <a:pt x="456836" y="385887"/>
                  </a:lnTo>
                  <a:lnTo>
                    <a:pt x="457568" y="375119"/>
                  </a:lnTo>
                  <a:lnTo>
                    <a:pt x="457544" y="82448"/>
                  </a:lnTo>
                  <a:lnTo>
                    <a:pt x="446405" y="41401"/>
                  </a:lnTo>
                  <a:lnTo>
                    <a:pt x="416166" y="11518"/>
                  </a:lnTo>
                  <a:lnTo>
                    <a:pt x="375119" y="368"/>
                  </a:lnTo>
                  <a:lnTo>
                    <a:pt x="82804" y="0"/>
                  </a:lnTo>
                  <a:close/>
                </a:path>
              </a:pathLst>
            </a:custGeom>
            <a:solidFill>
              <a:srgbClr val="E7B82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 txBox="1"/>
          <p:nvPr>
            <p:custDataLst>
              <p:tags r:id="rId16"/>
            </p:custDataLst>
          </p:nvPr>
        </p:nvSpPr>
        <p:spPr>
          <a:xfrm>
            <a:off x="6705965" y="2315302"/>
            <a:ext cx="104795" cy="2279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3</a:t>
            </a:r>
            <a:endParaRPr sz="14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20" name="object 20"/>
          <p:cNvSpPr txBox="1"/>
          <p:nvPr>
            <p:custDataLst>
              <p:tags r:id="rId17"/>
            </p:custDataLst>
          </p:nvPr>
        </p:nvSpPr>
        <p:spPr>
          <a:xfrm>
            <a:off x="6540721" y="2954862"/>
            <a:ext cx="1437928" cy="4432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231913"/>
                </a:solidFill>
                <a:latin typeface="Times New Roman" panose="02020603050405020304"/>
                <a:cs typeface="Times New Roman" panose="02020603050405020304"/>
              </a:rPr>
              <a:t>Interactive</a:t>
            </a:r>
            <a:r>
              <a:rPr sz="1400" b="1" spc="215" dirty="0">
                <a:solidFill>
                  <a:srgbClr val="23191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b="1" spc="-10" dirty="0">
                <a:solidFill>
                  <a:srgbClr val="231913"/>
                </a:solidFill>
                <a:latin typeface="Times New Roman" panose="02020603050405020304"/>
                <a:cs typeface="Times New Roman" panose="02020603050405020304"/>
              </a:rPr>
              <a:t>Booking</a:t>
            </a:r>
            <a:endParaRPr sz="14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21" name="object 21"/>
          <p:cNvSpPr txBox="1"/>
          <p:nvPr>
            <p:custDataLst>
              <p:tags r:id="rId18"/>
            </p:custDataLst>
          </p:nvPr>
        </p:nvSpPr>
        <p:spPr>
          <a:xfrm>
            <a:off x="6540721" y="3859877"/>
            <a:ext cx="1903494" cy="9359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25000"/>
              </a:lnSpc>
              <a:spcBef>
                <a:spcPts val="100"/>
              </a:spcBef>
            </a:pPr>
            <a:r>
              <a:rPr sz="1200" dirty="0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Use</a:t>
            </a:r>
            <a:r>
              <a:rPr sz="1200" spc="-25" dirty="0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1200" dirty="0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a</a:t>
            </a:r>
            <a:r>
              <a:rPr sz="1200" spc="-15" dirty="0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1200" dirty="0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live</a:t>
            </a:r>
            <a:r>
              <a:rPr sz="1200" spc="-20" dirty="0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1200" dirty="0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search</a:t>
            </a:r>
            <a:r>
              <a:rPr sz="1200" spc="-20" dirty="0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1200" dirty="0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form,</a:t>
            </a:r>
            <a:r>
              <a:rPr sz="1200" spc="-15" dirty="0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1200" dirty="0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a</a:t>
            </a:r>
            <a:r>
              <a:rPr sz="1200" spc="-15" dirty="0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1200" spc="-10" dirty="0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room-detail </a:t>
            </a:r>
            <a:r>
              <a:rPr sz="1200" dirty="0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modal,</a:t>
            </a:r>
            <a:r>
              <a:rPr sz="1200" spc="-15" dirty="0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1200" dirty="0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and</a:t>
            </a:r>
            <a:r>
              <a:rPr sz="1200" spc="-20" dirty="0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1200" dirty="0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a</a:t>
            </a:r>
            <a:r>
              <a:rPr sz="1200" spc="-15" dirty="0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1200" dirty="0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photo</a:t>
            </a:r>
            <a:r>
              <a:rPr sz="1200" spc="-10" dirty="0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1200" dirty="0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lightbox</a:t>
            </a:r>
            <a:r>
              <a:rPr sz="1200" spc="-10" dirty="0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1200" dirty="0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to</a:t>
            </a:r>
            <a:r>
              <a:rPr sz="1200" spc="-15" dirty="0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1200" spc="-20" dirty="0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make </a:t>
            </a:r>
            <a:r>
              <a:rPr sz="1200" dirty="0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the</a:t>
            </a:r>
            <a:r>
              <a:rPr sz="1200" spc="-30" dirty="0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1200" dirty="0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site</a:t>
            </a:r>
            <a:r>
              <a:rPr sz="1200" spc="-20" dirty="0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1200" dirty="0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feel</a:t>
            </a:r>
            <a:r>
              <a:rPr sz="1200" spc="-25" dirty="0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1200" dirty="0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like</a:t>
            </a:r>
            <a:r>
              <a:rPr sz="1200" spc="-25" dirty="0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1200" dirty="0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a</a:t>
            </a:r>
            <a:r>
              <a:rPr sz="1200" spc="-35" dirty="0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1200" dirty="0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real</a:t>
            </a:r>
            <a:r>
              <a:rPr sz="1200" spc="-30" dirty="0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1200" spc="-10" dirty="0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product.</a:t>
            </a:r>
            <a:endParaRPr sz="1200" spc="-10" dirty="0">
              <a:solidFill>
                <a:srgbClr val="C0000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grpSp>
        <p:nvGrpSpPr>
          <p:cNvPr id="22" name="object 22"/>
          <p:cNvGrpSpPr/>
          <p:nvPr>
            <p:custDataLst>
              <p:tags r:id="rId19"/>
            </p:custDataLst>
          </p:nvPr>
        </p:nvGrpSpPr>
        <p:grpSpPr>
          <a:xfrm>
            <a:off x="8855092" y="1963625"/>
            <a:ext cx="2403419" cy="3228037"/>
            <a:chOff x="9045536" y="1684616"/>
            <a:chExt cx="2665095" cy="3579495"/>
          </a:xfrm>
        </p:grpSpPr>
        <p:sp>
          <p:nvSpPr>
            <p:cNvPr id="23" name="object 23"/>
            <p:cNvSpPr/>
            <p:nvPr>
              <p:custDataLst>
                <p:tags r:id="rId20"/>
              </p:custDataLst>
            </p:nvPr>
          </p:nvSpPr>
          <p:spPr>
            <a:xfrm>
              <a:off x="9051836" y="1690916"/>
              <a:ext cx="2652395" cy="3566795"/>
            </a:xfrm>
            <a:custGeom>
              <a:avLst/>
              <a:gdLst/>
              <a:ahLst/>
              <a:cxnLst/>
              <a:rect l="l" t="t" r="r" b="b"/>
              <a:pathLst>
                <a:path w="2652395" h="3566795">
                  <a:moveTo>
                    <a:pt x="368" y="82448"/>
                  </a:moveTo>
                  <a:lnTo>
                    <a:pt x="1097" y="71680"/>
                  </a:lnTo>
                  <a:lnTo>
                    <a:pt x="3243" y="61115"/>
                  </a:lnTo>
                  <a:lnTo>
                    <a:pt x="24569" y="24258"/>
                  </a:lnTo>
                  <a:lnTo>
                    <a:pt x="61293" y="2881"/>
                  </a:lnTo>
                  <a:lnTo>
                    <a:pt x="82803" y="0"/>
                  </a:lnTo>
                  <a:lnTo>
                    <a:pt x="2569679" y="368"/>
                  </a:lnTo>
                  <a:lnTo>
                    <a:pt x="2610726" y="11518"/>
                  </a:lnTo>
                  <a:lnTo>
                    <a:pt x="2640964" y="41402"/>
                  </a:lnTo>
                  <a:lnTo>
                    <a:pt x="2652128" y="82804"/>
                  </a:lnTo>
                  <a:lnTo>
                    <a:pt x="2652128" y="3484079"/>
                  </a:lnTo>
                  <a:lnTo>
                    <a:pt x="2651396" y="3494847"/>
                  </a:lnTo>
                  <a:lnTo>
                    <a:pt x="2649246" y="3505412"/>
                  </a:lnTo>
                  <a:lnTo>
                    <a:pt x="2627914" y="3542269"/>
                  </a:lnTo>
                  <a:lnTo>
                    <a:pt x="2591195" y="3563646"/>
                  </a:lnTo>
                  <a:lnTo>
                    <a:pt x="2569679" y="3566528"/>
                  </a:lnTo>
                  <a:lnTo>
                    <a:pt x="82448" y="3566528"/>
                  </a:lnTo>
                  <a:lnTo>
                    <a:pt x="41401" y="3555365"/>
                  </a:lnTo>
                  <a:lnTo>
                    <a:pt x="11163" y="3525481"/>
                  </a:lnTo>
                  <a:lnTo>
                    <a:pt x="0" y="3484079"/>
                  </a:lnTo>
                  <a:lnTo>
                    <a:pt x="368" y="82448"/>
                  </a:lnTo>
                  <a:close/>
                </a:path>
              </a:pathLst>
            </a:custGeom>
            <a:ln w="12599">
              <a:solidFill>
                <a:srgbClr val="E5D7C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>
              <p:custDataLst>
                <p:tags r:id="rId21"/>
              </p:custDataLst>
            </p:nvPr>
          </p:nvSpPr>
          <p:spPr>
            <a:xfrm>
              <a:off x="9326156" y="1965236"/>
              <a:ext cx="457834" cy="457834"/>
            </a:xfrm>
            <a:custGeom>
              <a:avLst/>
              <a:gdLst/>
              <a:ahLst/>
              <a:cxnLst/>
              <a:rect l="l" t="t" r="r" b="b"/>
              <a:pathLst>
                <a:path w="457834" h="457835">
                  <a:moveTo>
                    <a:pt x="82804" y="0"/>
                  </a:moveTo>
                  <a:lnTo>
                    <a:pt x="41401" y="11163"/>
                  </a:lnTo>
                  <a:lnTo>
                    <a:pt x="11518" y="41401"/>
                  </a:lnTo>
                  <a:lnTo>
                    <a:pt x="368" y="82448"/>
                  </a:lnTo>
                  <a:lnTo>
                    <a:pt x="0" y="375119"/>
                  </a:lnTo>
                  <a:lnTo>
                    <a:pt x="720" y="385887"/>
                  </a:lnTo>
                  <a:lnTo>
                    <a:pt x="17052" y="425193"/>
                  </a:lnTo>
                  <a:lnTo>
                    <a:pt x="50955" y="451187"/>
                  </a:lnTo>
                  <a:lnTo>
                    <a:pt x="82448" y="457568"/>
                  </a:lnTo>
                  <a:lnTo>
                    <a:pt x="375119" y="457568"/>
                  </a:lnTo>
                  <a:lnTo>
                    <a:pt x="416521" y="446404"/>
                  </a:lnTo>
                  <a:lnTo>
                    <a:pt x="446405" y="416166"/>
                  </a:lnTo>
                  <a:lnTo>
                    <a:pt x="456803" y="386048"/>
                  </a:lnTo>
                  <a:lnTo>
                    <a:pt x="456836" y="385887"/>
                  </a:lnTo>
                  <a:lnTo>
                    <a:pt x="457568" y="375119"/>
                  </a:lnTo>
                  <a:lnTo>
                    <a:pt x="457544" y="82448"/>
                  </a:lnTo>
                  <a:lnTo>
                    <a:pt x="456836" y="71880"/>
                  </a:lnTo>
                  <a:lnTo>
                    <a:pt x="440413" y="32580"/>
                  </a:lnTo>
                  <a:lnTo>
                    <a:pt x="406613" y="6738"/>
                  </a:lnTo>
                  <a:lnTo>
                    <a:pt x="375119" y="368"/>
                  </a:lnTo>
                  <a:lnTo>
                    <a:pt x="82804" y="0"/>
                  </a:lnTo>
                  <a:close/>
                </a:path>
              </a:pathLst>
            </a:custGeom>
            <a:solidFill>
              <a:srgbClr val="6A0E0E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/>
          <p:cNvSpPr txBox="1"/>
          <p:nvPr>
            <p:custDataLst>
              <p:tags r:id="rId22"/>
            </p:custDataLst>
          </p:nvPr>
        </p:nvSpPr>
        <p:spPr>
          <a:xfrm>
            <a:off x="9259041" y="2315302"/>
            <a:ext cx="111667" cy="2279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2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4</a:t>
            </a:r>
            <a:endParaRPr sz="14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26" name="object 26"/>
          <p:cNvSpPr txBox="1"/>
          <p:nvPr>
            <p:custDataLst>
              <p:tags r:id="rId23"/>
            </p:custDataLst>
          </p:nvPr>
        </p:nvSpPr>
        <p:spPr>
          <a:xfrm>
            <a:off x="9097038" y="2954862"/>
            <a:ext cx="1844511" cy="4432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231913"/>
                </a:solidFill>
                <a:latin typeface="Times New Roman" panose="02020603050405020304"/>
                <a:cs typeface="Times New Roman" panose="02020603050405020304"/>
              </a:rPr>
              <a:t>Consistent</a:t>
            </a:r>
            <a:r>
              <a:rPr sz="1400" b="1" spc="175" dirty="0">
                <a:solidFill>
                  <a:srgbClr val="23191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b="1" dirty="0">
                <a:solidFill>
                  <a:srgbClr val="231913"/>
                </a:solidFill>
                <a:latin typeface="Times New Roman" panose="02020603050405020304"/>
                <a:cs typeface="Times New Roman" panose="02020603050405020304"/>
              </a:rPr>
              <a:t>Design</a:t>
            </a:r>
            <a:r>
              <a:rPr sz="1400" b="1" spc="175" dirty="0">
                <a:solidFill>
                  <a:srgbClr val="23191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b="1" spc="-10" dirty="0">
                <a:solidFill>
                  <a:srgbClr val="231913"/>
                </a:solidFill>
                <a:latin typeface="Times New Roman" panose="02020603050405020304"/>
                <a:cs typeface="Times New Roman" panose="02020603050405020304"/>
              </a:rPr>
              <a:t>System</a:t>
            </a:r>
            <a:endParaRPr sz="14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27" name="object 27"/>
          <p:cNvSpPr txBox="1"/>
          <p:nvPr>
            <p:custDataLst>
              <p:tags r:id="rId24"/>
            </p:custDataLst>
          </p:nvPr>
        </p:nvSpPr>
        <p:spPr>
          <a:xfrm>
            <a:off x="9097038" y="3859877"/>
            <a:ext cx="1803279" cy="9359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5000"/>
              </a:lnSpc>
              <a:spcBef>
                <a:spcPts val="100"/>
              </a:spcBef>
            </a:pPr>
            <a:r>
              <a:rPr sz="1200" dirty="0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Apply</a:t>
            </a:r>
            <a:r>
              <a:rPr sz="1200" spc="-25" dirty="0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1200" dirty="0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one</a:t>
            </a:r>
            <a:r>
              <a:rPr sz="1200" spc="-20" dirty="0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1200" dirty="0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shared</a:t>
            </a:r>
            <a:r>
              <a:rPr sz="1200" spc="-5" dirty="0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1200" dirty="0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set</a:t>
            </a:r>
            <a:r>
              <a:rPr sz="1200" spc="-20" dirty="0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1200" dirty="0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of</a:t>
            </a:r>
            <a:r>
              <a:rPr sz="1200" spc="-15" dirty="0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1200" spc="-10" dirty="0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colours, </a:t>
            </a:r>
            <a:r>
              <a:rPr sz="1200" dirty="0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fonts,</a:t>
            </a:r>
            <a:r>
              <a:rPr sz="1200" spc="-25" dirty="0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1200" dirty="0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radii</a:t>
            </a:r>
            <a:r>
              <a:rPr sz="1200" spc="-20" dirty="0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1200" dirty="0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and</a:t>
            </a:r>
            <a:r>
              <a:rPr sz="1200" spc="-25" dirty="0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1200" dirty="0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spacing</a:t>
            </a:r>
            <a:r>
              <a:rPr sz="1200" spc="-25" dirty="0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1200" spc="-10" dirty="0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tokens </a:t>
            </a:r>
            <a:r>
              <a:rPr sz="1200" dirty="0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across</a:t>
            </a:r>
            <a:r>
              <a:rPr sz="1200" spc="-35" dirty="0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1200" dirty="0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every</a:t>
            </a:r>
            <a:r>
              <a:rPr sz="1200" spc="-30" dirty="0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1200" dirty="0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page</a:t>
            </a:r>
            <a:r>
              <a:rPr sz="1200" spc="-20" dirty="0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1200" dirty="0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and</a:t>
            </a:r>
            <a:r>
              <a:rPr sz="1200" spc="-25" dirty="0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1200" spc="-10" dirty="0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component.</a:t>
            </a:r>
            <a:endParaRPr sz="1200" spc="-10" dirty="0">
              <a:solidFill>
                <a:srgbClr val="C0000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9" name="Date Placeholder 28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D8BD707-D9CF-40AE-B4C6-C98DA3205C09}" type="datetime1">
              <a:rPr lang="en-US"/>
            </a:fld>
            <a:endParaRPr lang="en-US"/>
          </a:p>
        </p:txBody>
      </p:sp>
      <p:sp>
        <p:nvSpPr>
          <p:cNvPr id="30" name="Slide Number Placeholder 29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381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25" dirty="0"/>
            </a:fld>
            <a:endParaRPr spc="-25" dirty="0"/>
          </a:p>
        </p:txBody>
      </p:sp>
      <p:sp>
        <p:nvSpPr>
          <p:cNvPr id="31" name="Footer Placeholder 30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t>Elite Stays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560070" y="967423"/>
            <a:ext cx="10972800" cy="9359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FF0000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S</a:t>
            </a:r>
            <a:r>
              <a:rPr sz="2400" b="1" spc="-90" dirty="0">
                <a:solidFill>
                  <a:srgbClr val="FF0000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 </a:t>
            </a:r>
            <a:r>
              <a:rPr sz="2400" b="1" spc="-10" dirty="0">
                <a:solidFill>
                  <a:srgbClr val="FF0000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T</a:t>
            </a:r>
            <a:r>
              <a:rPr sz="2400" b="1" spc="-80" dirty="0">
                <a:solidFill>
                  <a:srgbClr val="FF0000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 </a:t>
            </a:r>
            <a:r>
              <a:rPr sz="2400" b="1" dirty="0">
                <a:solidFill>
                  <a:srgbClr val="FF0000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R</a:t>
            </a:r>
            <a:r>
              <a:rPr sz="2400" b="1" spc="-95" dirty="0">
                <a:solidFill>
                  <a:srgbClr val="FF0000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 </a:t>
            </a:r>
            <a:r>
              <a:rPr sz="2400" b="1" spc="-10" dirty="0">
                <a:solidFill>
                  <a:srgbClr val="FF0000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U</a:t>
            </a:r>
            <a:r>
              <a:rPr sz="2400" b="1" spc="-65" dirty="0">
                <a:solidFill>
                  <a:srgbClr val="FF0000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 </a:t>
            </a:r>
            <a:r>
              <a:rPr sz="2400" b="1" spc="-10" dirty="0">
                <a:solidFill>
                  <a:srgbClr val="FF0000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C</a:t>
            </a:r>
            <a:r>
              <a:rPr sz="2400" b="1" spc="-70" dirty="0">
                <a:solidFill>
                  <a:srgbClr val="FF0000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 </a:t>
            </a:r>
            <a:r>
              <a:rPr sz="2400" b="1" spc="-10" dirty="0">
                <a:solidFill>
                  <a:srgbClr val="FF0000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T</a:t>
            </a:r>
            <a:r>
              <a:rPr sz="2400" b="1" spc="-75" dirty="0">
                <a:solidFill>
                  <a:srgbClr val="FF0000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 </a:t>
            </a:r>
            <a:r>
              <a:rPr sz="2400" b="1" spc="-10" dirty="0">
                <a:solidFill>
                  <a:srgbClr val="FF0000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U</a:t>
            </a:r>
            <a:r>
              <a:rPr sz="2400" b="1" spc="-65" dirty="0">
                <a:solidFill>
                  <a:srgbClr val="FF0000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 </a:t>
            </a:r>
            <a:r>
              <a:rPr sz="2400" b="1" dirty="0">
                <a:solidFill>
                  <a:srgbClr val="FF0000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R</a:t>
            </a:r>
            <a:r>
              <a:rPr sz="2400" b="1" spc="-70" dirty="0">
                <a:solidFill>
                  <a:srgbClr val="FF0000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 </a:t>
            </a:r>
            <a:r>
              <a:rPr sz="2400" b="1" spc="-50" dirty="0">
                <a:solidFill>
                  <a:srgbClr val="FF0000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E</a:t>
            </a:r>
            <a:br>
              <a:rPr sz="2000" dirty="0">
                <a:solidFill>
                  <a:srgbClr val="FF0000"/>
                </a:solidFill>
                <a:latin typeface="Cambria" panose="02040503050406030204" charset="0"/>
                <a:cs typeface="Cambria" panose="02040503050406030204" charset="0"/>
              </a:rPr>
            </a:br>
            <a:r>
              <a:rPr lang="en-US" sz="2000" dirty="0">
                <a:solidFill>
                  <a:srgbClr val="231913"/>
                </a:solidFill>
                <a:latin typeface="Cambria" panose="02040503050406030204" charset="0"/>
                <a:cs typeface="Cambria" panose="02040503050406030204" charset="0"/>
              </a:rPr>
              <a:t>                         </a:t>
            </a:r>
            <a:r>
              <a:rPr dirty="0">
                <a:solidFill>
                  <a:srgbClr val="231913"/>
                </a:solidFill>
              </a:rPr>
              <a:t>Site</a:t>
            </a:r>
            <a:r>
              <a:rPr spc="-95" dirty="0">
                <a:solidFill>
                  <a:srgbClr val="231913"/>
                </a:solidFill>
              </a:rPr>
              <a:t> </a:t>
            </a:r>
            <a:r>
              <a:rPr spc="-50" dirty="0">
                <a:solidFill>
                  <a:srgbClr val="231913"/>
                </a:solidFill>
              </a:rPr>
              <a:t>Map</a:t>
            </a:r>
            <a:r>
              <a:rPr spc="-85" dirty="0">
                <a:solidFill>
                  <a:srgbClr val="231913"/>
                </a:solidFill>
              </a:rPr>
              <a:t> </a:t>
            </a:r>
            <a:r>
              <a:rPr dirty="0">
                <a:solidFill>
                  <a:srgbClr val="231913"/>
                </a:solidFill>
              </a:rPr>
              <a:t>—</a:t>
            </a:r>
            <a:r>
              <a:rPr spc="-90" dirty="0">
                <a:solidFill>
                  <a:srgbClr val="231913"/>
                </a:solidFill>
              </a:rPr>
              <a:t> </a:t>
            </a:r>
            <a:r>
              <a:rPr spc="105" dirty="0">
                <a:solidFill>
                  <a:srgbClr val="231913"/>
                </a:solidFill>
              </a:rPr>
              <a:t>6</a:t>
            </a:r>
            <a:r>
              <a:rPr spc="-95" dirty="0">
                <a:solidFill>
                  <a:srgbClr val="231913"/>
                </a:solidFill>
              </a:rPr>
              <a:t> </a:t>
            </a:r>
            <a:r>
              <a:rPr spc="30" dirty="0">
                <a:solidFill>
                  <a:srgbClr val="231913"/>
                </a:solidFill>
              </a:rPr>
              <a:t>Pages</a:t>
            </a:r>
            <a:endParaRPr spc="30" dirty="0">
              <a:solidFill>
                <a:srgbClr val="231913"/>
              </a:solidFill>
            </a:endParaRPr>
          </a:p>
        </p:txBody>
      </p:sp>
      <p:grpSp>
        <p:nvGrpSpPr>
          <p:cNvPr id="4" name="object 4"/>
          <p:cNvGrpSpPr/>
          <p:nvPr>
            <p:custDataLst>
              <p:tags r:id="rId1"/>
            </p:custDataLst>
          </p:nvPr>
        </p:nvGrpSpPr>
        <p:grpSpPr>
          <a:xfrm>
            <a:off x="553681" y="2343746"/>
            <a:ext cx="3579495" cy="1384935"/>
            <a:chOff x="541616" y="1684616"/>
            <a:chExt cx="3579495" cy="1384935"/>
          </a:xfrm>
        </p:grpSpPr>
        <p:sp>
          <p:nvSpPr>
            <p:cNvPr id="5" name="object 5"/>
            <p:cNvSpPr/>
            <p:nvPr>
              <p:custDataLst>
                <p:tags r:id="rId2"/>
              </p:custDataLst>
            </p:nvPr>
          </p:nvSpPr>
          <p:spPr>
            <a:xfrm>
              <a:off x="547916" y="1690916"/>
              <a:ext cx="3566795" cy="1372235"/>
            </a:xfrm>
            <a:custGeom>
              <a:avLst/>
              <a:gdLst/>
              <a:ahLst/>
              <a:cxnLst/>
              <a:rect l="l" t="t" r="r" b="b"/>
              <a:pathLst>
                <a:path w="3566795" h="1372235">
                  <a:moveTo>
                    <a:pt x="82803" y="0"/>
                  </a:moveTo>
                  <a:lnTo>
                    <a:pt x="41401" y="11163"/>
                  </a:lnTo>
                  <a:lnTo>
                    <a:pt x="11518" y="41402"/>
                  </a:lnTo>
                  <a:lnTo>
                    <a:pt x="368" y="82448"/>
                  </a:lnTo>
                  <a:lnTo>
                    <a:pt x="0" y="1289519"/>
                  </a:lnTo>
                  <a:lnTo>
                    <a:pt x="720" y="1300287"/>
                  </a:lnTo>
                  <a:lnTo>
                    <a:pt x="731" y="1300448"/>
                  </a:lnTo>
                  <a:lnTo>
                    <a:pt x="2844" y="1310852"/>
                  </a:lnTo>
                  <a:lnTo>
                    <a:pt x="2881" y="1311035"/>
                  </a:lnTo>
                  <a:lnTo>
                    <a:pt x="6311" y="1321013"/>
                  </a:lnTo>
                  <a:lnTo>
                    <a:pt x="6381" y="1321214"/>
                  </a:lnTo>
                  <a:lnTo>
                    <a:pt x="11163" y="1330921"/>
                  </a:lnTo>
                  <a:lnTo>
                    <a:pt x="41401" y="1360805"/>
                  </a:lnTo>
                  <a:lnTo>
                    <a:pt x="82448" y="1371968"/>
                  </a:lnTo>
                  <a:lnTo>
                    <a:pt x="3484079" y="1371968"/>
                  </a:lnTo>
                  <a:lnTo>
                    <a:pt x="3525481" y="1360805"/>
                  </a:lnTo>
                  <a:lnTo>
                    <a:pt x="3555365" y="1330566"/>
                  </a:lnTo>
                  <a:lnTo>
                    <a:pt x="3560046" y="1321214"/>
                  </a:lnTo>
                  <a:lnTo>
                    <a:pt x="3560147" y="1321013"/>
                  </a:lnTo>
                  <a:lnTo>
                    <a:pt x="3563584" y="1311035"/>
                  </a:lnTo>
                  <a:lnTo>
                    <a:pt x="3563646" y="1310852"/>
                  </a:lnTo>
                  <a:lnTo>
                    <a:pt x="3565763" y="1300448"/>
                  </a:lnTo>
                  <a:lnTo>
                    <a:pt x="3565796" y="1300287"/>
                  </a:lnTo>
                  <a:lnTo>
                    <a:pt x="3566528" y="1289519"/>
                  </a:lnTo>
                  <a:lnTo>
                    <a:pt x="3566504" y="82448"/>
                  </a:lnTo>
                  <a:lnTo>
                    <a:pt x="3565796" y="71880"/>
                  </a:lnTo>
                  <a:lnTo>
                    <a:pt x="3549373" y="32580"/>
                  </a:lnTo>
                  <a:lnTo>
                    <a:pt x="3515573" y="6738"/>
                  </a:lnTo>
                  <a:lnTo>
                    <a:pt x="3484079" y="368"/>
                  </a:lnTo>
                  <a:lnTo>
                    <a:pt x="82803" y="0"/>
                  </a:lnTo>
                  <a:close/>
                </a:path>
              </a:pathLst>
            </a:custGeom>
            <a:solidFill>
              <a:srgbClr val="FAF0E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>
              <p:custDataLst>
                <p:tags r:id="rId3"/>
              </p:custDataLst>
            </p:nvPr>
          </p:nvSpPr>
          <p:spPr>
            <a:xfrm>
              <a:off x="547916" y="1690916"/>
              <a:ext cx="3566795" cy="1372235"/>
            </a:xfrm>
            <a:custGeom>
              <a:avLst/>
              <a:gdLst/>
              <a:ahLst/>
              <a:cxnLst/>
              <a:rect l="l" t="t" r="r" b="b"/>
              <a:pathLst>
                <a:path w="3566795" h="1372235">
                  <a:moveTo>
                    <a:pt x="368" y="82448"/>
                  </a:moveTo>
                  <a:lnTo>
                    <a:pt x="1097" y="71680"/>
                  </a:lnTo>
                  <a:lnTo>
                    <a:pt x="3243" y="61115"/>
                  </a:lnTo>
                  <a:lnTo>
                    <a:pt x="24569" y="24258"/>
                  </a:lnTo>
                  <a:lnTo>
                    <a:pt x="61293" y="2881"/>
                  </a:lnTo>
                  <a:lnTo>
                    <a:pt x="82803" y="0"/>
                  </a:lnTo>
                  <a:lnTo>
                    <a:pt x="3484079" y="368"/>
                  </a:lnTo>
                  <a:lnTo>
                    <a:pt x="3525126" y="11518"/>
                  </a:lnTo>
                  <a:lnTo>
                    <a:pt x="3555365" y="41402"/>
                  </a:lnTo>
                  <a:lnTo>
                    <a:pt x="3566528" y="82804"/>
                  </a:lnTo>
                  <a:lnTo>
                    <a:pt x="3566528" y="1289519"/>
                  </a:lnTo>
                  <a:lnTo>
                    <a:pt x="3565796" y="1300287"/>
                  </a:lnTo>
                  <a:lnTo>
                    <a:pt x="3563646" y="1310852"/>
                  </a:lnTo>
                  <a:lnTo>
                    <a:pt x="3542314" y="1347709"/>
                  </a:lnTo>
                  <a:lnTo>
                    <a:pt x="3505595" y="1369086"/>
                  </a:lnTo>
                  <a:lnTo>
                    <a:pt x="3484079" y="1371968"/>
                  </a:lnTo>
                  <a:lnTo>
                    <a:pt x="82448" y="1371968"/>
                  </a:lnTo>
                  <a:lnTo>
                    <a:pt x="41401" y="1360805"/>
                  </a:lnTo>
                  <a:lnTo>
                    <a:pt x="11163" y="1330921"/>
                  </a:lnTo>
                  <a:lnTo>
                    <a:pt x="0" y="1289519"/>
                  </a:lnTo>
                  <a:lnTo>
                    <a:pt x="368" y="82448"/>
                  </a:lnTo>
                  <a:close/>
                </a:path>
              </a:pathLst>
            </a:custGeom>
            <a:ln w="12599">
              <a:solidFill>
                <a:srgbClr val="E5D7C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>
            <p:custDataLst>
              <p:tags r:id="rId4"/>
            </p:custDataLst>
          </p:nvPr>
        </p:nvSpPr>
        <p:spPr>
          <a:xfrm>
            <a:off x="821969" y="2599791"/>
            <a:ext cx="561975" cy="2578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20" dirty="0">
                <a:solidFill>
                  <a:srgbClr val="8A1919"/>
                </a:solidFill>
                <a:latin typeface="Times New Roman" panose="02020603050405020304"/>
                <a:cs typeface="Times New Roman" panose="02020603050405020304"/>
              </a:rPr>
              <a:t>Home</a:t>
            </a:r>
            <a:endParaRPr sz="16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8" name="object 8"/>
          <p:cNvSpPr txBox="1"/>
          <p:nvPr>
            <p:custDataLst>
              <p:tags r:id="rId5"/>
            </p:custDataLst>
          </p:nvPr>
        </p:nvSpPr>
        <p:spPr>
          <a:xfrm>
            <a:off x="821969" y="3191624"/>
            <a:ext cx="1249680" cy="1892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dirty="0">
                <a:solidFill>
                  <a:srgbClr val="796E66"/>
                </a:solidFill>
                <a:latin typeface="Calibri" panose="020F0502020204030204"/>
                <a:cs typeface="Calibri" panose="020F0502020204030204"/>
              </a:rPr>
              <a:t>Hero</a:t>
            </a:r>
            <a:r>
              <a:rPr sz="1150" spc="-35" dirty="0">
                <a:solidFill>
                  <a:srgbClr val="796E66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150" dirty="0">
                <a:solidFill>
                  <a:srgbClr val="796E66"/>
                </a:solidFill>
                <a:latin typeface="Calibri" panose="020F0502020204030204"/>
                <a:cs typeface="Calibri" panose="020F0502020204030204"/>
              </a:rPr>
              <a:t>+</a:t>
            </a:r>
            <a:r>
              <a:rPr sz="1150" spc="-25" dirty="0">
                <a:solidFill>
                  <a:srgbClr val="796E66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150" dirty="0">
                <a:solidFill>
                  <a:srgbClr val="796E66"/>
                </a:solidFill>
                <a:latin typeface="Calibri" panose="020F0502020204030204"/>
                <a:cs typeface="Calibri" panose="020F0502020204030204"/>
              </a:rPr>
              <a:t>booking</a:t>
            </a:r>
            <a:r>
              <a:rPr sz="1150" spc="-30" dirty="0">
                <a:solidFill>
                  <a:srgbClr val="796E66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150" spc="-20" dirty="0">
                <a:solidFill>
                  <a:srgbClr val="796E66"/>
                </a:solidFill>
                <a:latin typeface="Calibri" panose="020F0502020204030204"/>
                <a:cs typeface="Calibri" panose="020F0502020204030204"/>
              </a:rPr>
              <a:t>form</a:t>
            </a:r>
            <a:endParaRPr sz="1150"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9" name="object 9"/>
          <p:cNvGrpSpPr/>
          <p:nvPr>
            <p:custDataLst>
              <p:tags r:id="rId6"/>
            </p:custDataLst>
          </p:nvPr>
        </p:nvGrpSpPr>
        <p:grpSpPr>
          <a:xfrm>
            <a:off x="4348441" y="2343746"/>
            <a:ext cx="3579495" cy="1384935"/>
            <a:chOff x="4336376" y="1684616"/>
            <a:chExt cx="3579495" cy="1384935"/>
          </a:xfrm>
        </p:grpSpPr>
        <p:sp>
          <p:nvSpPr>
            <p:cNvPr id="10" name="object 10"/>
            <p:cNvSpPr/>
            <p:nvPr>
              <p:custDataLst>
                <p:tags r:id="rId7"/>
              </p:custDataLst>
            </p:nvPr>
          </p:nvSpPr>
          <p:spPr>
            <a:xfrm>
              <a:off x="4342675" y="1690916"/>
              <a:ext cx="3566795" cy="1372235"/>
            </a:xfrm>
            <a:custGeom>
              <a:avLst/>
              <a:gdLst/>
              <a:ahLst/>
              <a:cxnLst/>
              <a:rect l="l" t="t" r="r" b="b"/>
              <a:pathLst>
                <a:path w="3566795" h="1372235">
                  <a:moveTo>
                    <a:pt x="82804" y="0"/>
                  </a:moveTo>
                  <a:lnTo>
                    <a:pt x="41401" y="11163"/>
                  </a:lnTo>
                  <a:lnTo>
                    <a:pt x="11518" y="41402"/>
                  </a:lnTo>
                  <a:lnTo>
                    <a:pt x="368" y="82448"/>
                  </a:lnTo>
                  <a:lnTo>
                    <a:pt x="0" y="1289519"/>
                  </a:lnTo>
                  <a:lnTo>
                    <a:pt x="720" y="1300287"/>
                  </a:lnTo>
                  <a:lnTo>
                    <a:pt x="731" y="1300448"/>
                  </a:lnTo>
                  <a:lnTo>
                    <a:pt x="17052" y="1339593"/>
                  </a:lnTo>
                  <a:lnTo>
                    <a:pt x="17154" y="1339743"/>
                  </a:lnTo>
                  <a:lnTo>
                    <a:pt x="50955" y="1365587"/>
                  </a:lnTo>
                  <a:lnTo>
                    <a:pt x="82448" y="1371968"/>
                  </a:lnTo>
                  <a:lnTo>
                    <a:pt x="3484079" y="1371968"/>
                  </a:lnTo>
                  <a:lnTo>
                    <a:pt x="3525481" y="1360805"/>
                  </a:lnTo>
                  <a:lnTo>
                    <a:pt x="3555365" y="1330566"/>
                  </a:lnTo>
                  <a:lnTo>
                    <a:pt x="3560046" y="1321214"/>
                  </a:lnTo>
                  <a:lnTo>
                    <a:pt x="3560147" y="1321013"/>
                  </a:lnTo>
                  <a:lnTo>
                    <a:pt x="3563584" y="1311035"/>
                  </a:lnTo>
                  <a:lnTo>
                    <a:pt x="3563646" y="1310852"/>
                  </a:lnTo>
                  <a:lnTo>
                    <a:pt x="3565763" y="1300448"/>
                  </a:lnTo>
                  <a:lnTo>
                    <a:pt x="3565796" y="1300287"/>
                  </a:lnTo>
                  <a:lnTo>
                    <a:pt x="3566528" y="1289519"/>
                  </a:lnTo>
                  <a:lnTo>
                    <a:pt x="3566504" y="82448"/>
                  </a:lnTo>
                  <a:lnTo>
                    <a:pt x="3555365" y="41402"/>
                  </a:lnTo>
                  <a:lnTo>
                    <a:pt x="3525126" y="11518"/>
                  </a:lnTo>
                  <a:lnTo>
                    <a:pt x="3484079" y="368"/>
                  </a:lnTo>
                  <a:lnTo>
                    <a:pt x="82804" y="0"/>
                  </a:lnTo>
                  <a:close/>
                </a:path>
              </a:pathLst>
            </a:custGeom>
            <a:solidFill>
              <a:srgbClr val="FAF0E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>
              <p:custDataLst>
                <p:tags r:id="rId8"/>
              </p:custDataLst>
            </p:nvPr>
          </p:nvSpPr>
          <p:spPr>
            <a:xfrm>
              <a:off x="4342675" y="1690916"/>
              <a:ext cx="3566795" cy="1372235"/>
            </a:xfrm>
            <a:custGeom>
              <a:avLst/>
              <a:gdLst/>
              <a:ahLst/>
              <a:cxnLst/>
              <a:rect l="l" t="t" r="r" b="b"/>
              <a:pathLst>
                <a:path w="3566795" h="1372235">
                  <a:moveTo>
                    <a:pt x="368" y="82448"/>
                  </a:moveTo>
                  <a:lnTo>
                    <a:pt x="1097" y="71680"/>
                  </a:lnTo>
                  <a:lnTo>
                    <a:pt x="3243" y="61115"/>
                  </a:lnTo>
                  <a:lnTo>
                    <a:pt x="24569" y="24258"/>
                  </a:lnTo>
                  <a:lnTo>
                    <a:pt x="61293" y="2881"/>
                  </a:lnTo>
                  <a:lnTo>
                    <a:pt x="82804" y="0"/>
                  </a:lnTo>
                  <a:lnTo>
                    <a:pt x="3484079" y="368"/>
                  </a:lnTo>
                  <a:lnTo>
                    <a:pt x="3525126" y="11518"/>
                  </a:lnTo>
                  <a:lnTo>
                    <a:pt x="3555365" y="41402"/>
                  </a:lnTo>
                  <a:lnTo>
                    <a:pt x="3566528" y="82804"/>
                  </a:lnTo>
                  <a:lnTo>
                    <a:pt x="3566528" y="1289519"/>
                  </a:lnTo>
                  <a:lnTo>
                    <a:pt x="3565796" y="1300287"/>
                  </a:lnTo>
                  <a:lnTo>
                    <a:pt x="3563646" y="1310852"/>
                  </a:lnTo>
                  <a:lnTo>
                    <a:pt x="3542314" y="1347709"/>
                  </a:lnTo>
                  <a:lnTo>
                    <a:pt x="3505595" y="1369086"/>
                  </a:lnTo>
                  <a:lnTo>
                    <a:pt x="3484079" y="1371968"/>
                  </a:lnTo>
                  <a:lnTo>
                    <a:pt x="82448" y="1371968"/>
                  </a:lnTo>
                  <a:lnTo>
                    <a:pt x="41401" y="1360805"/>
                  </a:lnTo>
                  <a:lnTo>
                    <a:pt x="11163" y="1330921"/>
                  </a:lnTo>
                  <a:lnTo>
                    <a:pt x="0" y="1289519"/>
                  </a:lnTo>
                  <a:lnTo>
                    <a:pt x="368" y="82448"/>
                  </a:lnTo>
                  <a:close/>
                </a:path>
              </a:pathLst>
            </a:custGeom>
            <a:ln w="12599">
              <a:solidFill>
                <a:srgbClr val="E5D7C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/>
          <p:nvPr>
            <p:custDataLst>
              <p:tags r:id="rId9"/>
            </p:custDataLst>
          </p:nvPr>
        </p:nvSpPr>
        <p:spPr>
          <a:xfrm>
            <a:off x="4616729" y="2599791"/>
            <a:ext cx="636270" cy="2578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solidFill>
                  <a:srgbClr val="8A1919"/>
                </a:solidFill>
                <a:latin typeface="Times New Roman" panose="02020603050405020304"/>
                <a:cs typeface="Times New Roman" panose="02020603050405020304"/>
              </a:rPr>
              <a:t>Rooms</a:t>
            </a:r>
            <a:endParaRPr sz="16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3" name="object 13"/>
          <p:cNvSpPr txBox="1"/>
          <p:nvPr>
            <p:custDataLst>
              <p:tags r:id="rId10"/>
            </p:custDataLst>
          </p:nvPr>
        </p:nvSpPr>
        <p:spPr>
          <a:xfrm>
            <a:off x="4616729" y="3191624"/>
            <a:ext cx="1614805" cy="1892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dirty="0">
                <a:solidFill>
                  <a:srgbClr val="796E66"/>
                </a:solidFill>
                <a:latin typeface="Calibri" panose="020F0502020204030204"/>
                <a:cs typeface="Calibri" panose="020F0502020204030204"/>
              </a:rPr>
              <a:t>6</a:t>
            </a:r>
            <a:r>
              <a:rPr sz="1150" spc="-15" dirty="0">
                <a:solidFill>
                  <a:srgbClr val="796E66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150" spc="-10" dirty="0">
                <a:solidFill>
                  <a:srgbClr val="796E66"/>
                </a:solidFill>
                <a:latin typeface="Calibri" panose="020F0502020204030204"/>
                <a:cs typeface="Calibri" panose="020F0502020204030204"/>
              </a:rPr>
              <a:t>categories </a:t>
            </a:r>
            <a:r>
              <a:rPr sz="1150" dirty="0">
                <a:solidFill>
                  <a:srgbClr val="796E66"/>
                </a:solidFill>
                <a:latin typeface="Calibri" panose="020F0502020204030204"/>
                <a:cs typeface="Calibri" panose="020F0502020204030204"/>
              </a:rPr>
              <a:t>+ pricing</a:t>
            </a:r>
            <a:r>
              <a:rPr sz="1150" spc="-5" dirty="0">
                <a:solidFill>
                  <a:srgbClr val="796E66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150" spc="-20" dirty="0">
                <a:solidFill>
                  <a:srgbClr val="796E66"/>
                </a:solidFill>
                <a:latin typeface="Calibri" panose="020F0502020204030204"/>
                <a:cs typeface="Calibri" panose="020F0502020204030204"/>
              </a:rPr>
              <a:t>table</a:t>
            </a:r>
            <a:endParaRPr sz="1150"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14" name="object 14"/>
          <p:cNvGrpSpPr/>
          <p:nvPr>
            <p:custDataLst>
              <p:tags r:id="rId11"/>
            </p:custDataLst>
          </p:nvPr>
        </p:nvGrpSpPr>
        <p:grpSpPr>
          <a:xfrm>
            <a:off x="8143201" y="2343746"/>
            <a:ext cx="3579495" cy="1384935"/>
            <a:chOff x="8131136" y="1684616"/>
            <a:chExt cx="3579495" cy="1384935"/>
          </a:xfrm>
        </p:grpSpPr>
        <p:sp>
          <p:nvSpPr>
            <p:cNvPr id="15" name="object 15"/>
            <p:cNvSpPr/>
            <p:nvPr>
              <p:custDataLst>
                <p:tags r:id="rId12"/>
              </p:custDataLst>
            </p:nvPr>
          </p:nvSpPr>
          <p:spPr>
            <a:xfrm>
              <a:off x="8137436" y="1690916"/>
              <a:ext cx="3566795" cy="1372235"/>
            </a:xfrm>
            <a:custGeom>
              <a:avLst/>
              <a:gdLst/>
              <a:ahLst/>
              <a:cxnLst/>
              <a:rect l="l" t="t" r="r" b="b"/>
              <a:pathLst>
                <a:path w="3566795" h="1372235">
                  <a:moveTo>
                    <a:pt x="82803" y="0"/>
                  </a:moveTo>
                  <a:lnTo>
                    <a:pt x="41401" y="11163"/>
                  </a:lnTo>
                  <a:lnTo>
                    <a:pt x="11518" y="41402"/>
                  </a:lnTo>
                  <a:lnTo>
                    <a:pt x="368" y="82448"/>
                  </a:lnTo>
                  <a:lnTo>
                    <a:pt x="0" y="1289519"/>
                  </a:lnTo>
                  <a:lnTo>
                    <a:pt x="720" y="1300287"/>
                  </a:lnTo>
                  <a:lnTo>
                    <a:pt x="731" y="1300448"/>
                  </a:lnTo>
                  <a:lnTo>
                    <a:pt x="2844" y="1310852"/>
                  </a:lnTo>
                  <a:lnTo>
                    <a:pt x="2881" y="1311035"/>
                  </a:lnTo>
                  <a:lnTo>
                    <a:pt x="6311" y="1321013"/>
                  </a:lnTo>
                  <a:lnTo>
                    <a:pt x="6381" y="1321214"/>
                  </a:lnTo>
                  <a:lnTo>
                    <a:pt x="32374" y="1354819"/>
                  </a:lnTo>
                  <a:lnTo>
                    <a:pt x="71680" y="1371236"/>
                  </a:lnTo>
                  <a:lnTo>
                    <a:pt x="82448" y="1371968"/>
                  </a:lnTo>
                  <a:lnTo>
                    <a:pt x="3484079" y="1371968"/>
                  </a:lnTo>
                  <a:lnTo>
                    <a:pt x="3525481" y="1360805"/>
                  </a:lnTo>
                  <a:lnTo>
                    <a:pt x="3555364" y="1330566"/>
                  </a:lnTo>
                  <a:lnTo>
                    <a:pt x="3560046" y="1321214"/>
                  </a:lnTo>
                  <a:lnTo>
                    <a:pt x="3560147" y="1321013"/>
                  </a:lnTo>
                  <a:lnTo>
                    <a:pt x="3563584" y="1311035"/>
                  </a:lnTo>
                  <a:lnTo>
                    <a:pt x="3563646" y="1310852"/>
                  </a:lnTo>
                  <a:lnTo>
                    <a:pt x="3565763" y="1300448"/>
                  </a:lnTo>
                  <a:lnTo>
                    <a:pt x="3565796" y="1300287"/>
                  </a:lnTo>
                  <a:lnTo>
                    <a:pt x="3566528" y="1289519"/>
                  </a:lnTo>
                  <a:lnTo>
                    <a:pt x="3566504" y="82448"/>
                  </a:lnTo>
                  <a:lnTo>
                    <a:pt x="3555364" y="41402"/>
                  </a:lnTo>
                  <a:lnTo>
                    <a:pt x="3525126" y="11518"/>
                  </a:lnTo>
                  <a:lnTo>
                    <a:pt x="3484079" y="368"/>
                  </a:lnTo>
                  <a:lnTo>
                    <a:pt x="82803" y="0"/>
                  </a:lnTo>
                  <a:close/>
                </a:path>
              </a:pathLst>
            </a:custGeom>
            <a:solidFill>
              <a:srgbClr val="FAF0E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>
              <p:custDataLst>
                <p:tags r:id="rId13"/>
              </p:custDataLst>
            </p:nvPr>
          </p:nvSpPr>
          <p:spPr>
            <a:xfrm>
              <a:off x="8137436" y="1690916"/>
              <a:ext cx="3566795" cy="1372235"/>
            </a:xfrm>
            <a:custGeom>
              <a:avLst/>
              <a:gdLst/>
              <a:ahLst/>
              <a:cxnLst/>
              <a:rect l="l" t="t" r="r" b="b"/>
              <a:pathLst>
                <a:path w="3566795" h="1372235">
                  <a:moveTo>
                    <a:pt x="368" y="82448"/>
                  </a:moveTo>
                  <a:lnTo>
                    <a:pt x="1097" y="71680"/>
                  </a:lnTo>
                  <a:lnTo>
                    <a:pt x="3243" y="61115"/>
                  </a:lnTo>
                  <a:lnTo>
                    <a:pt x="24569" y="24258"/>
                  </a:lnTo>
                  <a:lnTo>
                    <a:pt x="61293" y="2881"/>
                  </a:lnTo>
                  <a:lnTo>
                    <a:pt x="82803" y="0"/>
                  </a:lnTo>
                  <a:lnTo>
                    <a:pt x="3484079" y="368"/>
                  </a:lnTo>
                  <a:lnTo>
                    <a:pt x="3525126" y="11518"/>
                  </a:lnTo>
                  <a:lnTo>
                    <a:pt x="3555364" y="41402"/>
                  </a:lnTo>
                  <a:lnTo>
                    <a:pt x="3566528" y="82804"/>
                  </a:lnTo>
                  <a:lnTo>
                    <a:pt x="3566528" y="1289519"/>
                  </a:lnTo>
                  <a:lnTo>
                    <a:pt x="3565796" y="1300287"/>
                  </a:lnTo>
                  <a:lnTo>
                    <a:pt x="3563646" y="1310852"/>
                  </a:lnTo>
                  <a:lnTo>
                    <a:pt x="3542314" y="1347709"/>
                  </a:lnTo>
                  <a:lnTo>
                    <a:pt x="3505595" y="1369086"/>
                  </a:lnTo>
                  <a:lnTo>
                    <a:pt x="3484079" y="1371968"/>
                  </a:lnTo>
                  <a:lnTo>
                    <a:pt x="82448" y="1371968"/>
                  </a:lnTo>
                  <a:lnTo>
                    <a:pt x="41401" y="1360805"/>
                  </a:lnTo>
                  <a:lnTo>
                    <a:pt x="11163" y="1330921"/>
                  </a:lnTo>
                  <a:lnTo>
                    <a:pt x="0" y="1289519"/>
                  </a:lnTo>
                  <a:lnTo>
                    <a:pt x="368" y="82448"/>
                  </a:lnTo>
                  <a:close/>
                </a:path>
              </a:pathLst>
            </a:custGeom>
            <a:ln w="12599">
              <a:solidFill>
                <a:srgbClr val="E5D7C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/>
          <p:cNvSpPr txBox="1"/>
          <p:nvPr>
            <p:custDataLst>
              <p:tags r:id="rId14"/>
            </p:custDataLst>
          </p:nvPr>
        </p:nvSpPr>
        <p:spPr>
          <a:xfrm>
            <a:off x="8411489" y="2599791"/>
            <a:ext cx="1173480" cy="2578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solidFill>
                  <a:srgbClr val="8A1919"/>
                </a:solidFill>
                <a:latin typeface="Times New Roman" panose="02020603050405020304"/>
                <a:cs typeface="Times New Roman" panose="02020603050405020304"/>
              </a:rPr>
              <a:t>Destinations</a:t>
            </a:r>
            <a:endParaRPr sz="16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8" name="object 18"/>
          <p:cNvSpPr txBox="1"/>
          <p:nvPr>
            <p:custDataLst>
              <p:tags r:id="rId15"/>
            </p:custDataLst>
          </p:nvPr>
        </p:nvSpPr>
        <p:spPr>
          <a:xfrm>
            <a:off x="8411489" y="3191624"/>
            <a:ext cx="1584960" cy="1892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spc="-10" dirty="0">
                <a:solidFill>
                  <a:srgbClr val="796E66"/>
                </a:solidFill>
                <a:latin typeface="Calibri" panose="020F0502020204030204"/>
                <a:cs typeface="Calibri" panose="020F0502020204030204"/>
              </a:rPr>
              <a:t>14-</a:t>
            </a:r>
            <a:r>
              <a:rPr sz="1150" dirty="0">
                <a:solidFill>
                  <a:srgbClr val="796E66"/>
                </a:solidFill>
                <a:latin typeface="Calibri" panose="020F0502020204030204"/>
                <a:cs typeface="Calibri" panose="020F0502020204030204"/>
              </a:rPr>
              <a:t>city</a:t>
            </a:r>
            <a:r>
              <a:rPr sz="1150" spc="-25" dirty="0">
                <a:solidFill>
                  <a:srgbClr val="796E66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150" dirty="0">
                <a:solidFill>
                  <a:srgbClr val="796E66"/>
                </a:solidFill>
                <a:latin typeface="Calibri" panose="020F0502020204030204"/>
                <a:cs typeface="Calibri" panose="020F0502020204030204"/>
              </a:rPr>
              <a:t>grid</a:t>
            </a:r>
            <a:r>
              <a:rPr sz="1150" spc="-20" dirty="0">
                <a:solidFill>
                  <a:srgbClr val="796E66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150" dirty="0">
                <a:solidFill>
                  <a:srgbClr val="796E66"/>
                </a:solidFill>
                <a:latin typeface="Calibri" panose="020F0502020204030204"/>
                <a:cs typeface="Calibri" panose="020F0502020204030204"/>
              </a:rPr>
              <a:t>+</a:t>
            </a:r>
            <a:r>
              <a:rPr sz="1150" spc="-25" dirty="0">
                <a:solidFill>
                  <a:srgbClr val="796E66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150" dirty="0">
                <a:solidFill>
                  <a:srgbClr val="796E66"/>
                </a:solidFill>
                <a:latin typeface="Calibri" panose="020F0502020204030204"/>
                <a:cs typeface="Calibri" panose="020F0502020204030204"/>
              </a:rPr>
              <a:t>detail</a:t>
            </a:r>
            <a:r>
              <a:rPr sz="1150" spc="-15" dirty="0">
                <a:solidFill>
                  <a:srgbClr val="796E66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150" spc="-10" dirty="0">
                <a:solidFill>
                  <a:srgbClr val="796E66"/>
                </a:solidFill>
                <a:latin typeface="Calibri" panose="020F0502020204030204"/>
                <a:cs typeface="Calibri" panose="020F0502020204030204"/>
              </a:rPr>
              <a:t>panels</a:t>
            </a:r>
            <a:endParaRPr sz="1150"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19" name="object 19"/>
          <p:cNvGrpSpPr/>
          <p:nvPr>
            <p:custDataLst>
              <p:tags r:id="rId16"/>
            </p:custDataLst>
          </p:nvPr>
        </p:nvGrpSpPr>
        <p:grpSpPr>
          <a:xfrm>
            <a:off x="553681" y="3943946"/>
            <a:ext cx="3579495" cy="1384935"/>
            <a:chOff x="541616" y="3284816"/>
            <a:chExt cx="3579495" cy="1384935"/>
          </a:xfrm>
        </p:grpSpPr>
        <p:sp>
          <p:nvSpPr>
            <p:cNvPr id="20" name="object 20"/>
            <p:cNvSpPr/>
            <p:nvPr>
              <p:custDataLst>
                <p:tags r:id="rId17"/>
              </p:custDataLst>
            </p:nvPr>
          </p:nvSpPr>
          <p:spPr>
            <a:xfrm>
              <a:off x="547916" y="3291116"/>
              <a:ext cx="3566795" cy="1372235"/>
            </a:xfrm>
            <a:custGeom>
              <a:avLst/>
              <a:gdLst/>
              <a:ahLst/>
              <a:cxnLst/>
              <a:rect l="l" t="t" r="r" b="b"/>
              <a:pathLst>
                <a:path w="3566795" h="1372235">
                  <a:moveTo>
                    <a:pt x="82803" y="0"/>
                  </a:moveTo>
                  <a:lnTo>
                    <a:pt x="41401" y="11163"/>
                  </a:lnTo>
                  <a:lnTo>
                    <a:pt x="11518" y="41402"/>
                  </a:lnTo>
                  <a:lnTo>
                    <a:pt x="368" y="82448"/>
                  </a:lnTo>
                  <a:lnTo>
                    <a:pt x="0" y="1289519"/>
                  </a:lnTo>
                  <a:lnTo>
                    <a:pt x="720" y="1300287"/>
                  </a:lnTo>
                  <a:lnTo>
                    <a:pt x="731" y="1300448"/>
                  </a:lnTo>
                  <a:lnTo>
                    <a:pt x="17052" y="1339593"/>
                  </a:lnTo>
                  <a:lnTo>
                    <a:pt x="17154" y="1339743"/>
                  </a:lnTo>
                  <a:lnTo>
                    <a:pt x="50955" y="1365587"/>
                  </a:lnTo>
                  <a:lnTo>
                    <a:pt x="82448" y="1371968"/>
                  </a:lnTo>
                  <a:lnTo>
                    <a:pt x="3484079" y="1371968"/>
                  </a:lnTo>
                  <a:lnTo>
                    <a:pt x="3525481" y="1360805"/>
                  </a:lnTo>
                  <a:lnTo>
                    <a:pt x="3555365" y="1330566"/>
                  </a:lnTo>
                  <a:lnTo>
                    <a:pt x="3560046" y="1321214"/>
                  </a:lnTo>
                  <a:lnTo>
                    <a:pt x="3560147" y="1321013"/>
                  </a:lnTo>
                  <a:lnTo>
                    <a:pt x="3566528" y="1289519"/>
                  </a:lnTo>
                  <a:lnTo>
                    <a:pt x="3566504" y="82448"/>
                  </a:lnTo>
                  <a:lnTo>
                    <a:pt x="3555365" y="41402"/>
                  </a:lnTo>
                  <a:lnTo>
                    <a:pt x="3525126" y="11518"/>
                  </a:lnTo>
                  <a:lnTo>
                    <a:pt x="3484079" y="368"/>
                  </a:lnTo>
                  <a:lnTo>
                    <a:pt x="82803" y="0"/>
                  </a:lnTo>
                  <a:close/>
                </a:path>
              </a:pathLst>
            </a:custGeom>
            <a:solidFill>
              <a:srgbClr val="FAF0E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>
              <p:custDataLst>
                <p:tags r:id="rId18"/>
              </p:custDataLst>
            </p:nvPr>
          </p:nvSpPr>
          <p:spPr>
            <a:xfrm>
              <a:off x="547916" y="3291116"/>
              <a:ext cx="3566795" cy="1372235"/>
            </a:xfrm>
            <a:custGeom>
              <a:avLst/>
              <a:gdLst/>
              <a:ahLst/>
              <a:cxnLst/>
              <a:rect l="l" t="t" r="r" b="b"/>
              <a:pathLst>
                <a:path w="3566795" h="1372235">
                  <a:moveTo>
                    <a:pt x="368" y="82448"/>
                  </a:moveTo>
                  <a:lnTo>
                    <a:pt x="1097" y="71680"/>
                  </a:lnTo>
                  <a:lnTo>
                    <a:pt x="3243" y="61115"/>
                  </a:lnTo>
                  <a:lnTo>
                    <a:pt x="24569" y="24258"/>
                  </a:lnTo>
                  <a:lnTo>
                    <a:pt x="61293" y="2881"/>
                  </a:lnTo>
                  <a:lnTo>
                    <a:pt x="82803" y="0"/>
                  </a:lnTo>
                  <a:lnTo>
                    <a:pt x="3484079" y="368"/>
                  </a:lnTo>
                  <a:lnTo>
                    <a:pt x="3525126" y="11518"/>
                  </a:lnTo>
                  <a:lnTo>
                    <a:pt x="3555365" y="41402"/>
                  </a:lnTo>
                  <a:lnTo>
                    <a:pt x="3566528" y="82804"/>
                  </a:lnTo>
                  <a:lnTo>
                    <a:pt x="3566528" y="1289519"/>
                  </a:lnTo>
                  <a:lnTo>
                    <a:pt x="3565796" y="1300287"/>
                  </a:lnTo>
                  <a:lnTo>
                    <a:pt x="3563646" y="1310852"/>
                  </a:lnTo>
                  <a:lnTo>
                    <a:pt x="3542314" y="1347709"/>
                  </a:lnTo>
                  <a:lnTo>
                    <a:pt x="3505595" y="1369086"/>
                  </a:lnTo>
                  <a:lnTo>
                    <a:pt x="3484079" y="1371968"/>
                  </a:lnTo>
                  <a:lnTo>
                    <a:pt x="82448" y="1371968"/>
                  </a:lnTo>
                  <a:lnTo>
                    <a:pt x="41401" y="1360805"/>
                  </a:lnTo>
                  <a:lnTo>
                    <a:pt x="11163" y="1330921"/>
                  </a:lnTo>
                  <a:lnTo>
                    <a:pt x="0" y="1289519"/>
                  </a:lnTo>
                  <a:lnTo>
                    <a:pt x="368" y="82448"/>
                  </a:lnTo>
                  <a:close/>
                </a:path>
              </a:pathLst>
            </a:custGeom>
            <a:ln w="12599">
              <a:solidFill>
                <a:srgbClr val="E5D7C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/>
          <p:cNvSpPr txBox="1"/>
          <p:nvPr>
            <p:custDataLst>
              <p:tags r:id="rId19"/>
            </p:custDataLst>
          </p:nvPr>
        </p:nvSpPr>
        <p:spPr>
          <a:xfrm>
            <a:off x="821969" y="4199991"/>
            <a:ext cx="677545" cy="2578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solidFill>
                  <a:srgbClr val="8A1919"/>
                </a:solidFill>
                <a:latin typeface="Times New Roman" panose="02020603050405020304"/>
                <a:cs typeface="Times New Roman" panose="02020603050405020304"/>
              </a:rPr>
              <a:t>Gallery</a:t>
            </a:r>
            <a:endParaRPr sz="16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23" name="object 23"/>
          <p:cNvSpPr txBox="1"/>
          <p:nvPr>
            <p:custDataLst>
              <p:tags r:id="rId20"/>
            </p:custDataLst>
          </p:nvPr>
        </p:nvSpPr>
        <p:spPr>
          <a:xfrm>
            <a:off x="821969" y="4791824"/>
            <a:ext cx="1403985" cy="1892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dirty="0">
                <a:solidFill>
                  <a:srgbClr val="796E66"/>
                </a:solidFill>
                <a:latin typeface="Calibri" panose="020F0502020204030204"/>
                <a:cs typeface="Calibri" panose="020F0502020204030204"/>
              </a:rPr>
              <a:t>Diamond</a:t>
            </a:r>
            <a:r>
              <a:rPr sz="1150" spc="-45" dirty="0">
                <a:solidFill>
                  <a:srgbClr val="796E66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150" dirty="0">
                <a:solidFill>
                  <a:srgbClr val="796E66"/>
                </a:solidFill>
                <a:latin typeface="Calibri" panose="020F0502020204030204"/>
                <a:cs typeface="Calibri" panose="020F0502020204030204"/>
              </a:rPr>
              <a:t>photo</a:t>
            </a:r>
            <a:r>
              <a:rPr sz="1150" spc="-30" dirty="0">
                <a:solidFill>
                  <a:srgbClr val="796E66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150" spc="-10" dirty="0">
                <a:solidFill>
                  <a:srgbClr val="796E66"/>
                </a:solidFill>
                <a:latin typeface="Calibri" panose="020F0502020204030204"/>
                <a:cs typeface="Calibri" panose="020F0502020204030204"/>
              </a:rPr>
              <a:t>mosaic</a:t>
            </a:r>
            <a:endParaRPr sz="1150"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24" name="object 24"/>
          <p:cNvGrpSpPr/>
          <p:nvPr>
            <p:custDataLst>
              <p:tags r:id="rId21"/>
            </p:custDataLst>
          </p:nvPr>
        </p:nvGrpSpPr>
        <p:grpSpPr>
          <a:xfrm>
            <a:off x="4348441" y="3943946"/>
            <a:ext cx="3579495" cy="1384935"/>
            <a:chOff x="4336376" y="3284816"/>
            <a:chExt cx="3579495" cy="1384935"/>
          </a:xfrm>
        </p:grpSpPr>
        <p:sp>
          <p:nvSpPr>
            <p:cNvPr id="25" name="object 25"/>
            <p:cNvSpPr/>
            <p:nvPr>
              <p:custDataLst>
                <p:tags r:id="rId22"/>
              </p:custDataLst>
            </p:nvPr>
          </p:nvSpPr>
          <p:spPr>
            <a:xfrm>
              <a:off x="4342675" y="3291116"/>
              <a:ext cx="3566795" cy="1372235"/>
            </a:xfrm>
            <a:custGeom>
              <a:avLst/>
              <a:gdLst/>
              <a:ahLst/>
              <a:cxnLst/>
              <a:rect l="l" t="t" r="r" b="b"/>
              <a:pathLst>
                <a:path w="3566795" h="1372235">
                  <a:moveTo>
                    <a:pt x="82804" y="0"/>
                  </a:moveTo>
                  <a:lnTo>
                    <a:pt x="41401" y="11163"/>
                  </a:lnTo>
                  <a:lnTo>
                    <a:pt x="11518" y="41402"/>
                  </a:lnTo>
                  <a:lnTo>
                    <a:pt x="368" y="82448"/>
                  </a:lnTo>
                  <a:lnTo>
                    <a:pt x="0" y="1289519"/>
                  </a:lnTo>
                  <a:lnTo>
                    <a:pt x="720" y="1300287"/>
                  </a:lnTo>
                  <a:lnTo>
                    <a:pt x="731" y="1300448"/>
                  </a:lnTo>
                  <a:lnTo>
                    <a:pt x="2844" y="1310852"/>
                  </a:lnTo>
                  <a:lnTo>
                    <a:pt x="2881" y="1311035"/>
                  </a:lnTo>
                  <a:lnTo>
                    <a:pt x="6311" y="1321013"/>
                  </a:lnTo>
                  <a:lnTo>
                    <a:pt x="32374" y="1354819"/>
                  </a:lnTo>
                  <a:lnTo>
                    <a:pt x="71680" y="1371236"/>
                  </a:lnTo>
                  <a:lnTo>
                    <a:pt x="82448" y="1371968"/>
                  </a:lnTo>
                  <a:lnTo>
                    <a:pt x="3484079" y="1371968"/>
                  </a:lnTo>
                  <a:lnTo>
                    <a:pt x="3525481" y="1360805"/>
                  </a:lnTo>
                  <a:lnTo>
                    <a:pt x="3555365" y="1330566"/>
                  </a:lnTo>
                  <a:lnTo>
                    <a:pt x="3560046" y="1321214"/>
                  </a:lnTo>
                  <a:lnTo>
                    <a:pt x="3560147" y="1321013"/>
                  </a:lnTo>
                  <a:lnTo>
                    <a:pt x="3563584" y="1311035"/>
                  </a:lnTo>
                  <a:lnTo>
                    <a:pt x="3563646" y="1310852"/>
                  </a:lnTo>
                  <a:lnTo>
                    <a:pt x="3565763" y="1300448"/>
                  </a:lnTo>
                  <a:lnTo>
                    <a:pt x="3565796" y="1300287"/>
                  </a:lnTo>
                  <a:lnTo>
                    <a:pt x="3566528" y="1289519"/>
                  </a:lnTo>
                  <a:lnTo>
                    <a:pt x="3566504" y="82448"/>
                  </a:lnTo>
                  <a:lnTo>
                    <a:pt x="3555365" y="41402"/>
                  </a:lnTo>
                  <a:lnTo>
                    <a:pt x="3525126" y="11518"/>
                  </a:lnTo>
                  <a:lnTo>
                    <a:pt x="3484079" y="368"/>
                  </a:lnTo>
                  <a:lnTo>
                    <a:pt x="82804" y="0"/>
                  </a:lnTo>
                  <a:close/>
                </a:path>
              </a:pathLst>
            </a:custGeom>
            <a:solidFill>
              <a:srgbClr val="FAF0E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>
              <p:custDataLst>
                <p:tags r:id="rId23"/>
              </p:custDataLst>
            </p:nvPr>
          </p:nvSpPr>
          <p:spPr>
            <a:xfrm>
              <a:off x="4342675" y="3291116"/>
              <a:ext cx="3566795" cy="1372235"/>
            </a:xfrm>
            <a:custGeom>
              <a:avLst/>
              <a:gdLst/>
              <a:ahLst/>
              <a:cxnLst/>
              <a:rect l="l" t="t" r="r" b="b"/>
              <a:pathLst>
                <a:path w="3566795" h="1372235">
                  <a:moveTo>
                    <a:pt x="368" y="82448"/>
                  </a:moveTo>
                  <a:lnTo>
                    <a:pt x="1097" y="71680"/>
                  </a:lnTo>
                  <a:lnTo>
                    <a:pt x="3243" y="61115"/>
                  </a:lnTo>
                  <a:lnTo>
                    <a:pt x="24569" y="24258"/>
                  </a:lnTo>
                  <a:lnTo>
                    <a:pt x="61293" y="2881"/>
                  </a:lnTo>
                  <a:lnTo>
                    <a:pt x="82804" y="0"/>
                  </a:lnTo>
                  <a:lnTo>
                    <a:pt x="3484079" y="368"/>
                  </a:lnTo>
                  <a:lnTo>
                    <a:pt x="3525126" y="11518"/>
                  </a:lnTo>
                  <a:lnTo>
                    <a:pt x="3555365" y="41402"/>
                  </a:lnTo>
                  <a:lnTo>
                    <a:pt x="3566528" y="82804"/>
                  </a:lnTo>
                  <a:lnTo>
                    <a:pt x="3566528" y="1289519"/>
                  </a:lnTo>
                  <a:lnTo>
                    <a:pt x="3565796" y="1300287"/>
                  </a:lnTo>
                  <a:lnTo>
                    <a:pt x="3563646" y="1310852"/>
                  </a:lnTo>
                  <a:lnTo>
                    <a:pt x="3542314" y="1347709"/>
                  </a:lnTo>
                  <a:lnTo>
                    <a:pt x="3505595" y="1369086"/>
                  </a:lnTo>
                  <a:lnTo>
                    <a:pt x="3484079" y="1371968"/>
                  </a:lnTo>
                  <a:lnTo>
                    <a:pt x="82448" y="1371968"/>
                  </a:lnTo>
                  <a:lnTo>
                    <a:pt x="41401" y="1360805"/>
                  </a:lnTo>
                  <a:lnTo>
                    <a:pt x="11163" y="1330921"/>
                  </a:lnTo>
                  <a:lnTo>
                    <a:pt x="0" y="1289519"/>
                  </a:lnTo>
                  <a:lnTo>
                    <a:pt x="368" y="82448"/>
                  </a:lnTo>
                  <a:close/>
                </a:path>
              </a:pathLst>
            </a:custGeom>
            <a:ln w="12599">
              <a:solidFill>
                <a:srgbClr val="E5D7C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/>
          <p:cNvSpPr txBox="1"/>
          <p:nvPr>
            <p:custDataLst>
              <p:tags r:id="rId24"/>
            </p:custDataLst>
          </p:nvPr>
        </p:nvSpPr>
        <p:spPr>
          <a:xfrm>
            <a:off x="4616729" y="4199991"/>
            <a:ext cx="577215" cy="2578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solidFill>
                  <a:srgbClr val="8A1919"/>
                </a:solidFill>
                <a:latin typeface="Times New Roman" panose="02020603050405020304"/>
                <a:cs typeface="Times New Roman" panose="02020603050405020304"/>
              </a:rPr>
              <a:t>Offers</a:t>
            </a:r>
            <a:endParaRPr sz="16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28" name="object 28"/>
          <p:cNvSpPr txBox="1"/>
          <p:nvPr>
            <p:custDataLst>
              <p:tags r:id="rId25"/>
            </p:custDataLst>
          </p:nvPr>
        </p:nvSpPr>
        <p:spPr>
          <a:xfrm>
            <a:off x="4616729" y="4791824"/>
            <a:ext cx="1682114" cy="1892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dirty="0">
                <a:solidFill>
                  <a:srgbClr val="796E66"/>
                </a:solidFill>
                <a:latin typeface="Calibri" panose="020F0502020204030204"/>
                <a:cs typeface="Calibri" panose="020F0502020204030204"/>
              </a:rPr>
              <a:t>Seasonal</a:t>
            </a:r>
            <a:r>
              <a:rPr sz="1150" spc="-15" dirty="0">
                <a:solidFill>
                  <a:srgbClr val="796E66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150" dirty="0">
                <a:solidFill>
                  <a:srgbClr val="796E66"/>
                </a:solidFill>
                <a:latin typeface="Calibri" panose="020F0502020204030204"/>
                <a:cs typeface="Calibri" panose="020F0502020204030204"/>
              </a:rPr>
              <a:t>&amp;</a:t>
            </a:r>
            <a:r>
              <a:rPr sz="1150" spc="-15" dirty="0">
                <a:solidFill>
                  <a:srgbClr val="796E66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150" spc="-10" dirty="0">
                <a:solidFill>
                  <a:srgbClr val="796E66"/>
                </a:solidFill>
                <a:latin typeface="Calibri" panose="020F0502020204030204"/>
                <a:cs typeface="Calibri" panose="020F0502020204030204"/>
              </a:rPr>
              <a:t>loyalty</a:t>
            </a:r>
            <a:r>
              <a:rPr sz="1150" spc="-15" dirty="0">
                <a:solidFill>
                  <a:srgbClr val="796E66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150" spc="-10" dirty="0">
                <a:solidFill>
                  <a:srgbClr val="796E66"/>
                </a:solidFill>
                <a:latin typeface="Calibri" panose="020F0502020204030204"/>
                <a:cs typeface="Calibri" panose="020F0502020204030204"/>
              </a:rPr>
              <a:t>packages</a:t>
            </a:r>
            <a:endParaRPr sz="1150"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29" name="object 29"/>
          <p:cNvGrpSpPr/>
          <p:nvPr>
            <p:custDataLst>
              <p:tags r:id="rId26"/>
            </p:custDataLst>
          </p:nvPr>
        </p:nvGrpSpPr>
        <p:grpSpPr>
          <a:xfrm>
            <a:off x="8143201" y="3943946"/>
            <a:ext cx="3579495" cy="1384935"/>
            <a:chOff x="8131136" y="3284816"/>
            <a:chExt cx="3579495" cy="1384935"/>
          </a:xfrm>
        </p:grpSpPr>
        <p:sp>
          <p:nvSpPr>
            <p:cNvPr id="30" name="object 30"/>
            <p:cNvSpPr/>
            <p:nvPr>
              <p:custDataLst>
                <p:tags r:id="rId27"/>
              </p:custDataLst>
            </p:nvPr>
          </p:nvSpPr>
          <p:spPr>
            <a:xfrm>
              <a:off x="8137436" y="3291116"/>
              <a:ext cx="3566795" cy="1372235"/>
            </a:xfrm>
            <a:custGeom>
              <a:avLst/>
              <a:gdLst/>
              <a:ahLst/>
              <a:cxnLst/>
              <a:rect l="l" t="t" r="r" b="b"/>
              <a:pathLst>
                <a:path w="3566795" h="1372235">
                  <a:moveTo>
                    <a:pt x="82803" y="0"/>
                  </a:moveTo>
                  <a:lnTo>
                    <a:pt x="41401" y="11163"/>
                  </a:lnTo>
                  <a:lnTo>
                    <a:pt x="11518" y="41402"/>
                  </a:lnTo>
                  <a:lnTo>
                    <a:pt x="368" y="82448"/>
                  </a:lnTo>
                  <a:lnTo>
                    <a:pt x="0" y="1289519"/>
                  </a:lnTo>
                  <a:lnTo>
                    <a:pt x="720" y="1300287"/>
                  </a:lnTo>
                  <a:lnTo>
                    <a:pt x="731" y="1300448"/>
                  </a:lnTo>
                  <a:lnTo>
                    <a:pt x="2844" y="1310852"/>
                  </a:lnTo>
                  <a:lnTo>
                    <a:pt x="2881" y="1311035"/>
                  </a:lnTo>
                  <a:lnTo>
                    <a:pt x="6311" y="1321013"/>
                  </a:lnTo>
                  <a:lnTo>
                    <a:pt x="6381" y="1321214"/>
                  </a:lnTo>
                  <a:lnTo>
                    <a:pt x="11163" y="1330921"/>
                  </a:lnTo>
                  <a:lnTo>
                    <a:pt x="17052" y="1339593"/>
                  </a:lnTo>
                  <a:lnTo>
                    <a:pt x="17154" y="1339743"/>
                  </a:lnTo>
                  <a:lnTo>
                    <a:pt x="50955" y="1365587"/>
                  </a:lnTo>
                  <a:lnTo>
                    <a:pt x="82448" y="1371968"/>
                  </a:lnTo>
                  <a:lnTo>
                    <a:pt x="3484079" y="1371968"/>
                  </a:lnTo>
                  <a:lnTo>
                    <a:pt x="3525481" y="1360805"/>
                  </a:lnTo>
                  <a:lnTo>
                    <a:pt x="3555364" y="1330566"/>
                  </a:lnTo>
                  <a:lnTo>
                    <a:pt x="3560046" y="1321214"/>
                  </a:lnTo>
                  <a:lnTo>
                    <a:pt x="3560147" y="1321013"/>
                  </a:lnTo>
                  <a:lnTo>
                    <a:pt x="3563584" y="1311035"/>
                  </a:lnTo>
                  <a:lnTo>
                    <a:pt x="3563646" y="1310852"/>
                  </a:lnTo>
                  <a:lnTo>
                    <a:pt x="3565763" y="1300448"/>
                  </a:lnTo>
                  <a:lnTo>
                    <a:pt x="3565796" y="1300287"/>
                  </a:lnTo>
                  <a:lnTo>
                    <a:pt x="3566528" y="1289519"/>
                  </a:lnTo>
                  <a:lnTo>
                    <a:pt x="3566504" y="82448"/>
                  </a:lnTo>
                  <a:lnTo>
                    <a:pt x="3555364" y="41402"/>
                  </a:lnTo>
                  <a:lnTo>
                    <a:pt x="3525126" y="11518"/>
                  </a:lnTo>
                  <a:lnTo>
                    <a:pt x="3484079" y="368"/>
                  </a:lnTo>
                  <a:lnTo>
                    <a:pt x="82803" y="0"/>
                  </a:lnTo>
                  <a:close/>
                </a:path>
              </a:pathLst>
            </a:custGeom>
            <a:solidFill>
              <a:srgbClr val="FAF0E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>
              <p:custDataLst>
                <p:tags r:id="rId28"/>
              </p:custDataLst>
            </p:nvPr>
          </p:nvSpPr>
          <p:spPr>
            <a:xfrm>
              <a:off x="8137436" y="3291116"/>
              <a:ext cx="3566795" cy="1372235"/>
            </a:xfrm>
            <a:custGeom>
              <a:avLst/>
              <a:gdLst/>
              <a:ahLst/>
              <a:cxnLst/>
              <a:rect l="l" t="t" r="r" b="b"/>
              <a:pathLst>
                <a:path w="3566795" h="1372235">
                  <a:moveTo>
                    <a:pt x="368" y="82448"/>
                  </a:moveTo>
                  <a:lnTo>
                    <a:pt x="1097" y="71680"/>
                  </a:lnTo>
                  <a:lnTo>
                    <a:pt x="3243" y="61115"/>
                  </a:lnTo>
                  <a:lnTo>
                    <a:pt x="24569" y="24258"/>
                  </a:lnTo>
                  <a:lnTo>
                    <a:pt x="61293" y="2881"/>
                  </a:lnTo>
                  <a:lnTo>
                    <a:pt x="82803" y="0"/>
                  </a:lnTo>
                  <a:lnTo>
                    <a:pt x="3484079" y="368"/>
                  </a:lnTo>
                  <a:lnTo>
                    <a:pt x="3525126" y="11518"/>
                  </a:lnTo>
                  <a:lnTo>
                    <a:pt x="3555364" y="41402"/>
                  </a:lnTo>
                  <a:lnTo>
                    <a:pt x="3566528" y="82804"/>
                  </a:lnTo>
                  <a:lnTo>
                    <a:pt x="3566528" y="1289519"/>
                  </a:lnTo>
                  <a:lnTo>
                    <a:pt x="3565796" y="1300287"/>
                  </a:lnTo>
                  <a:lnTo>
                    <a:pt x="3563646" y="1310852"/>
                  </a:lnTo>
                  <a:lnTo>
                    <a:pt x="3542314" y="1347709"/>
                  </a:lnTo>
                  <a:lnTo>
                    <a:pt x="3505595" y="1369086"/>
                  </a:lnTo>
                  <a:lnTo>
                    <a:pt x="3484079" y="1371968"/>
                  </a:lnTo>
                  <a:lnTo>
                    <a:pt x="82448" y="1371968"/>
                  </a:lnTo>
                  <a:lnTo>
                    <a:pt x="41401" y="1360805"/>
                  </a:lnTo>
                  <a:lnTo>
                    <a:pt x="11163" y="1330921"/>
                  </a:lnTo>
                  <a:lnTo>
                    <a:pt x="0" y="1289519"/>
                  </a:lnTo>
                  <a:lnTo>
                    <a:pt x="368" y="82448"/>
                  </a:lnTo>
                  <a:close/>
                </a:path>
              </a:pathLst>
            </a:custGeom>
            <a:ln w="12599">
              <a:solidFill>
                <a:srgbClr val="E5D7C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2" name="object 32"/>
          <p:cNvSpPr txBox="1"/>
          <p:nvPr>
            <p:custDataLst>
              <p:tags r:id="rId29"/>
            </p:custDataLst>
          </p:nvPr>
        </p:nvSpPr>
        <p:spPr>
          <a:xfrm>
            <a:off x="8411489" y="4199991"/>
            <a:ext cx="709930" cy="2578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solidFill>
                  <a:srgbClr val="8A1919"/>
                </a:solidFill>
                <a:latin typeface="Times New Roman" panose="02020603050405020304"/>
                <a:cs typeface="Times New Roman" panose="02020603050405020304"/>
              </a:rPr>
              <a:t>Contact</a:t>
            </a:r>
            <a:endParaRPr sz="16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33" name="object 33"/>
          <p:cNvSpPr txBox="1"/>
          <p:nvPr>
            <p:custDataLst>
              <p:tags r:id="rId30"/>
            </p:custDataLst>
          </p:nvPr>
        </p:nvSpPr>
        <p:spPr>
          <a:xfrm>
            <a:off x="8411489" y="4791824"/>
            <a:ext cx="1205230" cy="1892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dirty="0">
                <a:solidFill>
                  <a:srgbClr val="796E66"/>
                </a:solidFill>
                <a:latin typeface="Calibri" panose="020F0502020204030204"/>
                <a:cs typeface="Calibri" panose="020F0502020204030204"/>
              </a:rPr>
              <a:t>Enquiries</a:t>
            </a:r>
            <a:r>
              <a:rPr sz="1150" spc="-35" dirty="0">
                <a:solidFill>
                  <a:srgbClr val="796E66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150" dirty="0">
                <a:solidFill>
                  <a:srgbClr val="796E66"/>
                </a:solidFill>
                <a:latin typeface="Calibri" panose="020F0502020204030204"/>
                <a:cs typeface="Calibri" panose="020F0502020204030204"/>
              </a:rPr>
              <a:t>&amp;</a:t>
            </a:r>
            <a:r>
              <a:rPr sz="1150" spc="-30" dirty="0">
                <a:solidFill>
                  <a:srgbClr val="796E66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150" spc="-10" dirty="0">
                <a:solidFill>
                  <a:srgbClr val="796E66"/>
                </a:solidFill>
                <a:latin typeface="Calibri" panose="020F0502020204030204"/>
                <a:cs typeface="Calibri" panose="020F0502020204030204"/>
              </a:rPr>
              <a:t>support</a:t>
            </a:r>
            <a:endParaRPr sz="115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5" name="Date Placeholder 3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D8BD707-D9CF-40AE-B4C6-C98DA3205C09}" type="datetime1">
              <a:rPr lang="en-US"/>
            </a:fld>
            <a:endParaRPr lang="en-US"/>
          </a:p>
        </p:txBody>
      </p:sp>
      <p:sp>
        <p:nvSpPr>
          <p:cNvPr id="36" name="Slide Number Placeholder 3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381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25" dirty="0"/>
            </a:fld>
            <a:endParaRPr spc="-25" dirty="0"/>
          </a:p>
        </p:txBody>
      </p:sp>
      <p:sp>
        <p:nvSpPr>
          <p:cNvPr id="37" name="Footer Placeholder 36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t>Elite Stays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609600" y="838200"/>
            <a:ext cx="10972800" cy="899160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solidFill>
                  <a:srgbClr val="FF0000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U</a:t>
            </a:r>
            <a:r>
              <a:rPr sz="2400" b="1" spc="-80" dirty="0">
                <a:solidFill>
                  <a:srgbClr val="FF0000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 </a:t>
            </a:r>
            <a:r>
              <a:rPr sz="2400" b="1" dirty="0">
                <a:solidFill>
                  <a:srgbClr val="FF0000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N</a:t>
            </a:r>
            <a:r>
              <a:rPr sz="2400" b="1" spc="-70" dirty="0">
                <a:solidFill>
                  <a:srgbClr val="FF0000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 </a:t>
            </a:r>
            <a:r>
              <a:rPr sz="2400" b="1" spc="-10" dirty="0">
                <a:solidFill>
                  <a:srgbClr val="FF0000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D</a:t>
            </a:r>
            <a:r>
              <a:rPr sz="2400" b="1" spc="-75" dirty="0">
                <a:solidFill>
                  <a:srgbClr val="FF0000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 </a:t>
            </a:r>
            <a:r>
              <a:rPr sz="2400" b="1" spc="-10" dirty="0">
                <a:solidFill>
                  <a:srgbClr val="FF0000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E</a:t>
            </a:r>
            <a:r>
              <a:rPr sz="2400" b="1" spc="-85" dirty="0">
                <a:solidFill>
                  <a:srgbClr val="FF0000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 </a:t>
            </a:r>
            <a:r>
              <a:rPr sz="2400" b="1" dirty="0">
                <a:solidFill>
                  <a:srgbClr val="FF0000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R</a:t>
            </a:r>
            <a:r>
              <a:rPr sz="2400" b="1" spc="409" dirty="0">
                <a:solidFill>
                  <a:srgbClr val="FF0000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 </a:t>
            </a:r>
            <a:r>
              <a:rPr sz="2400" b="1" spc="-10" dirty="0">
                <a:solidFill>
                  <a:srgbClr val="FF0000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T</a:t>
            </a:r>
            <a:r>
              <a:rPr sz="2400" b="1" spc="-65" dirty="0">
                <a:solidFill>
                  <a:srgbClr val="FF0000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 </a:t>
            </a:r>
            <a:r>
              <a:rPr sz="2400" b="1" spc="-10" dirty="0">
                <a:solidFill>
                  <a:srgbClr val="FF0000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H</a:t>
            </a:r>
            <a:r>
              <a:rPr sz="2400" b="1" spc="-75" dirty="0">
                <a:solidFill>
                  <a:srgbClr val="FF0000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 </a:t>
            </a:r>
            <a:r>
              <a:rPr sz="2400" b="1" dirty="0">
                <a:solidFill>
                  <a:srgbClr val="FF0000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E</a:t>
            </a:r>
            <a:r>
              <a:rPr sz="2400" b="1" spc="400" dirty="0">
                <a:solidFill>
                  <a:srgbClr val="FF0000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 </a:t>
            </a:r>
            <a:r>
              <a:rPr sz="2400" b="1" spc="-10" dirty="0">
                <a:solidFill>
                  <a:srgbClr val="FF0000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H</a:t>
            </a:r>
            <a:r>
              <a:rPr sz="2400" b="1" spc="-75" dirty="0">
                <a:solidFill>
                  <a:srgbClr val="FF0000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 </a:t>
            </a:r>
            <a:r>
              <a:rPr sz="2400" b="1" spc="-10" dirty="0">
                <a:solidFill>
                  <a:srgbClr val="FF0000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O</a:t>
            </a:r>
            <a:r>
              <a:rPr sz="2400" b="1" spc="-70" dirty="0">
                <a:solidFill>
                  <a:srgbClr val="FF0000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 </a:t>
            </a:r>
            <a:r>
              <a:rPr sz="2400" b="1" spc="-10" dirty="0">
                <a:solidFill>
                  <a:srgbClr val="FF0000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O</a:t>
            </a:r>
            <a:r>
              <a:rPr sz="2400" b="1" spc="-65" dirty="0">
                <a:solidFill>
                  <a:srgbClr val="FF0000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 </a:t>
            </a:r>
            <a:r>
              <a:rPr sz="2400" b="1" spc="-50" dirty="0">
                <a:solidFill>
                  <a:srgbClr val="FF0000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D</a:t>
            </a:r>
            <a:br>
              <a:rPr sz="2400" spc="-70" dirty="0">
                <a:solidFill>
                  <a:srgbClr val="FF0000"/>
                </a:solidFill>
                <a:latin typeface="Cambria" panose="02040503050406030204" charset="0"/>
                <a:cs typeface="Cambria" panose="02040503050406030204" charset="0"/>
              </a:rPr>
            </a:br>
            <a:r>
              <a:rPr lang="en-US" sz="2400" spc="-70" dirty="0">
                <a:solidFill>
                  <a:srgbClr val="231913"/>
                </a:solidFill>
                <a:latin typeface="Cambria" panose="02040503050406030204" charset="0"/>
                <a:cs typeface="Cambria" panose="02040503050406030204" charset="0"/>
              </a:rPr>
              <a:t>                                     </a:t>
            </a:r>
            <a:r>
              <a:rPr spc="-70" dirty="0">
                <a:solidFill>
                  <a:srgbClr val="231913"/>
                </a:solidFill>
              </a:rPr>
              <a:t>Core</a:t>
            </a:r>
            <a:r>
              <a:rPr spc="-75" dirty="0">
                <a:solidFill>
                  <a:srgbClr val="231913"/>
                </a:solidFill>
              </a:rPr>
              <a:t> </a:t>
            </a:r>
            <a:r>
              <a:rPr spc="50" dirty="0">
                <a:solidFill>
                  <a:srgbClr val="231913"/>
                </a:solidFill>
              </a:rPr>
              <a:t>Technologies</a:t>
            </a:r>
            <a:r>
              <a:rPr spc="-75" dirty="0">
                <a:solidFill>
                  <a:srgbClr val="231913"/>
                </a:solidFill>
              </a:rPr>
              <a:t> </a:t>
            </a:r>
            <a:r>
              <a:rPr dirty="0">
                <a:solidFill>
                  <a:srgbClr val="231913"/>
                </a:solidFill>
              </a:rPr>
              <a:t>—</a:t>
            </a:r>
            <a:r>
              <a:rPr spc="-75" dirty="0">
                <a:solidFill>
                  <a:srgbClr val="231913"/>
                </a:solidFill>
              </a:rPr>
              <a:t> </a:t>
            </a:r>
            <a:r>
              <a:rPr spc="45" dirty="0">
                <a:solidFill>
                  <a:srgbClr val="231913"/>
                </a:solidFill>
              </a:rPr>
              <a:t>Structure</a:t>
            </a:r>
            <a:r>
              <a:rPr spc="-80" dirty="0">
                <a:solidFill>
                  <a:srgbClr val="231913"/>
                </a:solidFill>
              </a:rPr>
              <a:t> </a:t>
            </a:r>
            <a:r>
              <a:rPr dirty="0">
                <a:solidFill>
                  <a:srgbClr val="231913"/>
                </a:solidFill>
              </a:rPr>
              <a:t>C</a:t>
            </a:r>
            <a:r>
              <a:rPr spc="-75" dirty="0">
                <a:solidFill>
                  <a:srgbClr val="231913"/>
                </a:solidFill>
              </a:rPr>
              <a:t> </a:t>
            </a:r>
            <a:r>
              <a:rPr spc="-10" dirty="0">
                <a:solidFill>
                  <a:srgbClr val="231913"/>
                </a:solidFill>
              </a:rPr>
              <a:t>Layout</a:t>
            </a:r>
            <a:endParaRPr spc="-10" dirty="0">
              <a:solidFill>
                <a:srgbClr val="231913"/>
              </a:solidFill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35266" y="2002751"/>
            <a:ext cx="3579495" cy="3579495"/>
            <a:chOff x="541616" y="1684616"/>
            <a:chExt cx="3579495" cy="3579495"/>
          </a:xfrm>
        </p:grpSpPr>
        <p:sp>
          <p:nvSpPr>
            <p:cNvPr id="5" name="object 5"/>
            <p:cNvSpPr/>
            <p:nvPr/>
          </p:nvSpPr>
          <p:spPr>
            <a:xfrm>
              <a:off x="547916" y="1690916"/>
              <a:ext cx="3566795" cy="3566795"/>
            </a:xfrm>
            <a:custGeom>
              <a:avLst/>
              <a:gdLst/>
              <a:ahLst/>
              <a:cxnLst/>
              <a:rect l="l" t="t" r="r" b="b"/>
              <a:pathLst>
                <a:path w="3566795" h="3566795">
                  <a:moveTo>
                    <a:pt x="82803" y="0"/>
                  </a:moveTo>
                  <a:lnTo>
                    <a:pt x="41401" y="11163"/>
                  </a:lnTo>
                  <a:lnTo>
                    <a:pt x="11518" y="41402"/>
                  </a:lnTo>
                  <a:lnTo>
                    <a:pt x="368" y="82448"/>
                  </a:lnTo>
                  <a:lnTo>
                    <a:pt x="0" y="3484079"/>
                  </a:lnTo>
                  <a:lnTo>
                    <a:pt x="720" y="3494847"/>
                  </a:lnTo>
                  <a:lnTo>
                    <a:pt x="731" y="3495008"/>
                  </a:lnTo>
                  <a:lnTo>
                    <a:pt x="17052" y="3534153"/>
                  </a:lnTo>
                  <a:lnTo>
                    <a:pt x="17154" y="3534303"/>
                  </a:lnTo>
                  <a:lnTo>
                    <a:pt x="50955" y="3560147"/>
                  </a:lnTo>
                  <a:lnTo>
                    <a:pt x="82448" y="3566528"/>
                  </a:lnTo>
                  <a:lnTo>
                    <a:pt x="3484079" y="3566528"/>
                  </a:lnTo>
                  <a:lnTo>
                    <a:pt x="3525481" y="3555365"/>
                  </a:lnTo>
                  <a:lnTo>
                    <a:pt x="3555365" y="3525126"/>
                  </a:lnTo>
                  <a:lnTo>
                    <a:pt x="3560046" y="3515774"/>
                  </a:lnTo>
                  <a:lnTo>
                    <a:pt x="3560147" y="3515573"/>
                  </a:lnTo>
                  <a:lnTo>
                    <a:pt x="3566528" y="3484079"/>
                  </a:lnTo>
                  <a:lnTo>
                    <a:pt x="3566504" y="82448"/>
                  </a:lnTo>
                  <a:lnTo>
                    <a:pt x="3555365" y="41402"/>
                  </a:lnTo>
                  <a:lnTo>
                    <a:pt x="3525126" y="11518"/>
                  </a:lnTo>
                  <a:lnTo>
                    <a:pt x="3484079" y="368"/>
                  </a:lnTo>
                  <a:lnTo>
                    <a:pt x="82803" y="0"/>
                  </a:lnTo>
                  <a:close/>
                </a:path>
              </a:pathLst>
            </a:custGeom>
            <a:solidFill>
              <a:srgbClr val="FAF0E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547916" y="1690916"/>
              <a:ext cx="3566795" cy="3566795"/>
            </a:xfrm>
            <a:custGeom>
              <a:avLst/>
              <a:gdLst/>
              <a:ahLst/>
              <a:cxnLst/>
              <a:rect l="l" t="t" r="r" b="b"/>
              <a:pathLst>
                <a:path w="3566795" h="3566795">
                  <a:moveTo>
                    <a:pt x="368" y="82448"/>
                  </a:moveTo>
                  <a:lnTo>
                    <a:pt x="1097" y="71680"/>
                  </a:lnTo>
                  <a:lnTo>
                    <a:pt x="3243" y="61115"/>
                  </a:lnTo>
                  <a:lnTo>
                    <a:pt x="24569" y="24258"/>
                  </a:lnTo>
                  <a:lnTo>
                    <a:pt x="61293" y="2881"/>
                  </a:lnTo>
                  <a:lnTo>
                    <a:pt x="82803" y="0"/>
                  </a:lnTo>
                  <a:lnTo>
                    <a:pt x="3484079" y="368"/>
                  </a:lnTo>
                  <a:lnTo>
                    <a:pt x="3525126" y="11518"/>
                  </a:lnTo>
                  <a:lnTo>
                    <a:pt x="3555365" y="41402"/>
                  </a:lnTo>
                  <a:lnTo>
                    <a:pt x="3566528" y="82804"/>
                  </a:lnTo>
                  <a:lnTo>
                    <a:pt x="3566528" y="3484079"/>
                  </a:lnTo>
                  <a:lnTo>
                    <a:pt x="3565796" y="3494847"/>
                  </a:lnTo>
                  <a:lnTo>
                    <a:pt x="3563646" y="3505412"/>
                  </a:lnTo>
                  <a:lnTo>
                    <a:pt x="3542314" y="3542269"/>
                  </a:lnTo>
                  <a:lnTo>
                    <a:pt x="3505595" y="3563646"/>
                  </a:lnTo>
                  <a:lnTo>
                    <a:pt x="3484079" y="3566528"/>
                  </a:lnTo>
                  <a:lnTo>
                    <a:pt x="82448" y="3566528"/>
                  </a:lnTo>
                  <a:lnTo>
                    <a:pt x="41401" y="3555365"/>
                  </a:lnTo>
                  <a:lnTo>
                    <a:pt x="11163" y="3525481"/>
                  </a:lnTo>
                  <a:lnTo>
                    <a:pt x="0" y="3484079"/>
                  </a:lnTo>
                  <a:lnTo>
                    <a:pt x="368" y="82448"/>
                  </a:lnTo>
                  <a:close/>
                </a:path>
              </a:pathLst>
            </a:custGeom>
            <a:ln w="12599">
              <a:solidFill>
                <a:srgbClr val="E5D7C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838479" y="2209952"/>
            <a:ext cx="166814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dirty="0">
                <a:solidFill>
                  <a:srgbClr val="8A1919"/>
                </a:solidFill>
                <a:latin typeface="Times New Roman" panose="02020603050405020304"/>
                <a:cs typeface="Times New Roman" panose="02020603050405020304"/>
              </a:rPr>
              <a:t>Semantic</a:t>
            </a:r>
            <a:r>
              <a:rPr sz="1500" b="1" spc="185" dirty="0">
                <a:solidFill>
                  <a:srgbClr val="8A1919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b="1" spc="-10" dirty="0">
                <a:solidFill>
                  <a:srgbClr val="8A1919"/>
                </a:solidFill>
                <a:latin typeface="Times New Roman" panose="02020603050405020304"/>
                <a:cs typeface="Times New Roman" panose="02020603050405020304"/>
              </a:rPr>
              <a:t>Structure</a:t>
            </a:r>
            <a:endParaRPr sz="15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09904" y="2616009"/>
            <a:ext cx="221869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231913"/>
                </a:solidFill>
                <a:latin typeface="Courier New" panose="02070309020205020404"/>
                <a:cs typeface="Courier New" panose="02070309020205020404"/>
              </a:rPr>
              <a:t>&lt;nav&gt;</a:t>
            </a:r>
            <a:r>
              <a:rPr sz="1200" b="1" spc="-90" dirty="0">
                <a:solidFill>
                  <a:srgbClr val="231913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1200" b="1" dirty="0">
                <a:solidFill>
                  <a:srgbClr val="231913"/>
                </a:solidFill>
                <a:latin typeface="Courier New" panose="02070309020205020404"/>
                <a:cs typeface="Courier New" panose="02070309020205020404"/>
              </a:rPr>
              <a:t>&lt;section&gt;</a:t>
            </a:r>
            <a:r>
              <a:rPr sz="1200" b="1" spc="-85" dirty="0">
                <a:solidFill>
                  <a:srgbClr val="231913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1200" b="1" spc="-10" dirty="0">
                <a:solidFill>
                  <a:srgbClr val="231913"/>
                </a:solidFill>
                <a:latin typeface="Courier New" panose="02070309020205020404"/>
                <a:cs typeface="Courier New" panose="02070309020205020404"/>
              </a:rPr>
              <a:t>&lt;footer&gt;</a:t>
            </a:r>
            <a:endParaRPr sz="12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09904" y="3192017"/>
            <a:ext cx="2295525" cy="1854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50" spc="-10" dirty="0">
                <a:solidFill>
                  <a:srgbClr val="796E66"/>
                </a:solidFill>
                <a:latin typeface="Calibri" panose="020F0502020204030204"/>
                <a:cs typeface="Calibri" panose="020F0502020204030204"/>
              </a:rPr>
              <a:t>Semantic HTML5</a:t>
            </a:r>
            <a:r>
              <a:rPr sz="1050" spc="-5" dirty="0">
                <a:solidFill>
                  <a:srgbClr val="796E66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50" spc="-10" dirty="0">
                <a:solidFill>
                  <a:srgbClr val="796E66"/>
                </a:solidFill>
                <a:latin typeface="Calibri" panose="020F0502020204030204"/>
                <a:cs typeface="Calibri" panose="020F0502020204030204"/>
              </a:rPr>
              <a:t>sectioning </a:t>
            </a:r>
            <a:r>
              <a:rPr sz="1050" dirty="0">
                <a:solidFill>
                  <a:srgbClr val="796E66"/>
                </a:solidFill>
                <a:latin typeface="Calibri" panose="020F0502020204030204"/>
                <a:cs typeface="Calibri" panose="020F0502020204030204"/>
              </a:rPr>
              <a:t>on</a:t>
            </a:r>
            <a:r>
              <a:rPr sz="1050" spc="-5" dirty="0">
                <a:solidFill>
                  <a:srgbClr val="796E66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50" spc="-10" dirty="0">
                <a:solidFill>
                  <a:srgbClr val="796E66"/>
                </a:solidFill>
                <a:latin typeface="Calibri" panose="020F0502020204030204"/>
                <a:cs typeface="Calibri" panose="020F0502020204030204"/>
              </a:rPr>
              <a:t>every</a:t>
            </a:r>
            <a:r>
              <a:rPr sz="1050" spc="-15" dirty="0">
                <a:solidFill>
                  <a:srgbClr val="796E66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50" spc="-20" dirty="0">
                <a:solidFill>
                  <a:srgbClr val="796E66"/>
                </a:solidFill>
                <a:latin typeface="Calibri" panose="020F0502020204030204"/>
                <a:cs typeface="Calibri" panose="020F0502020204030204"/>
              </a:rPr>
              <a:t>page</a:t>
            </a:r>
            <a:endParaRPr sz="105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09904" y="3850449"/>
            <a:ext cx="21272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231913"/>
                </a:solidFill>
                <a:latin typeface="Courier New" panose="02070309020205020404"/>
                <a:cs typeface="Courier New" panose="02070309020205020404"/>
              </a:rPr>
              <a:t>&lt;div</a:t>
            </a:r>
            <a:r>
              <a:rPr sz="1200" b="1" spc="-50" dirty="0">
                <a:solidFill>
                  <a:srgbClr val="231913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1200" b="1" spc="-10" dirty="0">
                <a:solidFill>
                  <a:srgbClr val="231913"/>
                </a:solidFill>
                <a:latin typeface="Courier New" panose="02070309020205020404"/>
                <a:cs typeface="Courier New" panose="02070309020205020404"/>
              </a:rPr>
              <a:t>class="container"&gt;</a:t>
            </a:r>
            <a:endParaRPr sz="12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09904" y="4426458"/>
            <a:ext cx="2517140" cy="1854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50" spc="-10" dirty="0">
                <a:solidFill>
                  <a:srgbClr val="796E66"/>
                </a:solidFill>
                <a:latin typeface="Calibri" panose="020F0502020204030204"/>
                <a:cs typeface="Calibri" panose="020F0502020204030204"/>
              </a:rPr>
              <a:t>Centred, </a:t>
            </a:r>
            <a:r>
              <a:rPr sz="1050" spc="-25" dirty="0">
                <a:solidFill>
                  <a:srgbClr val="796E66"/>
                </a:solidFill>
                <a:latin typeface="Calibri" panose="020F0502020204030204"/>
                <a:cs typeface="Calibri" panose="020F0502020204030204"/>
              </a:rPr>
              <a:t>max-</a:t>
            </a:r>
            <a:r>
              <a:rPr sz="1050" dirty="0">
                <a:solidFill>
                  <a:srgbClr val="796E66"/>
                </a:solidFill>
                <a:latin typeface="Calibri" panose="020F0502020204030204"/>
                <a:cs typeface="Calibri" panose="020F0502020204030204"/>
              </a:rPr>
              <a:t>width</a:t>
            </a:r>
            <a:r>
              <a:rPr sz="1050" spc="-25" dirty="0">
                <a:solidFill>
                  <a:srgbClr val="796E66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50" spc="-10" dirty="0">
                <a:solidFill>
                  <a:srgbClr val="796E66"/>
                </a:solidFill>
                <a:latin typeface="Calibri" panose="020F0502020204030204"/>
                <a:cs typeface="Calibri" panose="020F0502020204030204"/>
              </a:rPr>
              <a:t>content wrapper</a:t>
            </a:r>
            <a:r>
              <a:rPr sz="1050" spc="-20" dirty="0">
                <a:solidFill>
                  <a:srgbClr val="796E66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50" spc="-10" dirty="0">
                <a:solidFill>
                  <a:srgbClr val="796E66"/>
                </a:solidFill>
                <a:latin typeface="Calibri" panose="020F0502020204030204"/>
                <a:cs typeface="Calibri" panose="020F0502020204030204"/>
              </a:rPr>
              <a:t>(1280px)</a:t>
            </a:r>
            <a:endParaRPr sz="1050"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4326851" y="2009101"/>
            <a:ext cx="3579495" cy="3579495"/>
            <a:chOff x="4336376" y="1684616"/>
            <a:chExt cx="3579495" cy="3579495"/>
          </a:xfrm>
        </p:grpSpPr>
        <p:sp>
          <p:nvSpPr>
            <p:cNvPr id="13" name="object 13"/>
            <p:cNvSpPr/>
            <p:nvPr/>
          </p:nvSpPr>
          <p:spPr>
            <a:xfrm>
              <a:off x="4342675" y="1690916"/>
              <a:ext cx="3566795" cy="3566795"/>
            </a:xfrm>
            <a:custGeom>
              <a:avLst/>
              <a:gdLst/>
              <a:ahLst/>
              <a:cxnLst/>
              <a:rect l="l" t="t" r="r" b="b"/>
              <a:pathLst>
                <a:path w="3566795" h="3566795">
                  <a:moveTo>
                    <a:pt x="82804" y="0"/>
                  </a:moveTo>
                  <a:lnTo>
                    <a:pt x="41401" y="11163"/>
                  </a:lnTo>
                  <a:lnTo>
                    <a:pt x="11518" y="41402"/>
                  </a:lnTo>
                  <a:lnTo>
                    <a:pt x="368" y="82448"/>
                  </a:lnTo>
                  <a:lnTo>
                    <a:pt x="0" y="3484079"/>
                  </a:lnTo>
                  <a:lnTo>
                    <a:pt x="720" y="3494847"/>
                  </a:lnTo>
                  <a:lnTo>
                    <a:pt x="731" y="3495008"/>
                  </a:lnTo>
                  <a:lnTo>
                    <a:pt x="2844" y="3505412"/>
                  </a:lnTo>
                  <a:lnTo>
                    <a:pt x="2881" y="3505595"/>
                  </a:lnTo>
                  <a:lnTo>
                    <a:pt x="6311" y="3515573"/>
                  </a:lnTo>
                  <a:lnTo>
                    <a:pt x="6381" y="3515774"/>
                  </a:lnTo>
                  <a:lnTo>
                    <a:pt x="11163" y="3525481"/>
                  </a:lnTo>
                  <a:lnTo>
                    <a:pt x="17052" y="3534153"/>
                  </a:lnTo>
                  <a:lnTo>
                    <a:pt x="17154" y="3534303"/>
                  </a:lnTo>
                  <a:lnTo>
                    <a:pt x="50955" y="3560147"/>
                  </a:lnTo>
                  <a:lnTo>
                    <a:pt x="82448" y="3566528"/>
                  </a:lnTo>
                  <a:lnTo>
                    <a:pt x="3484079" y="3566528"/>
                  </a:lnTo>
                  <a:lnTo>
                    <a:pt x="3525481" y="3555365"/>
                  </a:lnTo>
                  <a:lnTo>
                    <a:pt x="3555365" y="3525126"/>
                  </a:lnTo>
                  <a:lnTo>
                    <a:pt x="3563584" y="3505595"/>
                  </a:lnTo>
                  <a:lnTo>
                    <a:pt x="3563646" y="3505412"/>
                  </a:lnTo>
                  <a:lnTo>
                    <a:pt x="3565763" y="3495008"/>
                  </a:lnTo>
                  <a:lnTo>
                    <a:pt x="3565796" y="3494847"/>
                  </a:lnTo>
                  <a:lnTo>
                    <a:pt x="3566528" y="3484079"/>
                  </a:lnTo>
                  <a:lnTo>
                    <a:pt x="3566504" y="82448"/>
                  </a:lnTo>
                  <a:lnTo>
                    <a:pt x="3555365" y="41402"/>
                  </a:lnTo>
                  <a:lnTo>
                    <a:pt x="3525126" y="11518"/>
                  </a:lnTo>
                  <a:lnTo>
                    <a:pt x="3484079" y="368"/>
                  </a:lnTo>
                  <a:lnTo>
                    <a:pt x="82804" y="0"/>
                  </a:lnTo>
                  <a:close/>
                </a:path>
              </a:pathLst>
            </a:custGeom>
            <a:solidFill>
              <a:srgbClr val="FAF0E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4342675" y="1690916"/>
              <a:ext cx="3566795" cy="3566795"/>
            </a:xfrm>
            <a:custGeom>
              <a:avLst/>
              <a:gdLst/>
              <a:ahLst/>
              <a:cxnLst/>
              <a:rect l="l" t="t" r="r" b="b"/>
              <a:pathLst>
                <a:path w="3566795" h="3566795">
                  <a:moveTo>
                    <a:pt x="368" y="82448"/>
                  </a:moveTo>
                  <a:lnTo>
                    <a:pt x="1097" y="71680"/>
                  </a:lnTo>
                  <a:lnTo>
                    <a:pt x="3243" y="61115"/>
                  </a:lnTo>
                  <a:lnTo>
                    <a:pt x="24569" y="24258"/>
                  </a:lnTo>
                  <a:lnTo>
                    <a:pt x="61293" y="2881"/>
                  </a:lnTo>
                  <a:lnTo>
                    <a:pt x="82804" y="0"/>
                  </a:lnTo>
                  <a:lnTo>
                    <a:pt x="3484079" y="368"/>
                  </a:lnTo>
                  <a:lnTo>
                    <a:pt x="3525126" y="11518"/>
                  </a:lnTo>
                  <a:lnTo>
                    <a:pt x="3555365" y="41402"/>
                  </a:lnTo>
                  <a:lnTo>
                    <a:pt x="3566528" y="82804"/>
                  </a:lnTo>
                  <a:lnTo>
                    <a:pt x="3566528" y="3484079"/>
                  </a:lnTo>
                  <a:lnTo>
                    <a:pt x="3565796" y="3494847"/>
                  </a:lnTo>
                  <a:lnTo>
                    <a:pt x="3563646" y="3505412"/>
                  </a:lnTo>
                  <a:lnTo>
                    <a:pt x="3542314" y="3542269"/>
                  </a:lnTo>
                  <a:lnTo>
                    <a:pt x="3505595" y="3563646"/>
                  </a:lnTo>
                  <a:lnTo>
                    <a:pt x="3484079" y="3566528"/>
                  </a:lnTo>
                  <a:lnTo>
                    <a:pt x="82448" y="3566528"/>
                  </a:lnTo>
                  <a:lnTo>
                    <a:pt x="41401" y="3555365"/>
                  </a:lnTo>
                  <a:lnTo>
                    <a:pt x="11163" y="3525481"/>
                  </a:lnTo>
                  <a:lnTo>
                    <a:pt x="0" y="3484079"/>
                  </a:lnTo>
                  <a:lnTo>
                    <a:pt x="368" y="82448"/>
                  </a:lnTo>
                  <a:close/>
                </a:path>
              </a:pathLst>
            </a:custGeom>
            <a:ln w="12599">
              <a:solidFill>
                <a:srgbClr val="E5D7C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/>
          <p:nvPr/>
        </p:nvSpPr>
        <p:spPr>
          <a:xfrm>
            <a:off x="4648479" y="2256942"/>
            <a:ext cx="202882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dirty="0">
                <a:solidFill>
                  <a:srgbClr val="8A1919"/>
                </a:solidFill>
                <a:latin typeface="Times New Roman" panose="02020603050405020304"/>
                <a:cs typeface="Times New Roman" panose="02020603050405020304"/>
              </a:rPr>
              <a:t>Modern</a:t>
            </a:r>
            <a:r>
              <a:rPr sz="1500" b="1" spc="-15" dirty="0">
                <a:solidFill>
                  <a:srgbClr val="8A1919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b="1" spc="-10" dirty="0">
                <a:solidFill>
                  <a:srgbClr val="8A1919"/>
                </a:solidFill>
                <a:latin typeface="Times New Roman" panose="02020603050405020304"/>
                <a:cs typeface="Times New Roman" panose="02020603050405020304"/>
              </a:rPr>
              <a:t>Layout Engines</a:t>
            </a:r>
            <a:endParaRPr sz="15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604664" y="2616009"/>
            <a:ext cx="7569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231913"/>
                </a:solidFill>
                <a:latin typeface="Courier New" panose="02070309020205020404"/>
                <a:cs typeface="Courier New" panose="02070309020205020404"/>
              </a:rPr>
              <a:t>CSS</a:t>
            </a:r>
            <a:r>
              <a:rPr sz="1200" b="1" spc="-40" dirty="0">
                <a:solidFill>
                  <a:srgbClr val="231913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1200" b="1" spc="-20" dirty="0">
                <a:solidFill>
                  <a:srgbClr val="231913"/>
                </a:solidFill>
                <a:latin typeface="Courier New" panose="02070309020205020404"/>
                <a:cs typeface="Courier New" panose="02070309020205020404"/>
              </a:rPr>
              <a:t>Grid</a:t>
            </a:r>
            <a:endParaRPr sz="12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604664" y="3192017"/>
            <a:ext cx="2218055" cy="1854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50" dirty="0">
                <a:solidFill>
                  <a:srgbClr val="796E66"/>
                </a:solidFill>
                <a:latin typeface="Calibri" panose="020F0502020204030204"/>
                <a:cs typeface="Calibri" panose="020F0502020204030204"/>
              </a:rPr>
              <a:t>Card</a:t>
            </a:r>
            <a:r>
              <a:rPr sz="1050" spc="-40" dirty="0">
                <a:solidFill>
                  <a:srgbClr val="796E66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50" dirty="0">
                <a:solidFill>
                  <a:srgbClr val="796E66"/>
                </a:solidFill>
                <a:latin typeface="Calibri" panose="020F0502020204030204"/>
                <a:cs typeface="Calibri" panose="020F0502020204030204"/>
              </a:rPr>
              <a:t>grids,</a:t>
            </a:r>
            <a:r>
              <a:rPr sz="1050" spc="-35" dirty="0">
                <a:solidFill>
                  <a:srgbClr val="796E66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50" spc="-10" dirty="0">
                <a:solidFill>
                  <a:srgbClr val="796E66"/>
                </a:solidFill>
                <a:latin typeface="Calibri" panose="020F0502020204030204"/>
                <a:cs typeface="Calibri" panose="020F0502020204030204"/>
              </a:rPr>
              <a:t>comparison</a:t>
            </a:r>
            <a:r>
              <a:rPr sz="1050" spc="-35" dirty="0">
                <a:solidFill>
                  <a:srgbClr val="796E66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50" dirty="0">
                <a:solidFill>
                  <a:srgbClr val="796E66"/>
                </a:solidFill>
                <a:latin typeface="Calibri" panose="020F0502020204030204"/>
                <a:cs typeface="Calibri" panose="020F0502020204030204"/>
              </a:rPr>
              <a:t>tables,</a:t>
            </a:r>
            <a:r>
              <a:rPr sz="1050" spc="-35" dirty="0">
                <a:solidFill>
                  <a:srgbClr val="796E66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50" spc="-10" dirty="0">
                <a:solidFill>
                  <a:srgbClr val="796E66"/>
                </a:solidFill>
                <a:latin typeface="Calibri" panose="020F0502020204030204"/>
                <a:cs typeface="Calibri" panose="020F0502020204030204"/>
              </a:rPr>
              <a:t>offer</a:t>
            </a:r>
            <a:r>
              <a:rPr sz="1050" spc="-30" dirty="0">
                <a:solidFill>
                  <a:srgbClr val="796E66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50" spc="-20" dirty="0">
                <a:solidFill>
                  <a:srgbClr val="796E66"/>
                </a:solidFill>
                <a:latin typeface="Calibri" panose="020F0502020204030204"/>
                <a:cs typeface="Calibri" panose="020F0502020204030204"/>
              </a:rPr>
              <a:t>rows</a:t>
            </a:r>
            <a:endParaRPr sz="105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604664" y="3850449"/>
            <a:ext cx="6654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solidFill>
                  <a:srgbClr val="231913"/>
                </a:solidFill>
                <a:latin typeface="Courier New" panose="02070309020205020404"/>
                <a:cs typeface="Courier New" panose="02070309020205020404"/>
              </a:rPr>
              <a:t>Flexbox</a:t>
            </a:r>
            <a:endParaRPr sz="12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604664" y="4426458"/>
            <a:ext cx="2240280" cy="1854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50" spc="-20" dirty="0">
                <a:solidFill>
                  <a:srgbClr val="796E66"/>
                </a:solidFill>
                <a:latin typeface="Calibri" panose="020F0502020204030204"/>
                <a:cs typeface="Calibri" panose="020F0502020204030204"/>
              </a:rPr>
              <a:t>Navbar,</a:t>
            </a:r>
            <a:r>
              <a:rPr sz="1050" spc="-35" dirty="0">
                <a:solidFill>
                  <a:srgbClr val="796E66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50" spc="-10" dirty="0">
                <a:solidFill>
                  <a:srgbClr val="796E66"/>
                </a:solidFill>
                <a:latin typeface="Calibri" panose="020F0502020204030204"/>
                <a:cs typeface="Calibri" panose="020F0502020204030204"/>
              </a:rPr>
              <a:t>buttons,</a:t>
            </a:r>
            <a:r>
              <a:rPr sz="1050" spc="-30" dirty="0">
                <a:solidFill>
                  <a:srgbClr val="796E66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50" dirty="0">
                <a:solidFill>
                  <a:srgbClr val="796E66"/>
                </a:solidFill>
                <a:latin typeface="Calibri" panose="020F0502020204030204"/>
                <a:cs typeface="Calibri" panose="020F0502020204030204"/>
              </a:rPr>
              <a:t>card</a:t>
            </a:r>
            <a:r>
              <a:rPr sz="1050" spc="-30" dirty="0">
                <a:solidFill>
                  <a:srgbClr val="796E66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50" spc="-10" dirty="0">
                <a:solidFill>
                  <a:srgbClr val="796E66"/>
                </a:solidFill>
                <a:latin typeface="Calibri" panose="020F0502020204030204"/>
                <a:cs typeface="Calibri" panose="020F0502020204030204"/>
              </a:rPr>
              <a:t>headers,</a:t>
            </a:r>
            <a:r>
              <a:rPr sz="1050" spc="-30" dirty="0">
                <a:solidFill>
                  <a:srgbClr val="796E66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50" dirty="0">
                <a:solidFill>
                  <a:srgbClr val="796E66"/>
                </a:solidFill>
                <a:latin typeface="Calibri" panose="020F0502020204030204"/>
                <a:cs typeface="Calibri" panose="020F0502020204030204"/>
              </a:rPr>
              <a:t>form</a:t>
            </a:r>
            <a:r>
              <a:rPr sz="1050" spc="-40" dirty="0">
                <a:solidFill>
                  <a:srgbClr val="796E66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50" spc="-20" dirty="0">
                <a:solidFill>
                  <a:srgbClr val="796E66"/>
                </a:solidFill>
                <a:latin typeface="Calibri" panose="020F0502020204030204"/>
                <a:cs typeface="Calibri" panose="020F0502020204030204"/>
              </a:rPr>
              <a:t>rows</a:t>
            </a:r>
            <a:endParaRPr sz="1050"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8166696" y="2002751"/>
            <a:ext cx="3579495" cy="3579495"/>
            <a:chOff x="8131136" y="1684616"/>
            <a:chExt cx="3579495" cy="3579495"/>
          </a:xfrm>
        </p:grpSpPr>
        <p:sp>
          <p:nvSpPr>
            <p:cNvPr id="21" name="object 21"/>
            <p:cNvSpPr/>
            <p:nvPr/>
          </p:nvSpPr>
          <p:spPr>
            <a:xfrm>
              <a:off x="8137436" y="1690916"/>
              <a:ext cx="3566795" cy="3566795"/>
            </a:xfrm>
            <a:custGeom>
              <a:avLst/>
              <a:gdLst/>
              <a:ahLst/>
              <a:cxnLst/>
              <a:rect l="l" t="t" r="r" b="b"/>
              <a:pathLst>
                <a:path w="3566795" h="3566795">
                  <a:moveTo>
                    <a:pt x="82803" y="0"/>
                  </a:moveTo>
                  <a:lnTo>
                    <a:pt x="41401" y="11163"/>
                  </a:lnTo>
                  <a:lnTo>
                    <a:pt x="11518" y="41402"/>
                  </a:lnTo>
                  <a:lnTo>
                    <a:pt x="368" y="82448"/>
                  </a:lnTo>
                  <a:lnTo>
                    <a:pt x="0" y="3484079"/>
                  </a:lnTo>
                  <a:lnTo>
                    <a:pt x="720" y="3494847"/>
                  </a:lnTo>
                  <a:lnTo>
                    <a:pt x="731" y="3495008"/>
                  </a:lnTo>
                  <a:lnTo>
                    <a:pt x="2844" y="3505412"/>
                  </a:lnTo>
                  <a:lnTo>
                    <a:pt x="2881" y="3505595"/>
                  </a:lnTo>
                  <a:lnTo>
                    <a:pt x="6311" y="3515573"/>
                  </a:lnTo>
                  <a:lnTo>
                    <a:pt x="6381" y="3515774"/>
                  </a:lnTo>
                  <a:lnTo>
                    <a:pt x="11163" y="3525481"/>
                  </a:lnTo>
                  <a:lnTo>
                    <a:pt x="17052" y="3534153"/>
                  </a:lnTo>
                  <a:lnTo>
                    <a:pt x="17154" y="3534303"/>
                  </a:lnTo>
                  <a:lnTo>
                    <a:pt x="50955" y="3560147"/>
                  </a:lnTo>
                  <a:lnTo>
                    <a:pt x="82448" y="3566528"/>
                  </a:lnTo>
                  <a:lnTo>
                    <a:pt x="3484079" y="3566528"/>
                  </a:lnTo>
                  <a:lnTo>
                    <a:pt x="3525481" y="3555365"/>
                  </a:lnTo>
                  <a:lnTo>
                    <a:pt x="3555364" y="3525126"/>
                  </a:lnTo>
                  <a:lnTo>
                    <a:pt x="3563584" y="3505595"/>
                  </a:lnTo>
                  <a:lnTo>
                    <a:pt x="3563646" y="3505412"/>
                  </a:lnTo>
                  <a:lnTo>
                    <a:pt x="3565763" y="3495008"/>
                  </a:lnTo>
                  <a:lnTo>
                    <a:pt x="3565796" y="3494847"/>
                  </a:lnTo>
                  <a:lnTo>
                    <a:pt x="3566528" y="3484079"/>
                  </a:lnTo>
                  <a:lnTo>
                    <a:pt x="3566504" y="82448"/>
                  </a:lnTo>
                  <a:lnTo>
                    <a:pt x="3555364" y="41402"/>
                  </a:lnTo>
                  <a:lnTo>
                    <a:pt x="3525126" y="11518"/>
                  </a:lnTo>
                  <a:lnTo>
                    <a:pt x="3484079" y="368"/>
                  </a:lnTo>
                  <a:lnTo>
                    <a:pt x="82803" y="0"/>
                  </a:lnTo>
                  <a:close/>
                </a:path>
              </a:pathLst>
            </a:custGeom>
            <a:solidFill>
              <a:srgbClr val="FAF0E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8137436" y="1690916"/>
              <a:ext cx="3566795" cy="3566795"/>
            </a:xfrm>
            <a:custGeom>
              <a:avLst/>
              <a:gdLst/>
              <a:ahLst/>
              <a:cxnLst/>
              <a:rect l="l" t="t" r="r" b="b"/>
              <a:pathLst>
                <a:path w="3566795" h="3566795">
                  <a:moveTo>
                    <a:pt x="368" y="82448"/>
                  </a:moveTo>
                  <a:lnTo>
                    <a:pt x="1097" y="71680"/>
                  </a:lnTo>
                  <a:lnTo>
                    <a:pt x="3243" y="61115"/>
                  </a:lnTo>
                  <a:lnTo>
                    <a:pt x="24569" y="24258"/>
                  </a:lnTo>
                  <a:lnTo>
                    <a:pt x="61293" y="2881"/>
                  </a:lnTo>
                  <a:lnTo>
                    <a:pt x="82803" y="0"/>
                  </a:lnTo>
                  <a:lnTo>
                    <a:pt x="3484079" y="368"/>
                  </a:lnTo>
                  <a:lnTo>
                    <a:pt x="3525126" y="11518"/>
                  </a:lnTo>
                  <a:lnTo>
                    <a:pt x="3555364" y="41402"/>
                  </a:lnTo>
                  <a:lnTo>
                    <a:pt x="3566528" y="82804"/>
                  </a:lnTo>
                  <a:lnTo>
                    <a:pt x="3566528" y="3484079"/>
                  </a:lnTo>
                  <a:lnTo>
                    <a:pt x="3565796" y="3494847"/>
                  </a:lnTo>
                  <a:lnTo>
                    <a:pt x="3563646" y="3505412"/>
                  </a:lnTo>
                  <a:lnTo>
                    <a:pt x="3542314" y="3542269"/>
                  </a:lnTo>
                  <a:lnTo>
                    <a:pt x="3505595" y="3563646"/>
                  </a:lnTo>
                  <a:lnTo>
                    <a:pt x="3484079" y="3566528"/>
                  </a:lnTo>
                  <a:lnTo>
                    <a:pt x="82448" y="3566528"/>
                  </a:lnTo>
                  <a:lnTo>
                    <a:pt x="41401" y="3555365"/>
                  </a:lnTo>
                  <a:lnTo>
                    <a:pt x="11163" y="3525481"/>
                  </a:lnTo>
                  <a:lnTo>
                    <a:pt x="0" y="3484079"/>
                  </a:lnTo>
                  <a:lnTo>
                    <a:pt x="368" y="82448"/>
                  </a:lnTo>
                  <a:close/>
                </a:path>
              </a:pathLst>
            </a:custGeom>
            <a:ln w="12599">
              <a:solidFill>
                <a:srgbClr val="E5D7C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/>
          <p:cNvSpPr txBox="1"/>
          <p:nvPr/>
        </p:nvSpPr>
        <p:spPr>
          <a:xfrm>
            <a:off x="8399424" y="2209952"/>
            <a:ext cx="185293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dirty="0">
                <a:solidFill>
                  <a:srgbClr val="8A1919"/>
                </a:solidFill>
                <a:latin typeface="Times New Roman" panose="02020603050405020304"/>
                <a:cs typeface="Times New Roman" panose="02020603050405020304"/>
              </a:rPr>
              <a:t>Design</a:t>
            </a:r>
            <a:r>
              <a:rPr sz="1500" b="1" spc="65" dirty="0">
                <a:solidFill>
                  <a:srgbClr val="8A1919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b="1" dirty="0">
                <a:solidFill>
                  <a:srgbClr val="8A1919"/>
                </a:solidFill>
                <a:latin typeface="Times New Roman" panose="02020603050405020304"/>
                <a:cs typeface="Times New Roman" panose="02020603050405020304"/>
              </a:rPr>
              <a:t>Tokens</a:t>
            </a:r>
            <a:r>
              <a:rPr sz="1500" b="1" spc="65" dirty="0">
                <a:solidFill>
                  <a:srgbClr val="8A1919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b="1" spc="-10" dirty="0">
                <a:solidFill>
                  <a:srgbClr val="8A1919"/>
                </a:solidFill>
                <a:latin typeface="Times New Roman" panose="02020603050405020304"/>
                <a:cs typeface="Times New Roman" panose="02020603050405020304"/>
              </a:rPr>
              <a:t>(:root)</a:t>
            </a:r>
            <a:endParaRPr sz="15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8399424" y="2616009"/>
            <a:ext cx="19443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231913"/>
                </a:solidFill>
                <a:latin typeface="Courier New" panose="02070309020205020404"/>
                <a:cs typeface="Courier New" panose="02070309020205020404"/>
              </a:rPr>
              <a:t>CSS</a:t>
            </a:r>
            <a:r>
              <a:rPr sz="1200" b="1" spc="-60" dirty="0">
                <a:solidFill>
                  <a:srgbClr val="231913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1200" b="1" dirty="0">
                <a:solidFill>
                  <a:srgbClr val="231913"/>
                </a:solidFill>
                <a:latin typeface="Courier New" panose="02070309020205020404"/>
                <a:cs typeface="Courier New" panose="02070309020205020404"/>
              </a:rPr>
              <a:t>Custom</a:t>
            </a:r>
            <a:r>
              <a:rPr sz="1200" b="1" spc="-55" dirty="0">
                <a:solidFill>
                  <a:srgbClr val="231913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1200" b="1" spc="-10" dirty="0">
                <a:solidFill>
                  <a:srgbClr val="231913"/>
                </a:solidFill>
                <a:latin typeface="Courier New" panose="02070309020205020404"/>
                <a:cs typeface="Courier New" panose="02070309020205020404"/>
              </a:rPr>
              <a:t>Properties</a:t>
            </a:r>
            <a:endParaRPr sz="12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399424" y="3064568"/>
            <a:ext cx="2892425" cy="408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0000"/>
              </a:lnSpc>
              <a:spcBef>
                <a:spcPts val="100"/>
              </a:spcBef>
            </a:pPr>
            <a:r>
              <a:rPr sz="1050" spc="-10" dirty="0">
                <a:solidFill>
                  <a:srgbClr val="796E66"/>
                </a:solidFill>
                <a:latin typeface="Calibri" panose="020F0502020204030204"/>
                <a:cs typeface="Calibri" panose="020F0502020204030204"/>
              </a:rPr>
              <a:t>Colours, </a:t>
            </a:r>
            <a:r>
              <a:rPr sz="1050" dirty="0">
                <a:solidFill>
                  <a:srgbClr val="796E66"/>
                </a:solidFill>
                <a:latin typeface="Calibri" panose="020F0502020204030204"/>
                <a:cs typeface="Calibri" panose="020F0502020204030204"/>
              </a:rPr>
              <a:t>radii,</a:t>
            </a:r>
            <a:r>
              <a:rPr sz="1050" spc="-10" dirty="0">
                <a:solidFill>
                  <a:srgbClr val="796E66"/>
                </a:solidFill>
                <a:latin typeface="Calibri" panose="020F0502020204030204"/>
                <a:cs typeface="Calibri" panose="020F0502020204030204"/>
              </a:rPr>
              <a:t> shadows </a:t>
            </a:r>
            <a:r>
              <a:rPr sz="1050" dirty="0">
                <a:solidFill>
                  <a:srgbClr val="796E66"/>
                </a:solidFill>
                <a:latin typeface="Calibri" panose="020F0502020204030204"/>
                <a:cs typeface="Calibri" panose="020F0502020204030204"/>
              </a:rPr>
              <a:t>&amp;</a:t>
            </a:r>
            <a:r>
              <a:rPr sz="1050" spc="-20" dirty="0">
                <a:solidFill>
                  <a:srgbClr val="796E66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50" spc="-10" dirty="0">
                <a:solidFill>
                  <a:srgbClr val="796E66"/>
                </a:solidFill>
                <a:latin typeface="Calibri" panose="020F0502020204030204"/>
                <a:cs typeface="Calibri" panose="020F0502020204030204"/>
              </a:rPr>
              <a:t>transitions</a:t>
            </a:r>
            <a:r>
              <a:rPr sz="1050" spc="-20" dirty="0">
                <a:solidFill>
                  <a:srgbClr val="796E66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50" dirty="0">
                <a:solidFill>
                  <a:srgbClr val="796E66"/>
                </a:solidFill>
                <a:latin typeface="Calibri" panose="020F0502020204030204"/>
                <a:cs typeface="Calibri" panose="020F0502020204030204"/>
              </a:rPr>
              <a:t>—</a:t>
            </a:r>
            <a:r>
              <a:rPr sz="1050" spc="-15" dirty="0">
                <a:solidFill>
                  <a:srgbClr val="796E66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50" dirty="0">
                <a:solidFill>
                  <a:srgbClr val="796E66"/>
                </a:solidFill>
                <a:latin typeface="Calibri" panose="020F0502020204030204"/>
                <a:cs typeface="Calibri" panose="020F0502020204030204"/>
              </a:rPr>
              <a:t>one</a:t>
            </a:r>
            <a:r>
              <a:rPr sz="1050" spc="-15" dirty="0">
                <a:solidFill>
                  <a:srgbClr val="796E66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50" spc="-10" dirty="0">
                <a:solidFill>
                  <a:srgbClr val="796E66"/>
                </a:solidFill>
                <a:latin typeface="Calibri" panose="020F0502020204030204"/>
                <a:cs typeface="Calibri" panose="020F0502020204030204"/>
              </a:rPr>
              <a:t>source</a:t>
            </a:r>
            <a:r>
              <a:rPr sz="1050" spc="-20" dirty="0">
                <a:solidFill>
                  <a:srgbClr val="796E66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50" spc="-25" dirty="0">
                <a:solidFill>
                  <a:srgbClr val="796E66"/>
                </a:solidFill>
                <a:latin typeface="Calibri" panose="020F0502020204030204"/>
                <a:cs typeface="Calibri" panose="020F0502020204030204"/>
              </a:rPr>
              <a:t>of </a:t>
            </a:r>
            <a:r>
              <a:rPr sz="1050" spc="-10" dirty="0">
                <a:solidFill>
                  <a:srgbClr val="796E66"/>
                </a:solidFill>
                <a:latin typeface="Calibri" panose="020F0502020204030204"/>
                <a:cs typeface="Calibri" panose="020F0502020204030204"/>
              </a:rPr>
              <a:t>truth</a:t>
            </a:r>
            <a:endParaRPr sz="105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8399424" y="3850449"/>
            <a:ext cx="139636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231913"/>
                </a:solidFill>
                <a:latin typeface="Courier New" panose="02070309020205020404"/>
                <a:cs typeface="Courier New" panose="02070309020205020404"/>
              </a:rPr>
              <a:t>2</a:t>
            </a:r>
            <a:r>
              <a:rPr sz="1200" b="1" spc="-35" dirty="0">
                <a:solidFill>
                  <a:srgbClr val="231913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1200" b="1" dirty="0">
                <a:solidFill>
                  <a:srgbClr val="231913"/>
                </a:solidFill>
                <a:latin typeface="Courier New" panose="02070309020205020404"/>
                <a:cs typeface="Courier New" panose="02070309020205020404"/>
              </a:rPr>
              <a:t>Font</a:t>
            </a:r>
            <a:r>
              <a:rPr sz="1200" b="1" spc="-30" dirty="0">
                <a:solidFill>
                  <a:srgbClr val="231913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1200" b="1" spc="-10" dirty="0">
                <a:solidFill>
                  <a:srgbClr val="231913"/>
                </a:solidFill>
                <a:latin typeface="Courier New" panose="02070309020205020404"/>
                <a:cs typeface="Courier New" panose="02070309020205020404"/>
              </a:rPr>
              <a:t>Families</a:t>
            </a:r>
            <a:endParaRPr sz="12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8399424" y="4426458"/>
            <a:ext cx="2148205" cy="1854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50" dirty="0">
                <a:solidFill>
                  <a:srgbClr val="796E66"/>
                </a:solidFill>
                <a:latin typeface="Calibri" panose="020F0502020204030204"/>
                <a:cs typeface="Calibri" panose="020F0502020204030204"/>
              </a:rPr>
              <a:t>Cambria</a:t>
            </a:r>
            <a:r>
              <a:rPr sz="1050" spc="-20" dirty="0">
                <a:solidFill>
                  <a:srgbClr val="796E66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50" spc="-10" dirty="0">
                <a:solidFill>
                  <a:srgbClr val="796E66"/>
                </a:solidFill>
                <a:latin typeface="Calibri" panose="020F0502020204030204"/>
                <a:cs typeface="Calibri" panose="020F0502020204030204"/>
              </a:rPr>
              <a:t>(headings)</a:t>
            </a:r>
            <a:r>
              <a:rPr sz="1050" spc="-15" dirty="0">
                <a:solidFill>
                  <a:srgbClr val="796E66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50" dirty="0">
                <a:solidFill>
                  <a:srgbClr val="796E66"/>
                </a:solidFill>
                <a:latin typeface="Calibri" panose="020F0502020204030204"/>
                <a:cs typeface="Calibri" panose="020F0502020204030204"/>
              </a:rPr>
              <a:t>·</a:t>
            </a:r>
            <a:r>
              <a:rPr sz="1050" spc="-15" dirty="0">
                <a:solidFill>
                  <a:srgbClr val="796E66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50" dirty="0">
                <a:solidFill>
                  <a:srgbClr val="796E66"/>
                </a:solidFill>
                <a:latin typeface="Calibri" panose="020F0502020204030204"/>
                <a:cs typeface="Calibri" panose="020F0502020204030204"/>
              </a:rPr>
              <a:t>Calibri</a:t>
            </a:r>
            <a:r>
              <a:rPr sz="1050" spc="-25" dirty="0">
                <a:solidFill>
                  <a:srgbClr val="796E66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50" dirty="0">
                <a:solidFill>
                  <a:srgbClr val="796E66"/>
                </a:solidFill>
                <a:latin typeface="Calibri" panose="020F0502020204030204"/>
                <a:cs typeface="Calibri" panose="020F0502020204030204"/>
              </a:rPr>
              <a:t>(body</a:t>
            </a:r>
            <a:r>
              <a:rPr sz="1050" spc="-15" dirty="0">
                <a:solidFill>
                  <a:srgbClr val="796E66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50" dirty="0">
                <a:solidFill>
                  <a:srgbClr val="796E66"/>
                </a:solidFill>
                <a:latin typeface="Calibri" panose="020F0502020204030204"/>
                <a:cs typeface="Calibri" panose="020F0502020204030204"/>
              </a:rPr>
              <a:t>&amp;</a:t>
            </a:r>
            <a:r>
              <a:rPr sz="1050" spc="-15" dirty="0">
                <a:solidFill>
                  <a:srgbClr val="796E66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50" spc="-25" dirty="0">
                <a:solidFill>
                  <a:srgbClr val="796E66"/>
                </a:solidFill>
                <a:latin typeface="Calibri" panose="020F0502020204030204"/>
                <a:cs typeface="Calibri" panose="020F0502020204030204"/>
              </a:rPr>
              <a:t>UI)</a:t>
            </a:r>
            <a:endParaRPr sz="105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9" name="Date Placeholder 28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D8BD707-D9CF-40AE-B4C6-C98DA3205C09}" type="datetime1">
              <a:rPr lang="en-US"/>
            </a:fld>
            <a:endParaRPr lang="en-US"/>
          </a:p>
        </p:txBody>
      </p:sp>
      <p:sp>
        <p:nvSpPr>
          <p:cNvPr id="30" name="Slide Number Placeholder 29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381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25" dirty="0"/>
            </a:fld>
            <a:endParaRPr spc="-25" dirty="0"/>
          </a:p>
        </p:txBody>
      </p:sp>
      <p:sp>
        <p:nvSpPr>
          <p:cNvPr id="31" name="Footer Placeholder 30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t>Elite Stays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object 7" descr="$PPTXTitle"/>
          <p:cNvSpPr txBox="1">
            <a:spLocks noGrp="1"/>
          </p:cNvSpPr>
          <p:nvPr/>
        </p:nvSpPr>
        <p:spPr>
          <a:xfrm>
            <a:off x="457200" y="990283"/>
            <a:ext cx="10972800" cy="93599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0" tIns="12700" rIns="0" bIns="0" rtlCol="0" anchor="ctr" anchorCtr="0">
            <a:spAutoFit/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solidFill>
                  <a:srgbClr val="FF0000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U</a:t>
            </a:r>
            <a:r>
              <a:rPr sz="2400" b="1" spc="-80" dirty="0">
                <a:solidFill>
                  <a:srgbClr val="FF0000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 </a:t>
            </a:r>
            <a:r>
              <a:rPr sz="2400" b="1" dirty="0">
                <a:solidFill>
                  <a:srgbClr val="FF0000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N</a:t>
            </a:r>
            <a:r>
              <a:rPr sz="2400" b="1" spc="-70" dirty="0">
                <a:solidFill>
                  <a:srgbClr val="FF0000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 </a:t>
            </a:r>
            <a:r>
              <a:rPr sz="2400" b="1" spc="-10" dirty="0">
                <a:solidFill>
                  <a:srgbClr val="FF0000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D</a:t>
            </a:r>
            <a:r>
              <a:rPr sz="2400" b="1" spc="-75" dirty="0">
                <a:solidFill>
                  <a:srgbClr val="FF0000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 </a:t>
            </a:r>
            <a:r>
              <a:rPr sz="2400" b="1" spc="-10" dirty="0">
                <a:solidFill>
                  <a:srgbClr val="FF0000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E</a:t>
            </a:r>
            <a:r>
              <a:rPr sz="2400" b="1" spc="-85" dirty="0">
                <a:solidFill>
                  <a:srgbClr val="FF0000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 </a:t>
            </a:r>
            <a:r>
              <a:rPr sz="2400" b="1" dirty="0">
                <a:solidFill>
                  <a:srgbClr val="FF0000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R</a:t>
            </a:r>
            <a:r>
              <a:rPr sz="2400" b="1" spc="409" dirty="0">
                <a:solidFill>
                  <a:srgbClr val="FF0000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 </a:t>
            </a:r>
            <a:r>
              <a:rPr sz="2400" b="1" spc="-10" dirty="0">
                <a:solidFill>
                  <a:srgbClr val="FF0000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T</a:t>
            </a:r>
            <a:r>
              <a:rPr sz="2400" b="1" spc="-65" dirty="0">
                <a:solidFill>
                  <a:srgbClr val="FF0000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 </a:t>
            </a:r>
            <a:r>
              <a:rPr sz="2400" b="1" spc="-10" dirty="0">
                <a:solidFill>
                  <a:srgbClr val="FF0000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H</a:t>
            </a:r>
            <a:r>
              <a:rPr sz="2400" b="1" spc="-75" dirty="0">
                <a:solidFill>
                  <a:srgbClr val="FF0000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 </a:t>
            </a:r>
            <a:r>
              <a:rPr sz="2400" b="1" dirty="0">
                <a:solidFill>
                  <a:srgbClr val="FF0000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E</a:t>
            </a:r>
            <a:r>
              <a:rPr sz="2400" b="1" spc="400" dirty="0">
                <a:solidFill>
                  <a:srgbClr val="FF0000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 </a:t>
            </a:r>
            <a:r>
              <a:rPr sz="2400" b="1" spc="-10" dirty="0">
                <a:solidFill>
                  <a:srgbClr val="FF0000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H</a:t>
            </a:r>
            <a:r>
              <a:rPr sz="2400" b="1" spc="-75" dirty="0">
                <a:solidFill>
                  <a:srgbClr val="FF0000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 </a:t>
            </a:r>
            <a:r>
              <a:rPr sz="2400" b="1" spc="-10" dirty="0">
                <a:solidFill>
                  <a:srgbClr val="FF0000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O</a:t>
            </a:r>
            <a:r>
              <a:rPr sz="2400" b="1" spc="-70" dirty="0">
                <a:solidFill>
                  <a:srgbClr val="FF0000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 </a:t>
            </a:r>
            <a:r>
              <a:rPr sz="2400" b="1" spc="-10" dirty="0">
                <a:solidFill>
                  <a:srgbClr val="FF0000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O</a:t>
            </a:r>
            <a:r>
              <a:rPr sz="2400" b="1" spc="-65" dirty="0">
                <a:solidFill>
                  <a:srgbClr val="FF0000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 </a:t>
            </a:r>
            <a:r>
              <a:rPr sz="2400" b="1" spc="-50" dirty="0">
                <a:solidFill>
                  <a:srgbClr val="FF0000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D</a:t>
            </a:r>
            <a:br>
              <a:rPr sz="2400" spc="-70" dirty="0">
                <a:solidFill>
                  <a:srgbClr val="FF0000"/>
                </a:solidFill>
                <a:latin typeface="Cambria" panose="02040503050406030204" charset="0"/>
                <a:cs typeface="Cambria" panose="02040503050406030204" charset="0"/>
              </a:rPr>
            </a:br>
            <a:r>
              <a:rPr lang="en-US" sz="2400" spc="-70" dirty="0">
                <a:latin typeface="Cambria" panose="02040503050406030204" charset="0"/>
                <a:cs typeface="Cambria" panose="02040503050406030204" charset="0"/>
              </a:rPr>
              <a:t>                            </a:t>
            </a:r>
            <a:r>
              <a:rPr spc="-70" dirty="0">
                <a:solidFill>
                  <a:schemeClr val="accent6">
                    <a:lumMod val="10000"/>
                  </a:schemeClr>
                </a:solidFill>
              </a:rPr>
              <a:t>Core</a:t>
            </a:r>
            <a:r>
              <a:rPr spc="-60" dirty="0">
                <a:solidFill>
                  <a:schemeClr val="accent6">
                    <a:lumMod val="10000"/>
                  </a:schemeClr>
                </a:solidFill>
              </a:rPr>
              <a:t> </a:t>
            </a:r>
            <a:r>
              <a:rPr spc="50" dirty="0">
                <a:solidFill>
                  <a:schemeClr val="accent6">
                    <a:lumMod val="10000"/>
                  </a:schemeClr>
                </a:solidFill>
              </a:rPr>
              <a:t>Technologies</a:t>
            </a:r>
            <a:r>
              <a:rPr spc="-50" dirty="0">
                <a:solidFill>
                  <a:schemeClr val="accent6">
                    <a:lumMod val="10000"/>
                  </a:schemeClr>
                </a:solidFill>
              </a:rPr>
              <a:t> </a:t>
            </a:r>
            <a:r>
              <a:rPr dirty="0">
                <a:solidFill>
                  <a:schemeClr val="accent6">
                    <a:lumMod val="10000"/>
                  </a:schemeClr>
                </a:solidFill>
              </a:rPr>
              <a:t>—</a:t>
            </a:r>
            <a:r>
              <a:rPr spc="-50" dirty="0">
                <a:solidFill>
                  <a:schemeClr val="accent6">
                    <a:lumMod val="10000"/>
                  </a:schemeClr>
                </a:solidFill>
              </a:rPr>
              <a:t> </a:t>
            </a:r>
            <a:r>
              <a:rPr dirty="0">
                <a:solidFill>
                  <a:schemeClr val="accent6">
                    <a:lumMod val="10000"/>
                  </a:schemeClr>
                </a:solidFill>
              </a:rPr>
              <a:t>Motion</a:t>
            </a:r>
            <a:r>
              <a:rPr spc="-50" dirty="0">
                <a:solidFill>
                  <a:schemeClr val="accent6">
                    <a:lumMod val="10000"/>
                  </a:schemeClr>
                </a:solidFill>
              </a:rPr>
              <a:t> </a:t>
            </a:r>
            <a:r>
              <a:rPr dirty="0">
                <a:solidFill>
                  <a:schemeClr val="accent6">
                    <a:lumMod val="10000"/>
                  </a:schemeClr>
                </a:solidFill>
              </a:rPr>
              <a:t>C</a:t>
            </a:r>
            <a:r>
              <a:rPr spc="-50" dirty="0">
                <a:solidFill>
                  <a:schemeClr val="accent6">
                    <a:lumMod val="10000"/>
                  </a:schemeClr>
                </a:solidFill>
              </a:rPr>
              <a:t> </a:t>
            </a:r>
            <a:r>
              <a:rPr spc="40" dirty="0">
                <a:solidFill>
                  <a:schemeClr val="accent6">
                    <a:lumMod val="10000"/>
                  </a:schemeClr>
                </a:solidFill>
              </a:rPr>
              <a:t>Interactivity</a:t>
            </a:r>
            <a:endParaRPr spc="40" dirty="0">
              <a:solidFill>
                <a:schemeClr val="accent6">
                  <a:lumMod val="10000"/>
                </a:schemeClr>
              </a:solidFill>
            </a:endParaRPr>
          </a:p>
        </p:txBody>
      </p:sp>
      <p:sp>
        <p:nvSpPr>
          <p:cNvPr id="8" name="object 8"/>
          <p:cNvSpPr/>
          <p:nvPr>
            <p:custDataLst>
              <p:tags r:id="rId1"/>
            </p:custDataLst>
          </p:nvPr>
        </p:nvSpPr>
        <p:spPr>
          <a:xfrm>
            <a:off x="381000" y="3124200"/>
            <a:ext cx="2461260" cy="1920875"/>
          </a:xfrm>
          <a:custGeom>
            <a:avLst/>
            <a:gdLst/>
            <a:ahLst/>
            <a:cxnLst/>
            <a:rect l="l" t="t" r="r" b="b"/>
            <a:pathLst>
              <a:path w="2606675" h="1920875">
                <a:moveTo>
                  <a:pt x="82791" y="0"/>
                </a:moveTo>
                <a:lnTo>
                  <a:pt x="41389" y="11163"/>
                </a:lnTo>
                <a:lnTo>
                  <a:pt x="11518" y="41401"/>
                </a:lnTo>
                <a:lnTo>
                  <a:pt x="355" y="82448"/>
                </a:lnTo>
                <a:lnTo>
                  <a:pt x="0" y="1838159"/>
                </a:lnTo>
                <a:lnTo>
                  <a:pt x="718" y="1848927"/>
                </a:lnTo>
                <a:lnTo>
                  <a:pt x="729" y="1849088"/>
                </a:lnTo>
                <a:lnTo>
                  <a:pt x="2837" y="1859492"/>
                </a:lnTo>
                <a:lnTo>
                  <a:pt x="2874" y="1859675"/>
                </a:lnTo>
                <a:lnTo>
                  <a:pt x="6301" y="1869653"/>
                </a:lnTo>
                <a:lnTo>
                  <a:pt x="6370" y="1869854"/>
                </a:lnTo>
                <a:lnTo>
                  <a:pt x="11150" y="1879561"/>
                </a:lnTo>
                <a:lnTo>
                  <a:pt x="17039" y="1888233"/>
                </a:lnTo>
                <a:lnTo>
                  <a:pt x="17141" y="1888383"/>
                </a:lnTo>
                <a:lnTo>
                  <a:pt x="50942" y="1914227"/>
                </a:lnTo>
                <a:lnTo>
                  <a:pt x="82435" y="1920608"/>
                </a:lnTo>
                <a:lnTo>
                  <a:pt x="2523959" y="1920608"/>
                </a:lnTo>
                <a:lnTo>
                  <a:pt x="2565361" y="1909445"/>
                </a:lnTo>
                <a:lnTo>
                  <a:pt x="2595232" y="1879206"/>
                </a:lnTo>
                <a:lnTo>
                  <a:pt x="2605631" y="1849088"/>
                </a:lnTo>
                <a:lnTo>
                  <a:pt x="2605663" y="1848927"/>
                </a:lnTo>
                <a:lnTo>
                  <a:pt x="2606395" y="1838159"/>
                </a:lnTo>
                <a:lnTo>
                  <a:pt x="2606371" y="82448"/>
                </a:lnTo>
                <a:lnTo>
                  <a:pt x="2605663" y="71880"/>
                </a:lnTo>
                <a:lnTo>
                  <a:pt x="2589241" y="32580"/>
                </a:lnTo>
                <a:lnTo>
                  <a:pt x="2555442" y="6738"/>
                </a:lnTo>
                <a:lnTo>
                  <a:pt x="2523959" y="368"/>
                </a:lnTo>
                <a:lnTo>
                  <a:pt x="82791" y="0"/>
                </a:lnTo>
                <a:close/>
              </a:path>
            </a:pathLst>
          </a:custGeom>
          <a:solidFill>
            <a:srgbClr val="8A1919"/>
          </a:solidFill>
        </p:spPr>
        <p:txBody>
          <a:bodyPr wrap="square" lIns="0" tIns="0" rIns="0" bIns="0" rtlCol="0"/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lang="en-US" altLang="" sz="2400" b="1" spc="50" dirty="0">
                <a:solidFill>
                  <a:srgbClr val="FFFFFF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 </a:t>
            </a:r>
            <a:r>
              <a:rPr sz="3200" b="1" spc="50" dirty="0">
                <a:solidFill>
                  <a:srgbClr val="FFFFFF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9</a:t>
            </a:r>
            <a:endParaRPr sz="32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00000"/>
              </a:lnSpc>
              <a:spcBef>
                <a:spcPts val="1595"/>
              </a:spcBef>
            </a:pPr>
            <a:r>
              <a:rPr lang="en-US" altLang="" sz="2400" b="1" spc="-10" dirty="0">
                <a:solidFill>
                  <a:srgbClr val="FFFFFF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sz="1600" b="1" spc="-10" dirty="0">
                <a:solidFill>
                  <a:srgbClr val="FFFFFF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Fade-</a:t>
            </a:r>
            <a:r>
              <a:rPr sz="1600" b="1" dirty="0">
                <a:solidFill>
                  <a:srgbClr val="FFFFFF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Up </a:t>
            </a:r>
            <a:r>
              <a:rPr sz="1600" b="1" spc="-10" dirty="0">
                <a:solidFill>
                  <a:srgbClr val="FFFFFF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Animations</a:t>
            </a:r>
            <a:endParaRPr sz="1600" b="1" spc="-10" dirty="0">
              <a:solidFill>
                <a:srgbClr val="FFFFFF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>
              <a:lnSpc>
                <a:spcPct val="100000"/>
              </a:lnSpc>
              <a:spcBef>
                <a:spcPts val="1595"/>
              </a:spcBef>
            </a:pPr>
            <a:r>
              <a:rPr sz="1600" spc="-10" dirty="0">
                <a:solidFill>
                  <a:srgbClr val="EAD8CC"/>
                </a:solidFill>
                <a:latin typeface="Calibri" panose="020F0502020204030204"/>
                <a:cs typeface="Calibri" panose="020F0502020204030204"/>
                <a:sym typeface="+mn-ea"/>
              </a:rPr>
              <a:t>Scroll-triggered</a:t>
            </a:r>
            <a:r>
              <a:rPr sz="1600" spc="-5" dirty="0">
                <a:solidFill>
                  <a:srgbClr val="EAD8CC"/>
                </a:solidFill>
                <a:latin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1600" spc="-10" dirty="0">
                <a:solidFill>
                  <a:srgbClr val="EAD8CC"/>
                </a:solidFill>
                <a:latin typeface="Calibri" panose="020F0502020204030204"/>
                <a:cs typeface="Calibri" panose="020F0502020204030204"/>
                <a:sym typeface="+mn-ea"/>
              </a:rPr>
              <a:t>reveals</a:t>
            </a:r>
            <a:r>
              <a:rPr sz="1600" spc="-5" dirty="0">
                <a:solidFill>
                  <a:srgbClr val="EAD8CC"/>
                </a:solidFill>
                <a:latin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1600" dirty="0">
                <a:solidFill>
                  <a:srgbClr val="EAD8CC"/>
                </a:solidFill>
                <a:latin typeface="Calibri" panose="020F0502020204030204"/>
                <a:cs typeface="Calibri" panose="020F0502020204030204"/>
                <a:sym typeface="+mn-ea"/>
              </a:rPr>
              <a:t>across</a:t>
            </a:r>
            <a:r>
              <a:rPr sz="1600" spc="-5" dirty="0">
                <a:solidFill>
                  <a:srgbClr val="EAD8CC"/>
                </a:solidFill>
                <a:latin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1600" dirty="0">
                <a:solidFill>
                  <a:srgbClr val="EAD8CC"/>
                </a:solidFill>
                <a:latin typeface="Calibri" panose="020F0502020204030204"/>
                <a:cs typeface="Calibri" panose="020F0502020204030204"/>
                <a:sym typeface="+mn-ea"/>
              </a:rPr>
              <a:t>cards</a:t>
            </a:r>
            <a:r>
              <a:rPr sz="1600" spc="-10" dirty="0">
                <a:solidFill>
                  <a:srgbClr val="EAD8CC"/>
                </a:solidFill>
                <a:latin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1600" spc="-25" dirty="0">
                <a:solidFill>
                  <a:srgbClr val="EAD8CC"/>
                </a:solidFill>
                <a:latin typeface="Calibri" panose="020F0502020204030204"/>
                <a:cs typeface="Calibri" panose="020F0502020204030204"/>
                <a:sym typeface="+mn-ea"/>
              </a:rPr>
              <a:t>and</a:t>
            </a:r>
            <a:r>
              <a:rPr sz="1600" spc="-10" dirty="0">
                <a:solidFill>
                  <a:srgbClr val="EAD8CC"/>
                </a:solidFill>
                <a:latin typeface="Calibri" panose="020F0502020204030204"/>
                <a:cs typeface="Calibri" panose="020F0502020204030204"/>
                <a:sym typeface="+mn-ea"/>
              </a:rPr>
              <a:t> sections</a:t>
            </a:r>
            <a:endParaRPr sz="1600">
              <a:latin typeface="Calibri" panose="020F0502020204030204"/>
              <a:cs typeface="Calibri" panose="020F0502020204030204"/>
            </a:endParaRPr>
          </a:p>
          <a:p>
            <a:pPr>
              <a:lnSpc>
                <a:spcPct val="100000"/>
              </a:lnSpc>
              <a:spcBef>
                <a:spcPts val="1595"/>
              </a:spcBef>
            </a:pPr>
            <a:endParaRPr sz="16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1" name="object 11"/>
          <p:cNvSpPr/>
          <p:nvPr>
            <p:custDataLst>
              <p:tags r:id="rId2"/>
            </p:custDataLst>
          </p:nvPr>
        </p:nvSpPr>
        <p:spPr>
          <a:xfrm>
            <a:off x="3165754" y="3124111"/>
            <a:ext cx="2606675" cy="1920875"/>
          </a:xfrm>
          <a:custGeom>
            <a:avLst/>
            <a:gdLst/>
            <a:ahLst/>
            <a:cxnLst/>
            <a:rect l="l" t="t" r="r" b="b"/>
            <a:pathLst>
              <a:path w="2606675" h="1920875">
                <a:moveTo>
                  <a:pt x="82791" y="0"/>
                </a:moveTo>
                <a:lnTo>
                  <a:pt x="41389" y="11163"/>
                </a:lnTo>
                <a:lnTo>
                  <a:pt x="11518" y="41401"/>
                </a:lnTo>
                <a:lnTo>
                  <a:pt x="355" y="82448"/>
                </a:lnTo>
                <a:lnTo>
                  <a:pt x="0" y="1838159"/>
                </a:lnTo>
                <a:lnTo>
                  <a:pt x="718" y="1848927"/>
                </a:lnTo>
                <a:lnTo>
                  <a:pt x="729" y="1849088"/>
                </a:lnTo>
                <a:lnTo>
                  <a:pt x="2837" y="1859492"/>
                </a:lnTo>
                <a:lnTo>
                  <a:pt x="2874" y="1859675"/>
                </a:lnTo>
                <a:lnTo>
                  <a:pt x="6301" y="1869653"/>
                </a:lnTo>
                <a:lnTo>
                  <a:pt x="32362" y="1903459"/>
                </a:lnTo>
                <a:lnTo>
                  <a:pt x="71668" y="1919876"/>
                </a:lnTo>
                <a:lnTo>
                  <a:pt x="82435" y="1920608"/>
                </a:lnTo>
                <a:lnTo>
                  <a:pt x="2523959" y="1920608"/>
                </a:lnTo>
                <a:lnTo>
                  <a:pt x="2565361" y="1909445"/>
                </a:lnTo>
                <a:lnTo>
                  <a:pt x="2595232" y="1879206"/>
                </a:lnTo>
                <a:lnTo>
                  <a:pt x="2606395" y="1838159"/>
                </a:lnTo>
                <a:lnTo>
                  <a:pt x="2606371" y="82448"/>
                </a:lnTo>
                <a:lnTo>
                  <a:pt x="2595232" y="41401"/>
                </a:lnTo>
                <a:lnTo>
                  <a:pt x="2564993" y="11518"/>
                </a:lnTo>
                <a:lnTo>
                  <a:pt x="2523959" y="368"/>
                </a:lnTo>
                <a:lnTo>
                  <a:pt x="82791" y="0"/>
                </a:lnTo>
                <a:close/>
              </a:path>
            </a:pathLst>
          </a:custGeom>
          <a:solidFill>
            <a:srgbClr val="0E756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>
            <p:custDataLst>
              <p:tags r:id="rId3"/>
            </p:custDataLst>
          </p:nvPr>
        </p:nvSpPr>
        <p:spPr>
          <a:xfrm>
            <a:off x="3124200" y="3124200"/>
            <a:ext cx="2593975" cy="19564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400" b="1" spc="-5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3</a:t>
            </a:r>
            <a:endParaRPr sz="34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1595"/>
              </a:spcBef>
            </a:pPr>
            <a:r>
              <a:rPr sz="1800" b="1" spc="-10" dirty="0">
                <a:solidFill>
                  <a:srgbClr val="FFFFFF"/>
                </a:solidFill>
                <a:latin typeface="Cambria" panose="02040503050406030204" charset="0"/>
                <a:cs typeface="Cambria" panose="02040503050406030204" charset="0"/>
              </a:rPr>
              <a:t>JS-</a:t>
            </a:r>
            <a:r>
              <a:rPr sz="1800" b="1" dirty="0">
                <a:solidFill>
                  <a:srgbClr val="FFFFFF"/>
                </a:solidFill>
                <a:latin typeface="Cambria" panose="02040503050406030204" charset="0"/>
                <a:cs typeface="Cambria" panose="02040503050406030204" charset="0"/>
              </a:rPr>
              <a:t>Driven</a:t>
            </a:r>
            <a:r>
              <a:rPr sz="1800" b="1" spc="-30" dirty="0">
                <a:solidFill>
                  <a:srgbClr val="FFFFFF"/>
                </a:solidFill>
                <a:latin typeface="Cambria" panose="02040503050406030204" charset="0"/>
                <a:cs typeface="Cambria" panose="02040503050406030204" charset="0"/>
              </a:rPr>
              <a:t> </a:t>
            </a:r>
            <a:r>
              <a:rPr sz="1800" b="1" spc="-10" dirty="0">
                <a:solidFill>
                  <a:srgbClr val="FFFFFF"/>
                </a:solidFill>
                <a:latin typeface="Cambria" panose="02040503050406030204" charset="0"/>
                <a:cs typeface="Cambria" panose="02040503050406030204" charset="0"/>
              </a:rPr>
              <a:t>Interactions</a:t>
            </a:r>
            <a:endParaRPr sz="1150" b="1" spc="-10" dirty="0">
              <a:solidFill>
                <a:srgbClr val="FFFFFF"/>
              </a:solidFill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  <a:spcBef>
                <a:spcPts val="1595"/>
              </a:spcBef>
            </a:pPr>
            <a:r>
              <a:rPr sz="1150" spc="-10" dirty="0">
                <a:solidFill>
                  <a:srgbClr val="EAD8CC"/>
                </a:solidFill>
                <a:latin typeface="Calibri" panose="020F0502020204030204"/>
                <a:cs typeface="Calibri" panose="020F0502020204030204"/>
                <a:sym typeface="+mn-ea"/>
              </a:rPr>
              <a:t>Booking</a:t>
            </a:r>
            <a:r>
              <a:rPr sz="1150" spc="-20" dirty="0">
                <a:solidFill>
                  <a:srgbClr val="EAD8CC"/>
                </a:solidFill>
                <a:latin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1150" dirty="0">
                <a:solidFill>
                  <a:srgbClr val="EAD8CC"/>
                </a:solidFill>
                <a:latin typeface="Calibri" panose="020F0502020204030204"/>
                <a:cs typeface="Calibri" panose="020F0502020204030204"/>
                <a:sym typeface="+mn-ea"/>
              </a:rPr>
              <a:t>search</a:t>
            </a:r>
            <a:r>
              <a:rPr sz="1150" spc="-5" dirty="0">
                <a:solidFill>
                  <a:srgbClr val="EAD8CC"/>
                </a:solidFill>
                <a:latin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1150" spc="-10" dirty="0">
                <a:solidFill>
                  <a:srgbClr val="EAD8CC"/>
                </a:solidFill>
                <a:latin typeface="Calibri" panose="020F0502020204030204"/>
                <a:cs typeface="Calibri" panose="020F0502020204030204"/>
                <a:sym typeface="+mn-ea"/>
              </a:rPr>
              <a:t>routing,</a:t>
            </a:r>
            <a:r>
              <a:rPr sz="1150" spc="-20" dirty="0">
                <a:solidFill>
                  <a:srgbClr val="EAD8CC"/>
                </a:solidFill>
                <a:latin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1150" dirty="0">
                <a:solidFill>
                  <a:srgbClr val="EAD8CC"/>
                </a:solidFill>
                <a:latin typeface="Calibri" panose="020F0502020204030204"/>
                <a:cs typeface="Calibri" panose="020F0502020204030204"/>
                <a:sym typeface="+mn-ea"/>
              </a:rPr>
              <a:t>room</a:t>
            </a:r>
            <a:r>
              <a:rPr sz="1150" spc="-10" dirty="0">
                <a:solidFill>
                  <a:srgbClr val="EAD8CC"/>
                </a:solidFill>
                <a:latin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1150" dirty="0">
                <a:solidFill>
                  <a:srgbClr val="EAD8CC"/>
                </a:solidFill>
                <a:latin typeface="Calibri" panose="020F0502020204030204"/>
                <a:cs typeface="Calibri" panose="020F0502020204030204"/>
                <a:sym typeface="+mn-ea"/>
              </a:rPr>
              <a:t>modal,</a:t>
            </a:r>
            <a:r>
              <a:rPr sz="1150" spc="-10" dirty="0">
                <a:solidFill>
                  <a:srgbClr val="EAD8CC"/>
                </a:solidFill>
                <a:latin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1150" spc="-20" dirty="0">
                <a:solidFill>
                  <a:srgbClr val="EAD8CC"/>
                </a:solidFill>
                <a:latin typeface="Calibri" panose="020F0502020204030204"/>
                <a:cs typeface="Calibri" panose="020F0502020204030204"/>
                <a:sym typeface="+mn-ea"/>
              </a:rPr>
              <a:t>image</a:t>
            </a:r>
            <a:r>
              <a:rPr sz="1150" spc="-10" dirty="0">
                <a:solidFill>
                  <a:srgbClr val="EAD8CC"/>
                </a:solidFill>
                <a:latin typeface="Calibri" panose="020F0502020204030204"/>
                <a:cs typeface="Calibri" panose="020F0502020204030204"/>
                <a:sym typeface="+mn-ea"/>
              </a:rPr>
              <a:t> lightbox</a:t>
            </a:r>
            <a:endParaRPr sz="115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  <a:spcBef>
                <a:spcPts val="1595"/>
              </a:spcBef>
            </a:pPr>
            <a:endParaRPr sz="115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4" name="object 14"/>
          <p:cNvSpPr/>
          <p:nvPr>
            <p:custDataLst>
              <p:tags r:id="rId4"/>
            </p:custDataLst>
          </p:nvPr>
        </p:nvSpPr>
        <p:spPr>
          <a:xfrm>
            <a:off x="6035675" y="3124200"/>
            <a:ext cx="2669540" cy="1857375"/>
          </a:xfrm>
          <a:custGeom>
            <a:avLst/>
            <a:gdLst/>
            <a:ahLst/>
            <a:cxnLst/>
            <a:rect l="l" t="t" r="r" b="b"/>
            <a:pathLst>
              <a:path w="2606675" h="1920875">
                <a:moveTo>
                  <a:pt x="82791" y="0"/>
                </a:moveTo>
                <a:lnTo>
                  <a:pt x="41389" y="11163"/>
                </a:lnTo>
                <a:lnTo>
                  <a:pt x="11518" y="41401"/>
                </a:lnTo>
                <a:lnTo>
                  <a:pt x="355" y="82448"/>
                </a:lnTo>
                <a:lnTo>
                  <a:pt x="0" y="1838159"/>
                </a:lnTo>
                <a:lnTo>
                  <a:pt x="718" y="1848927"/>
                </a:lnTo>
                <a:lnTo>
                  <a:pt x="729" y="1849088"/>
                </a:lnTo>
                <a:lnTo>
                  <a:pt x="2837" y="1859492"/>
                </a:lnTo>
                <a:lnTo>
                  <a:pt x="2874" y="1859675"/>
                </a:lnTo>
                <a:lnTo>
                  <a:pt x="6301" y="1869653"/>
                </a:lnTo>
                <a:lnTo>
                  <a:pt x="32362" y="1903459"/>
                </a:lnTo>
                <a:lnTo>
                  <a:pt x="71668" y="1919876"/>
                </a:lnTo>
                <a:lnTo>
                  <a:pt x="82435" y="1920608"/>
                </a:lnTo>
                <a:lnTo>
                  <a:pt x="2523959" y="1920608"/>
                </a:lnTo>
                <a:lnTo>
                  <a:pt x="2565361" y="1909445"/>
                </a:lnTo>
                <a:lnTo>
                  <a:pt x="2595232" y="1879206"/>
                </a:lnTo>
                <a:lnTo>
                  <a:pt x="2599913" y="1869854"/>
                </a:lnTo>
                <a:lnTo>
                  <a:pt x="2600014" y="1869653"/>
                </a:lnTo>
                <a:lnTo>
                  <a:pt x="2603451" y="1859675"/>
                </a:lnTo>
                <a:lnTo>
                  <a:pt x="2603514" y="1859492"/>
                </a:lnTo>
                <a:lnTo>
                  <a:pt x="2605631" y="1849088"/>
                </a:lnTo>
                <a:lnTo>
                  <a:pt x="2605663" y="1848927"/>
                </a:lnTo>
                <a:lnTo>
                  <a:pt x="2606395" y="1838159"/>
                </a:lnTo>
                <a:lnTo>
                  <a:pt x="2606371" y="82448"/>
                </a:lnTo>
                <a:lnTo>
                  <a:pt x="2595232" y="41401"/>
                </a:lnTo>
                <a:lnTo>
                  <a:pt x="2564993" y="11518"/>
                </a:lnTo>
                <a:lnTo>
                  <a:pt x="2523959" y="368"/>
                </a:lnTo>
                <a:lnTo>
                  <a:pt x="82791" y="0"/>
                </a:lnTo>
                <a:close/>
              </a:path>
            </a:pathLst>
          </a:custGeom>
          <a:solidFill>
            <a:srgbClr val="E7B822"/>
          </a:solidFill>
        </p:spPr>
        <p:txBody>
          <a:bodyPr wrap="square" lIns="0" tIns="0" rIns="0" bIns="0" rtlCol="0"/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lang="en-US" altLang="" sz="1800" b="1" spc="65" dirty="0">
                <a:solidFill>
                  <a:srgbClr val="FFFFFF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  </a:t>
            </a:r>
            <a:r>
              <a:rPr sz="2800" b="1" spc="65" dirty="0">
                <a:solidFill>
                  <a:srgbClr val="FFFFFF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6</a:t>
            </a:r>
            <a:endParaRPr sz="2800">
              <a:latin typeface="Cambria" panose="02040503050406030204" charset="0"/>
              <a:cs typeface="Cambria" panose="02040503050406030204" charset="0"/>
            </a:endParaRPr>
          </a:p>
          <a:p>
            <a:pPr>
              <a:lnSpc>
                <a:spcPct val="100000"/>
              </a:lnSpc>
              <a:spcBef>
                <a:spcPts val="1595"/>
              </a:spcBef>
            </a:pPr>
            <a:r>
              <a:rPr sz="1800" b="1" spc="-10" dirty="0">
                <a:solidFill>
                  <a:srgbClr val="FFFFFF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Responsive</a:t>
            </a:r>
            <a:r>
              <a:rPr sz="1800" b="1" spc="10" dirty="0">
                <a:solidFill>
                  <a:srgbClr val="FFFFFF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 </a:t>
            </a:r>
            <a:r>
              <a:rPr sz="1800" b="1" spc="-10" dirty="0">
                <a:solidFill>
                  <a:srgbClr val="FFFFFF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Breakpoints</a:t>
            </a:r>
            <a:endParaRPr sz="1800" b="1" spc="-10" dirty="0">
              <a:solidFill>
                <a:srgbClr val="FFFFFF"/>
              </a:solidFill>
              <a:latin typeface="Cambria" panose="02040503050406030204" charset="0"/>
              <a:cs typeface="Cambria" panose="02040503050406030204" charset="0"/>
              <a:sym typeface="+mn-ea"/>
            </a:endParaRPr>
          </a:p>
          <a:p>
            <a:pPr>
              <a:lnSpc>
                <a:spcPct val="100000"/>
              </a:lnSpc>
              <a:spcBef>
                <a:spcPts val="1595"/>
              </a:spcBef>
            </a:pPr>
            <a:r>
              <a:rPr sz="1800" dirty="0">
                <a:solidFill>
                  <a:srgbClr val="EAD8CC"/>
                </a:solidFill>
                <a:latin typeface="Calibri" panose="020F0502020204030204"/>
                <a:cs typeface="Calibri" panose="020F0502020204030204"/>
                <a:sym typeface="+mn-ea"/>
              </a:rPr>
              <a:t>From</a:t>
            </a:r>
            <a:r>
              <a:rPr sz="1800" spc="-25" dirty="0">
                <a:solidFill>
                  <a:srgbClr val="EAD8CC"/>
                </a:solidFill>
                <a:latin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1800" dirty="0">
                <a:solidFill>
                  <a:srgbClr val="EAD8CC"/>
                </a:solidFill>
                <a:latin typeface="Calibri" panose="020F0502020204030204"/>
                <a:cs typeface="Calibri" panose="020F0502020204030204"/>
                <a:sym typeface="+mn-ea"/>
              </a:rPr>
              <a:t>wide</a:t>
            </a:r>
            <a:r>
              <a:rPr sz="1800" spc="-25" dirty="0">
                <a:solidFill>
                  <a:srgbClr val="EAD8CC"/>
                </a:solidFill>
                <a:latin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1800" spc="-10" dirty="0">
                <a:solidFill>
                  <a:srgbClr val="EAD8CC"/>
                </a:solidFill>
                <a:latin typeface="Calibri" panose="020F0502020204030204"/>
                <a:cs typeface="Calibri" panose="020F0502020204030204"/>
                <a:sym typeface="+mn-ea"/>
              </a:rPr>
              <a:t>desktop</a:t>
            </a:r>
            <a:r>
              <a:rPr sz="1800" spc="-25" dirty="0">
                <a:solidFill>
                  <a:srgbClr val="EAD8CC"/>
                </a:solidFill>
                <a:latin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1800" dirty="0">
                <a:solidFill>
                  <a:srgbClr val="EAD8CC"/>
                </a:solidFill>
                <a:latin typeface="Calibri" panose="020F0502020204030204"/>
                <a:cs typeface="Calibri" panose="020F0502020204030204"/>
                <a:sym typeface="+mn-ea"/>
              </a:rPr>
              <a:t>down</a:t>
            </a:r>
            <a:r>
              <a:rPr sz="1800" spc="-20" dirty="0">
                <a:solidFill>
                  <a:srgbClr val="EAD8CC"/>
                </a:solidFill>
                <a:latin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1800" dirty="0">
                <a:solidFill>
                  <a:srgbClr val="EAD8CC"/>
                </a:solidFill>
                <a:latin typeface="Calibri" panose="020F0502020204030204"/>
                <a:cs typeface="Calibri" panose="020F0502020204030204"/>
                <a:sym typeface="+mn-ea"/>
              </a:rPr>
              <a:t>to</a:t>
            </a:r>
            <a:r>
              <a:rPr sz="1800" spc="-20" dirty="0">
                <a:solidFill>
                  <a:srgbClr val="EAD8CC"/>
                </a:solidFill>
                <a:latin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1800" dirty="0">
                <a:solidFill>
                  <a:srgbClr val="EAD8CC"/>
                </a:solidFill>
                <a:latin typeface="Calibri" panose="020F0502020204030204"/>
                <a:cs typeface="Calibri" panose="020F0502020204030204"/>
                <a:sym typeface="+mn-ea"/>
              </a:rPr>
              <a:t>small</a:t>
            </a:r>
            <a:r>
              <a:rPr sz="1800" spc="-25" dirty="0">
                <a:solidFill>
                  <a:srgbClr val="EAD8CC"/>
                </a:solidFill>
                <a:latin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1800" spc="-10" dirty="0">
                <a:solidFill>
                  <a:srgbClr val="EAD8CC"/>
                </a:solidFill>
                <a:latin typeface="Calibri" panose="020F0502020204030204"/>
                <a:cs typeface="Calibri" panose="020F0502020204030204"/>
                <a:sym typeface="+mn-ea"/>
              </a:rPr>
              <a:t>mobile w</a:t>
            </a:r>
            <a:r>
              <a:rPr lang="en-US" altLang="en-US" sz="1800" spc="-10" dirty="0">
                <a:solidFill>
                  <a:srgbClr val="EAD8CC"/>
                </a:solidFill>
                <a:latin typeface="Calibri" panose="020F0502020204030204"/>
                <a:cs typeface="Calibri" panose="020F0502020204030204"/>
                <a:sym typeface="+mn-ea"/>
              </a:rPr>
              <a:t>AA</a:t>
            </a:r>
            <a:r>
              <a:rPr sz="1800" spc="-10" dirty="0">
                <a:solidFill>
                  <a:srgbClr val="EAD8CC"/>
                </a:solidFill>
                <a:latin typeface="Calibri" panose="020F0502020204030204"/>
                <a:cs typeface="Calibri" panose="020F0502020204030204"/>
                <a:sym typeface="+mn-ea"/>
              </a:rPr>
              <a:t>idths</a:t>
            </a:r>
            <a:r>
              <a:rPr lang="en-US" altLang="en-US" sz="1800" spc="-10" dirty="0">
                <a:solidFill>
                  <a:srgbClr val="EAD8CC"/>
                </a:solidFill>
                <a:latin typeface="Calibri" panose="020F0502020204030204"/>
                <a:cs typeface="Calibri" panose="020F0502020204030204"/>
                <a:sym typeface="+mn-ea"/>
              </a:rPr>
              <a:t>A</a:t>
            </a:r>
            <a:endParaRPr lang="en-US" altLang="en-US" sz="1800" spc="-10" dirty="0">
              <a:solidFill>
                <a:srgbClr val="EAD8CC"/>
              </a:solidFill>
              <a:latin typeface="Calibri" panose="020F0502020204030204"/>
              <a:cs typeface="Calibri" panose="020F0502020204030204"/>
            </a:endParaRPr>
          </a:p>
          <a:p>
            <a:pPr>
              <a:lnSpc>
                <a:spcPct val="100000"/>
              </a:lnSpc>
              <a:spcBef>
                <a:spcPts val="1595"/>
              </a:spcBef>
            </a:pPr>
            <a:endParaRPr sz="1800">
              <a:latin typeface="Cambria" panose="02040503050406030204" charset="0"/>
              <a:cs typeface="Cambria" panose="02040503050406030204" charset="0"/>
            </a:endParaRPr>
          </a:p>
        </p:txBody>
      </p:sp>
      <p:sp>
        <p:nvSpPr>
          <p:cNvPr id="5" name="object 5"/>
          <p:cNvSpPr/>
          <p:nvPr>
            <p:custDataLst>
              <p:tags r:id="rId5"/>
            </p:custDataLst>
          </p:nvPr>
        </p:nvSpPr>
        <p:spPr>
          <a:xfrm>
            <a:off x="8968740" y="3124835"/>
            <a:ext cx="2723515" cy="1856740"/>
          </a:xfrm>
          <a:custGeom>
            <a:avLst/>
            <a:gdLst/>
            <a:ahLst/>
            <a:cxnLst/>
            <a:rect l="l" t="t" r="r" b="b"/>
            <a:pathLst>
              <a:path w="2606675" h="1920875">
                <a:moveTo>
                  <a:pt x="82791" y="0"/>
                </a:moveTo>
                <a:lnTo>
                  <a:pt x="41389" y="11163"/>
                </a:lnTo>
                <a:lnTo>
                  <a:pt x="11518" y="41401"/>
                </a:lnTo>
                <a:lnTo>
                  <a:pt x="355" y="82448"/>
                </a:lnTo>
                <a:lnTo>
                  <a:pt x="0" y="1838159"/>
                </a:lnTo>
                <a:lnTo>
                  <a:pt x="718" y="1848927"/>
                </a:lnTo>
                <a:lnTo>
                  <a:pt x="729" y="1849088"/>
                </a:lnTo>
                <a:lnTo>
                  <a:pt x="2837" y="1859492"/>
                </a:lnTo>
                <a:lnTo>
                  <a:pt x="2874" y="1859675"/>
                </a:lnTo>
                <a:lnTo>
                  <a:pt x="6301" y="1869653"/>
                </a:lnTo>
                <a:lnTo>
                  <a:pt x="6370" y="1869854"/>
                </a:lnTo>
                <a:lnTo>
                  <a:pt x="11150" y="1879561"/>
                </a:lnTo>
                <a:lnTo>
                  <a:pt x="17039" y="1888233"/>
                </a:lnTo>
                <a:lnTo>
                  <a:pt x="17141" y="1888383"/>
                </a:lnTo>
                <a:lnTo>
                  <a:pt x="50942" y="1914227"/>
                </a:lnTo>
                <a:lnTo>
                  <a:pt x="82435" y="1920608"/>
                </a:lnTo>
                <a:lnTo>
                  <a:pt x="2523959" y="1920608"/>
                </a:lnTo>
                <a:lnTo>
                  <a:pt x="2565361" y="1909445"/>
                </a:lnTo>
                <a:lnTo>
                  <a:pt x="2595232" y="1879206"/>
                </a:lnTo>
                <a:lnTo>
                  <a:pt x="2599913" y="1869854"/>
                </a:lnTo>
                <a:lnTo>
                  <a:pt x="2600014" y="1869653"/>
                </a:lnTo>
                <a:lnTo>
                  <a:pt x="2603451" y="1859675"/>
                </a:lnTo>
                <a:lnTo>
                  <a:pt x="2603514" y="1859492"/>
                </a:lnTo>
                <a:lnTo>
                  <a:pt x="2605631" y="1849088"/>
                </a:lnTo>
                <a:lnTo>
                  <a:pt x="2605663" y="1848927"/>
                </a:lnTo>
                <a:lnTo>
                  <a:pt x="2606395" y="1838159"/>
                </a:lnTo>
                <a:lnTo>
                  <a:pt x="2606371" y="82448"/>
                </a:lnTo>
                <a:lnTo>
                  <a:pt x="2595232" y="41401"/>
                </a:lnTo>
                <a:lnTo>
                  <a:pt x="2564993" y="11518"/>
                </a:lnTo>
                <a:lnTo>
                  <a:pt x="2523959" y="368"/>
                </a:lnTo>
                <a:lnTo>
                  <a:pt x="82791" y="0"/>
                </a:lnTo>
                <a:close/>
              </a:path>
            </a:pathLst>
          </a:custGeom>
          <a:solidFill>
            <a:srgbClr val="6A0E0E"/>
          </a:solidFill>
        </p:spPr>
        <p:txBody>
          <a:bodyPr wrap="square" lIns="0" tIns="0" rIns="0" bIns="0" rtlCol="0"/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3200" b="1" spc="-50" dirty="0">
                <a:solidFill>
                  <a:srgbClr val="FFFFFF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1</a:t>
            </a:r>
            <a:endParaRPr sz="3200">
              <a:latin typeface="Cambria" panose="02040503050406030204" charset="0"/>
              <a:cs typeface="Cambria" panose="02040503050406030204" charset="0"/>
            </a:endParaRPr>
          </a:p>
          <a:p>
            <a:pPr>
              <a:lnSpc>
                <a:spcPct val="100000"/>
              </a:lnSpc>
              <a:spcBef>
                <a:spcPts val="1595"/>
              </a:spcBef>
            </a:pPr>
            <a:r>
              <a:rPr sz="1800" b="1" spc="-10" dirty="0">
                <a:solidFill>
                  <a:srgbClr val="FFFFFF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Auto-Playing</a:t>
            </a:r>
            <a:r>
              <a:rPr sz="1800" b="1" spc="25" dirty="0">
                <a:solidFill>
                  <a:srgbClr val="FFFFFF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 </a:t>
            </a:r>
            <a:r>
              <a:rPr sz="1800" b="1" spc="-10" dirty="0">
                <a:solidFill>
                  <a:srgbClr val="FFFFFF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Carousel</a:t>
            </a:r>
            <a:endParaRPr sz="1800" b="1" spc="-10" dirty="0">
              <a:solidFill>
                <a:srgbClr val="FFFFFF"/>
              </a:solidFill>
              <a:latin typeface="Cambria" panose="02040503050406030204" charset="0"/>
              <a:cs typeface="Cambria" panose="02040503050406030204" charset="0"/>
              <a:sym typeface="+mn-ea"/>
            </a:endParaRPr>
          </a:p>
          <a:p>
            <a:pPr>
              <a:lnSpc>
                <a:spcPct val="100000"/>
              </a:lnSpc>
              <a:spcBef>
                <a:spcPts val="1595"/>
              </a:spcBef>
            </a:pPr>
            <a:r>
              <a:rPr sz="1800" spc="-10" dirty="0">
                <a:solidFill>
                  <a:srgbClr val="EAD8CC"/>
                </a:solidFill>
                <a:latin typeface="Calibri" panose="020F0502020204030204"/>
                <a:cs typeface="Calibri" panose="020F0502020204030204"/>
                <a:sym typeface="+mn-ea"/>
              </a:rPr>
              <a:t>Featured destinations</a:t>
            </a:r>
            <a:r>
              <a:rPr sz="1800" spc="5" dirty="0">
                <a:solidFill>
                  <a:srgbClr val="EAD8CC"/>
                </a:solidFill>
                <a:latin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1800" spc="-10" dirty="0">
                <a:solidFill>
                  <a:srgbClr val="EAD8CC"/>
                </a:solidFill>
                <a:latin typeface="Calibri" panose="020F0502020204030204"/>
                <a:cs typeface="Calibri" panose="020F0502020204030204"/>
                <a:sym typeface="+mn-ea"/>
              </a:rPr>
              <a:t>rotate</a:t>
            </a:r>
            <a:r>
              <a:rPr sz="1800" spc="-5" dirty="0">
                <a:solidFill>
                  <a:srgbClr val="EAD8CC"/>
                </a:solidFill>
                <a:latin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1800" dirty="0">
                <a:solidFill>
                  <a:srgbClr val="EAD8CC"/>
                </a:solidFill>
                <a:latin typeface="Calibri" panose="020F0502020204030204"/>
                <a:cs typeface="Calibri" panose="020F0502020204030204"/>
                <a:sym typeface="+mn-ea"/>
              </a:rPr>
              <a:t>on</a:t>
            </a:r>
            <a:r>
              <a:rPr sz="1800" spc="-5" dirty="0">
                <a:solidFill>
                  <a:srgbClr val="EAD8CC"/>
                </a:solidFill>
                <a:latin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1800" spc="-25" dirty="0">
                <a:solidFill>
                  <a:srgbClr val="EAD8CC"/>
                </a:solidFill>
                <a:latin typeface="Calibri" panose="020F0502020204030204"/>
                <a:cs typeface="Calibri" panose="020F0502020204030204"/>
                <a:sym typeface="+mn-ea"/>
              </a:rPr>
              <a:t>the</a:t>
            </a:r>
            <a:r>
              <a:rPr sz="1800" spc="-10" dirty="0">
                <a:solidFill>
                  <a:srgbClr val="EAD8CC"/>
                </a:solidFill>
                <a:latin typeface="Calibri" panose="020F0502020204030204"/>
                <a:cs typeface="Calibri" panose="020F0502020204030204"/>
                <a:sym typeface="+mn-ea"/>
              </a:rPr>
              <a:t> homepage</a:t>
            </a:r>
            <a:endParaRPr sz="1800">
              <a:latin typeface="Calibri" panose="020F0502020204030204"/>
              <a:cs typeface="Calibri" panose="020F0502020204030204"/>
            </a:endParaRPr>
          </a:p>
          <a:p>
            <a:pPr>
              <a:lnSpc>
                <a:spcPct val="100000"/>
              </a:lnSpc>
              <a:spcBef>
                <a:spcPts val="1595"/>
              </a:spcBef>
            </a:pPr>
            <a:endParaRPr sz="1800">
              <a:latin typeface="Cambria" panose="02040503050406030204" charset="0"/>
              <a:cs typeface="Cambria" panose="0204050305040603020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D8BD707-D9CF-40AE-B4C6-C98DA3205C09}" type="datetime1">
              <a:rPr lang="en-US"/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381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25" dirty="0"/>
            </a:fld>
            <a:endParaRPr spc="-25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t>Elite Stays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609600" y="465455"/>
            <a:ext cx="10972800" cy="952500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10" dirty="0">
                <a:solidFill>
                  <a:srgbClr val="FF0000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H</a:t>
            </a:r>
            <a:r>
              <a:rPr sz="2000" b="1" spc="-75" dirty="0">
                <a:solidFill>
                  <a:srgbClr val="FF0000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 </a:t>
            </a:r>
            <a:r>
              <a:rPr sz="2000" b="1" spc="-10" dirty="0">
                <a:solidFill>
                  <a:srgbClr val="FF0000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I</a:t>
            </a:r>
            <a:r>
              <a:rPr sz="2000" b="1" spc="-75" dirty="0">
                <a:solidFill>
                  <a:srgbClr val="FF0000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 </a:t>
            </a:r>
            <a:r>
              <a:rPr sz="2000" b="1" dirty="0">
                <a:solidFill>
                  <a:srgbClr val="FF0000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G</a:t>
            </a:r>
            <a:r>
              <a:rPr sz="2000" b="1" spc="-70" dirty="0">
                <a:solidFill>
                  <a:srgbClr val="FF0000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 </a:t>
            </a:r>
            <a:r>
              <a:rPr sz="2000" b="1" spc="-10" dirty="0">
                <a:solidFill>
                  <a:srgbClr val="FF0000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H</a:t>
            </a:r>
            <a:r>
              <a:rPr sz="2000" b="1" spc="-70" dirty="0">
                <a:solidFill>
                  <a:srgbClr val="FF0000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 </a:t>
            </a:r>
            <a:r>
              <a:rPr sz="2000" b="1" spc="-10" dirty="0">
                <a:solidFill>
                  <a:srgbClr val="FF0000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L</a:t>
            </a:r>
            <a:r>
              <a:rPr sz="2000" b="1" spc="-75" dirty="0">
                <a:solidFill>
                  <a:srgbClr val="FF0000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 </a:t>
            </a:r>
            <a:r>
              <a:rPr sz="2000" b="1" spc="-10" dirty="0">
                <a:solidFill>
                  <a:srgbClr val="FF0000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I</a:t>
            </a:r>
            <a:r>
              <a:rPr sz="2000" b="1" spc="-65" dirty="0">
                <a:solidFill>
                  <a:srgbClr val="FF0000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 </a:t>
            </a:r>
            <a:r>
              <a:rPr sz="2000" b="1" dirty="0">
                <a:solidFill>
                  <a:srgbClr val="FF0000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G</a:t>
            </a:r>
            <a:r>
              <a:rPr sz="2000" b="1" spc="-75" dirty="0">
                <a:solidFill>
                  <a:srgbClr val="FF0000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 </a:t>
            </a:r>
            <a:r>
              <a:rPr sz="2000" b="1" spc="-10" dirty="0">
                <a:solidFill>
                  <a:srgbClr val="FF0000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H</a:t>
            </a:r>
            <a:r>
              <a:rPr sz="2000" b="1" spc="-70" dirty="0">
                <a:solidFill>
                  <a:srgbClr val="FF0000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 </a:t>
            </a:r>
            <a:r>
              <a:rPr sz="2000" b="1" spc="-10" dirty="0">
                <a:solidFill>
                  <a:srgbClr val="FF0000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T</a:t>
            </a:r>
            <a:r>
              <a:rPr sz="2000" b="1" spc="-80" dirty="0">
                <a:solidFill>
                  <a:srgbClr val="FF0000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 </a:t>
            </a:r>
            <a:r>
              <a:rPr sz="2000" b="1" spc="-50" dirty="0">
                <a:solidFill>
                  <a:srgbClr val="FF0000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S</a:t>
            </a:r>
            <a:br>
              <a:rPr sz="2000" spc="-35" dirty="0">
                <a:solidFill>
                  <a:srgbClr val="231913"/>
                </a:solidFill>
              </a:rPr>
            </a:br>
            <a:r>
              <a:rPr lang="en-US" spc="-35" dirty="0">
                <a:solidFill>
                  <a:srgbClr val="231913"/>
                </a:solidFill>
              </a:rPr>
              <a:t>                </a:t>
            </a:r>
            <a:r>
              <a:rPr spc="-35" dirty="0">
                <a:solidFill>
                  <a:srgbClr val="231913"/>
                </a:solidFill>
              </a:rPr>
              <a:t>Key</a:t>
            </a:r>
            <a:r>
              <a:rPr spc="-140" dirty="0">
                <a:solidFill>
                  <a:srgbClr val="231913"/>
                </a:solidFill>
              </a:rPr>
              <a:t> </a:t>
            </a:r>
            <a:r>
              <a:rPr spc="45" dirty="0">
                <a:solidFill>
                  <a:srgbClr val="231913"/>
                </a:solidFill>
              </a:rPr>
              <a:t>Features</a:t>
            </a:r>
            <a:endParaRPr spc="45" dirty="0">
              <a:solidFill>
                <a:srgbClr val="231913"/>
              </a:solidFill>
            </a:endParaRPr>
          </a:p>
        </p:txBody>
      </p:sp>
      <p:grpSp>
        <p:nvGrpSpPr>
          <p:cNvPr id="4" name="object 4"/>
          <p:cNvGrpSpPr/>
          <p:nvPr>
            <p:custDataLst>
              <p:tags r:id="rId1"/>
            </p:custDataLst>
          </p:nvPr>
        </p:nvGrpSpPr>
        <p:grpSpPr>
          <a:xfrm>
            <a:off x="541616" y="1684616"/>
            <a:ext cx="2665095" cy="3579495"/>
            <a:chOff x="541616" y="1684616"/>
            <a:chExt cx="2665095" cy="3579495"/>
          </a:xfrm>
        </p:grpSpPr>
        <p:sp>
          <p:nvSpPr>
            <p:cNvPr id="5" name="object 5"/>
            <p:cNvSpPr/>
            <p:nvPr>
              <p:custDataLst>
                <p:tags r:id="rId2"/>
              </p:custDataLst>
            </p:nvPr>
          </p:nvSpPr>
          <p:spPr>
            <a:xfrm>
              <a:off x="547916" y="1690916"/>
              <a:ext cx="2652395" cy="3566795"/>
            </a:xfrm>
            <a:custGeom>
              <a:avLst/>
              <a:gdLst/>
              <a:ahLst/>
              <a:cxnLst/>
              <a:rect l="l" t="t" r="r" b="b"/>
              <a:pathLst>
                <a:path w="2652395" h="3566795">
                  <a:moveTo>
                    <a:pt x="368" y="82448"/>
                  </a:moveTo>
                  <a:lnTo>
                    <a:pt x="1097" y="71680"/>
                  </a:lnTo>
                  <a:lnTo>
                    <a:pt x="3243" y="61115"/>
                  </a:lnTo>
                  <a:lnTo>
                    <a:pt x="24569" y="24258"/>
                  </a:lnTo>
                  <a:lnTo>
                    <a:pt x="61293" y="2881"/>
                  </a:lnTo>
                  <a:lnTo>
                    <a:pt x="82803" y="0"/>
                  </a:lnTo>
                  <a:lnTo>
                    <a:pt x="2569679" y="368"/>
                  </a:lnTo>
                  <a:lnTo>
                    <a:pt x="2610726" y="11518"/>
                  </a:lnTo>
                  <a:lnTo>
                    <a:pt x="2640965" y="41402"/>
                  </a:lnTo>
                  <a:lnTo>
                    <a:pt x="2652128" y="82804"/>
                  </a:lnTo>
                  <a:lnTo>
                    <a:pt x="2652128" y="3484079"/>
                  </a:lnTo>
                  <a:lnTo>
                    <a:pt x="2651396" y="3494847"/>
                  </a:lnTo>
                  <a:lnTo>
                    <a:pt x="2649246" y="3505412"/>
                  </a:lnTo>
                  <a:lnTo>
                    <a:pt x="2627914" y="3542269"/>
                  </a:lnTo>
                  <a:lnTo>
                    <a:pt x="2591195" y="3563646"/>
                  </a:lnTo>
                  <a:lnTo>
                    <a:pt x="2569679" y="3566528"/>
                  </a:lnTo>
                  <a:lnTo>
                    <a:pt x="82448" y="3566528"/>
                  </a:lnTo>
                  <a:lnTo>
                    <a:pt x="41401" y="3555365"/>
                  </a:lnTo>
                  <a:lnTo>
                    <a:pt x="11163" y="3525481"/>
                  </a:lnTo>
                  <a:lnTo>
                    <a:pt x="0" y="3484079"/>
                  </a:lnTo>
                  <a:lnTo>
                    <a:pt x="368" y="82448"/>
                  </a:lnTo>
                  <a:close/>
                </a:path>
              </a:pathLst>
            </a:custGeom>
            <a:ln w="12599">
              <a:solidFill>
                <a:srgbClr val="E5D7C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>
              <p:custDataLst>
                <p:tags r:id="rId3"/>
              </p:custDataLst>
            </p:nvPr>
          </p:nvSpPr>
          <p:spPr>
            <a:xfrm>
              <a:off x="822236" y="1965236"/>
              <a:ext cx="457834" cy="457834"/>
            </a:xfrm>
            <a:custGeom>
              <a:avLst/>
              <a:gdLst/>
              <a:ahLst/>
              <a:cxnLst/>
              <a:rect l="l" t="t" r="r" b="b"/>
              <a:pathLst>
                <a:path w="457834" h="457835">
                  <a:moveTo>
                    <a:pt x="82804" y="0"/>
                  </a:moveTo>
                  <a:lnTo>
                    <a:pt x="41402" y="11163"/>
                  </a:lnTo>
                  <a:lnTo>
                    <a:pt x="11518" y="41401"/>
                  </a:lnTo>
                  <a:lnTo>
                    <a:pt x="368" y="82448"/>
                  </a:lnTo>
                  <a:lnTo>
                    <a:pt x="0" y="375119"/>
                  </a:lnTo>
                  <a:lnTo>
                    <a:pt x="720" y="385887"/>
                  </a:lnTo>
                  <a:lnTo>
                    <a:pt x="731" y="386048"/>
                  </a:lnTo>
                  <a:lnTo>
                    <a:pt x="2844" y="396452"/>
                  </a:lnTo>
                  <a:lnTo>
                    <a:pt x="2881" y="396635"/>
                  </a:lnTo>
                  <a:lnTo>
                    <a:pt x="6311" y="406613"/>
                  </a:lnTo>
                  <a:lnTo>
                    <a:pt x="6381" y="406814"/>
                  </a:lnTo>
                  <a:lnTo>
                    <a:pt x="11163" y="416521"/>
                  </a:lnTo>
                  <a:lnTo>
                    <a:pt x="41402" y="446404"/>
                  </a:lnTo>
                  <a:lnTo>
                    <a:pt x="82448" y="457568"/>
                  </a:lnTo>
                  <a:lnTo>
                    <a:pt x="375119" y="457568"/>
                  </a:lnTo>
                  <a:lnTo>
                    <a:pt x="416521" y="446404"/>
                  </a:lnTo>
                  <a:lnTo>
                    <a:pt x="446405" y="416166"/>
                  </a:lnTo>
                  <a:lnTo>
                    <a:pt x="451086" y="406814"/>
                  </a:lnTo>
                  <a:lnTo>
                    <a:pt x="451187" y="406613"/>
                  </a:lnTo>
                  <a:lnTo>
                    <a:pt x="457568" y="375119"/>
                  </a:lnTo>
                  <a:lnTo>
                    <a:pt x="457544" y="82448"/>
                  </a:lnTo>
                  <a:lnTo>
                    <a:pt x="446405" y="41401"/>
                  </a:lnTo>
                  <a:lnTo>
                    <a:pt x="416166" y="11518"/>
                  </a:lnTo>
                  <a:lnTo>
                    <a:pt x="375119" y="368"/>
                  </a:lnTo>
                  <a:lnTo>
                    <a:pt x="82804" y="0"/>
                  </a:lnTo>
                  <a:close/>
                </a:path>
              </a:pathLst>
            </a:custGeom>
            <a:solidFill>
              <a:srgbClr val="8A191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>
            <p:custDataLst>
              <p:tags r:id="rId4"/>
            </p:custDataLst>
          </p:nvPr>
        </p:nvSpPr>
        <p:spPr>
          <a:xfrm>
            <a:off x="997826" y="2074582"/>
            <a:ext cx="107314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1</a:t>
            </a:r>
            <a:endParaRPr sz="14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8" name="object 8"/>
          <p:cNvSpPr txBox="1"/>
          <p:nvPr>
            <p:custDataLst>
              <p:tags r:id="rId5"/>
            </p:custDataLst>
          </p:nvPr>
        </p:nvSpPr>
        <p:spPr>
          <a:xfrm>
            <a:off x="809904" y="2783776"/>
            <a:ext cx="152082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231913"/>
                </a:solidFill>
                <a:latin typeface="Times New Roman" panose="02020603050405020304"/>
                <a:cs typeface="Times New Roman" panose="02020603050405020304"/>
              </a:rPr>
              <a:t>Unified</a:t>
            </a:r>
            <a:r>
              <a:rPr sz="1400" b="1" spc="160" dirty="0">
                <a:solidFill>
                  <a:srgbClr val="23191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b="1" spc="-10" dirty="0">
                <a:solidFill>
                  <a:srgbClr val="231913"/>
                </a:solidFill>
                <a:latin typeface="Times New Roman" panose="02020603050405020304"/>
                <a:cs typeface="Times New Roman" panose="02020603050405020304"/>
              </a:rPr>
              <a:t>Navigation</a:t>
            </a:r>
            <a:endParaRPr sz="14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9" name="object 9"/>
          <p:cNvSpPr txBox="1"/>
          <p:nvPr>
            <p:custDataLst>
              <p:tags r:id="rId6"/>
            </p:custDataLst>
          </p:nvPr>
        </p:nvSpPr>
        <p:spPr>
          <a:xfrm>
            <a:off x="809904" y="3787325"/>
            <a:ext cx="1811655" cy="1089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5000"/>
              </a:lnSpc>
              <a:spcBef>
                <a:spcPts val="100"/>
              </a:spcBef>
            </a:pPr>
            <a:r>
              <a:rPr sz="140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1400" spc="-3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fixed,</a:t>
            </a:r>
            <a:r>
              <a:rPr sz="1400" spc="-3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identical</a:t>
            </a:r>
            <a:r>
              <a:rPr sz="1400" spc="-3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navbar</a:t>
            </a:r>
            <a:r>
              <a:rPr sz="1400" spc="-3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spc="-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with </a:t>
            </a:r>
            <a:r>
              <a:rPr sz="140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language</a:t>
            </a:r>
            <a:r>
              <a:rPr sz="1400" spc="-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selector</a:t>
            </a:r>
            <a:r>
              <a:rPr sz="1400" spc="-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and</a:t>
            </a:r>
            <a:r>
              <a:rPr sz="1400" spc="-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login</a:t>
            </a:r>
            <a:r>
              <a:rPr sz="1400" spc="-2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spc="-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link </a:t>
            </a:r>
            <a:r>
              <a:rPr sz="140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across</a:t>
            </a:r>
            <a:r>
              <a:rPr sz="1400" spc="-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all</a:t>
            </a:r>
            <a:r>
              <a:rPr sz="1400" spc="-2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pages.</a:t>
            </a:r>
            <a:endParaRPr sz="1400" spc="-10" dirty="0">
              <a:solidFill>
                <a:srgbClr val="FF0000"/>
              </a:solidFill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10" name="object 10"/>
          <p:cNvGrpSpPr/>
          <p:nvPr>
            <p:custDataLst>
              <p:tags r:id="rId7"/>
            </p:custDataLst>
          </p:nvPr>
        </p:nvGrpSpPr>
        <p:grpSpPr>
          <a:xfrm>
            <a:off x="3376256" y="1684616"/>
            <a:ext cx="2665095" cy="3579495"/>
            <a:chOff x="3376256" y="1684616"/>
            <a:chExt cx="2665095" cy="3579495"/>
          </a:xfrm>
        </p:grpSpPr>
        <p:sp>
          <p:nvSpPr>
            <p:cNvPr id="11" name="object 11"/>
            <p:cNvSpPr/>
            <p:nvPr>
              <p:custDataLst>
                <p:tags r:id="rId8"/>
              </p:custDataLst>
            </p:nvPr>
          </p:nvSpPr>
          <p:spPr>
            <a:xfrm>
              <a:off x="3382556" y="1690916"/>
              <a:ext cx="2652395" cy="3566795"/>
            </a:xfrm>
            <a:custGeom>
              <a:avLst/>
              <a:gdLst/>
              <a:ahLst/>
              <a:cxnLst/>
              <a:rect l="l" t="t" r="r" b="b"/>
              <a:pathLst>
                <a:path w="2652395" h="3566795">
                  <a:moveTo>
                    <a:pt x="368" y="82448"/>
                  </a:moveTo>
                  <a:lnTo>
                    <a:pt x="1097" y="71680"/>
                  </a:lnTo>
                  <a:lnTo>
                    <a:pt x="3243" y="61115"/>
                  </a:lnTo>
                  <a:lnTo>
                    <a:pt x="24569" y="24258"/>
                  </a:lnTo>
                  <a:lnTo>
                    <a:pt x="61293" y="2881"/>
                  </a:lnTo>
                  <a:lnTo>
                    <a:pt x="82803" y="0"/>
                  </a:lnTo>
                  <a:lnTo>
                    <a:pt x="2569679" y="368"/>
                  </a:lnTo>
                  <a:lnTo>
                    <a:pt x="2610726" y="11518"/>
                  </a:lnTo>
                  <a:lnTo>
                    <a:pt x="2640965" y="41402"/>
                  </a:lnTo>
                  <a:lnTo>
                    <a:pt x="2652128" y="82804"/>
                  </a:lnTo>
                  <a:lnTo>
                    <a:pt x="2652128" y="3484079"/>
                  </a:lnTo>
                  <a:lnTo>
                    <a:pt x="2651396" y="3494847"/>
                  </a:lnTo>
                  <a:lnTo>
                    <a:pt x="2649246" y="3505412"/>
                  </a:lnTo>
                  <a:lnTo>
                    <a:pt x="2627914" y="3542269"/>
                  </a:lnTo>
                  <a:lnTo>
                    <a:pt x="2591195" y="3563646"/>
                  </a:lnTo>
                  <a:lnTo>
                    <a:pt x="2569679" y="3566528"/>
                  </a:lnTo>
                  <a:lnTo>
                    <a:pt x="82448" y="3566528"/>
                  </a:lnTo>
                  <a:lnTo>
                    <a:pt x="41401" y="3555365"/>
                  </a:lnTo>
                  <a:lnTo>
                    <a:pt x="11163" y="3525481"/>
                  </a:lnTo>
                  <a:lnTo>
                    <a:pt x="0" y="3484079"/>
                  </a:lnTo>
                  <a:lnTo>
                    <a:pt x="368" y="82448"/>
                  </a:lnTo>
                  <a:close/>
                </a:path>
              </a:pathLst>
            </a:custGeom>
            <a:ln w="12599">
              <a:solidFill>
                <a:srgbClr val="E5D7C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>
              <p:custDataLst>
                <p:tags r:id="rId9"/>
              </p:custDataLst>
            </p:nvPr>
          </p:nvSpPr>
          <p:spPr>
            <a:xfrm>
              <a:off x="3656876" y="1965236"/>
              <a:ext cx="457834" cy="457834"/>
            </a:xfrm>
            <a:custGeom>
              <a:avLst/>
              <a:gdLst/>
              <a:ahLst/>
              <a:cxnLst/>
              <a:rect l="l" t="t" r="r" b="b"/>
              <a:pathLst>
                <a:path w="457835" h="457835">
                  <a:moveTo>
                    <a:pt x="82804" y="0"/>
                  </a:moveTo>
                  <a:lnTo>
                    <a:pt x="41401" y="11163"/>
                  </a:lnTo>
                  <a:lnTo>
                    <a:pt x="11518" y="41401"/>
                  </a:lnTo>
                  <a:lnTo>
                    <a:pt x="368" y="82448"/>
                  </a:lnTo>
                  <a:lnTo>
                    <a:pt x="0" y="375119"/>
                  </a:lnTo>
                  <a:lnTo>
                    <a:pt x="720" y="385887"/>
                  </a:lnTo>
                  <a:lnTo>
                    <a:pt x="731" y="386048"/>
                  </a:lnTo>
                  <a:lnTo>
                    <a:pt x="2844" y="396452"/>
                  </a:lnTo>
                  <a:lnTo>
                    <a:pt x="2881" y="396635"/>
                  </a:lnTo>
                  <a:lnTo>
                    <a:pt x="6311" y="406613"/>
                  </a:lnTo>
                  <a:lnTo>
                    <a:pt x="6381" y="406814"/>
                  </a:lnTo>
                  <a:lnTo>
                    <a:pt x="11163" y="416521"/>
                  </a:lnTo>
                  <a:lnTo>
                    <a:pt x="17052" y="425193"/>
                  </a:lnTo>
                  <a:lnTo>
                    <a:pt x="17154" y="425343"/>
                  </a:lnTo>
                  <a:lnTo>
                    <a:pt x="50955" y="451187"/>
                  </a:lnTo>
                  <a:lnTo>
                    <a:pt x="82448" y="457568"/>
                  </a:lnTo>
                  <a:lnTo>
                    <a:pt x="375119" y="457568"/>
                  </a:lnTo>
                  <a:lnTo>
                    <a:pt x="416521" y="446404"/>
                  </a:lnTo>
                  <a:lnTo>
                    <a:pt x="446405" y="416166"/>
                  </a:lnTo>
                  <a:lnTo>
                    <a:pt x="457568" y="375119"/>
                  </a:lnTo>
                  <a:lnTo>
                    <a:pt x="457544" y="82448"/>
                  </a:lnTo>
                  <a:lnTo>
                    <a:pt x="446405" y="41401"/>
                  </a:lnTo>
                  <a:lnTo>
                    <a:pt x="416166" y="11518"/>
                  </a:lnTo>
                  <a:lnTo>
                    <a:pt x="375119" y="368"/>
                  </a:lnTo>
                  <a:lnTo>
                    <a:pt x="82804" y="0"/>
                  </a:lnTo>
                  <a:close/>
                </a:path>
              </a:pathLst>
            </a:custGeom>
            <a:solidFill>
              <a:srgbClr val="0E756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/>
          <p:nvPr>
            <p:custDataLst>
              <p:tags r:id="rId10"/>
            </p:custDataLst>
          </p:nvPr>
        </p:nvSpPr>
        <p:spPr>
          <a:xfrm>
            <a:off x="3827779" y="2074582"/>
            <a:ext cx="11557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2</a:t>
            </a:r>
            <a:endParaRPr sz="14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4" name="object 14"/>
          <p:cNvSpPr txBox="1"/>
          <p:nvPr>
            <p:custDataLst>
              <p:tags r:id="rId11"/>
            </p:custDataLst>
          </p:nvPr>
        </p:nvSpPr>
        <p:spPr>
          <a:xfrm>
            <a:off x="3644544" y="2676867"/>
            <a:ext cx="136144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231913"/>
                </a:solidFill>
                <a:latin typeface="Times New Roman" panose="02020603050405020304"/>
                <a:cs typeface="Times New Roman" panose="02020603050405020304"/>
              </a:rPr>
              <a:t>Browsable</a:t>
            </a:r>
            <a:r>
              <a:rPr sz="1400" b="1" spc="195" dirty="0">
                <a:solidFill>
                  <a:srgbClr val="23191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b="1" spc="-20" dirty="0">
                <a:solidFill>
                  <a:srgbClr val="231913"/>
                </a:solidFill>
                <a:latin typeface="Times New Roman" panose="02020603050405020304"/>
                <a:cs typeface="Times New Roman" panose="02020603050405020304"/>
              </a:rPr>
              <a:t>Room </a:t>
            </a:r>
            <a:r>
              <a:rPr sz="1400" b="1" spc="-10" dirty="0">
                <a:solidFill>
                  <a:srgbClr val="231913"/>
                </a:solidFill>
                <a:latin typeface="Times New Roman" panose="02020603050405020304"/>
                <a:cs typeface="Times New Roman" panose="02020603050405020304"/>
              </a:rPr>
              <a:t>Catalogue</a:t>
            </a:r>
            <a:endParaRPr sz="14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5" name="object 15"/>
          <p:cNvSpPr txBox="1"/>
          <p:nvPr>
            <p:custDataLst>
              <p:tags r:id="rId12"/>
            </p:custDataLst>
          </p:nvPr>
        </p:nvSpPr>
        <p:spPr>
          <a:xfrm>
            <a:off x="3644544" y="3787325"/>
            <a:ext cx="2026920" cy="820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5000"/>
              </a:lnSpc>
              <a:spcBef>
                <a:spcPts val="100"/>
              </a:spcBef>
            </a:pPr>
            <a:r>
              <a:rPr sz="140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6</a:t>
            </a:r>
            <a:r>
              <a:rPr sz="1400" spc="-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room</a:t>
            </a:r>
            <a:r>
              <a:rPr sz="140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cards</a:t>
            </a:r>
            <a:r>
              <a:rPr sz="140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with</a:t>
            </a:r>
            <a:r>
              <a:rPr sz="140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140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modal</a:t>
            </a:r>
            <a:r>
              <a:rPr sz="1400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booking </a:t>
            </a:r>
            <a:r>
              <a:rPr sz="140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flow</a:t>
            </a:r>
            <a:r>
              <a:rPr sz="1400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and</a:t>
            </a:r>
            <a:r>
              <a:rPr sz="140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1400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full</a:t>
            </a:r>
            <a:r>
              <a:rPr sz="1400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pricing</a:t>
            </a:r>
            <a:r>
              <a:rPr sz="1400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comparison table.</a:t>
            </a:r>
            <a:endParaRPr sz="1400" spc="-10" dirty="0">
              <a:solidFill>
                <a:srgbClr val="FF0000"/>
              </a:solidFill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16" name="object 16"/>
          <p:cNvGrpSpPr/>
          <p:nvPr>
            <p:custDataLst>
              <p:tags r:id="rId13"/>
            </p:custDataLst>
          </p:nvPr>
        </p:nvGrpSpPr>
        <p:grpSpPr>
          <a:xfrm>
            <a:off x="6210896" y="1684616"/>
            <a:ext cx="2665095" cy="3579495"/>
            <a:chOff x="6210896" y="1684616"/>
            <a:chExt cx="2665095" cy="3579495"/>
          </a:xfrm>
        </p:grpSpPr>
        <p:sp>
          <p:nvSpPr>
            <p:cNvPr id="17" name="object 17"/>
            <p:cNvSpPr/>
            <p:nvPr>
              <p:custDataLst>
                <p:tags r:id="rId14"/>
              </p:custDataLst>
            </p:nvPr>
          </p:nvSpPr>
          <p:spPr>
            <a:xfrm>
              <a:off x="6217195" y="1690916"/>
              <a:ext cx="2652395" cy="3566795"/>
            </a:xfrm>
            <a:custGeom>
              <a:avLst/>
              <a:gdLst/>
              <a:ahLst/>
              <a:cxnLst/>
              <a:rect l="l" t="t" r="r" b="b"/>
              <a:pathLst>
                <a:path w="2652395" h="3566795">
                  <a:moveTo>
                    <a:pt x="368" y="82448"/>
                  </a:moveTo>
                  <a:lnTo>
                    <a:pt x="1097" y="71680"/>
                  </a:lnTo>
                  <a:lnTo>
                    <a:pt x="3243" y="61115"/>
                  </a:lnTo>
                  <a:lnTo>
                    <a:pt x="24569" y="24258"/>
                  </a:lnTo>
                  <a:lnTo>
                    <a:pt x="61293" y="2881"/>
                  </a:lnTo>
                  <a:lnTo>
                    <a:pt x="82803" y="0"/>
                  </a:lnTo>
                  <a:lnTo>
                    <a:pt x="2569679" y="368"/>
                  </a:lnTo>
                  <a:lnTo>
                    <a:pt x="2610726" y="11518"/>
                  </a:lnTo>
                  <a:lnTo>
                    <a:pt x="2640965" y="41402"/>
                  </a:lnTo>
                  <a:lnTo>
                    <a:pt x="2652128" y="82804"/>
                  </a:lnTo>
                  <a:lnTo>
                    <a:pt x="2652128" y="3484079"/>
                  </a:lnTo>
                  <a:lnTo>
                    <a:pt x="2651396" y="3494847"/>
                  </a:lnTo>
                  <a:lnTo>
                    <a:pt x="2649246" y="3505412"/>
                  </a:lnTo>
                  <a:lnTo>
                    <a:pt x="2627914" y="3542269"/>
                  </a:lnTo>
                  <a:lnTo>
                    <a:pt x="2591195" y="3563646"/>
                  </a:lnTo>
                  <a:lnTo>
                    <a:pt x="2569679" y="3566528"/>
                  </a:lnTo>
                  <a:lnTo>
                    <a:pt x="82448" y="3566528"/>
                  </a:lnTo>
                  <a:lnTo>
                    <a:pt x="41401" y="3555365"/>
                  </a:lnTo>
                  <a:lnTo>
                    <a:pt x="11163" y="3525481"/>
                  </a:lnTo>
                  <a:lnTo>
                    <a:pt x="0" y="3484079"/>
                  </a:lnTo>
                  <a:lnTo>
                    <a:pt x="368" y="82448"/>
                  </a:lnTo>
                  <a:close/>
                </a:path>
              </a:pathLst>
            </a:custGeom>
            <a:ln w="12599">
              <a:solidFill>
                <a:srgbClr val="E5D7C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>
              <p:custDataLst>
                <p:tags r:id="rId15"/>
              </p:custDataLst>
            </p:nvPr>
          </p:nvSpPr>
          <p:spPr>
            <a:xfrm>
              <a:off x="6491515" y="1965236"/>
              <a:ext cx="457834" cy="457834"/>
            </a:xfrm>
            <a:custGeom>
              <a:avLst/>
              <a:gdLst/>
              <a:ahLst/>
              <a:cxnLst/>
              <a:rect l="l" t="t" r="r" b="b"/>
              <a:pathLst>
                <a:path w="457834" h="457835">
                  <a:moveTo>
                    <a:pt x="82804" y="0"/>
                  </a:moveTo>
                  <a:lnTo>
                    <a:pt x="41402" y="11163"/>
                  </a:lnTo>
                  <a:lnTo>
                    <a:pt x="11518" y="41401"/>
                  </a:lnTo>
                  <a:lnTo>
                    <a:pt x="368" y="82448"/>
                  </a:lnTo>
                  <a:lnTo>
                    <a:pt x="0" y="375119"/>
                  </a:lnTo>
                  <a:lnTo>
                    <a:pt x="720" y="385887"/>
                  </a:lnTo>
                  <a:lnTo>
                    <a:pt x="731" y="386048"/>
                  </a:lnTo>
                  <a:lnTo>
                    <a:pt x="2844" y="396452"/>
                  </a:lnTo>
                  <a:lnTo>
                    <a:pt x="2881" y="396635"/>
                  </a:lnTo>
                  <a:lnTo>
                    <a:pt x="6311" y="406613"/>
                  </a:lnTo>
                  <a:lnTo>
                    <a:pt x="32374" y="440419"/>
                  </a:lnTo>
                  <a:lnTo>
                    <a:pt x="71680" y="456836"/>
                  </a:lnTo>
                  <a:lnTo>
                    <a:pt x="82448" y="457568"/>
                  </a:lnTo>
                  <a:lnTo>
                    <a:pt x="375119" y="457568"/>
                  </a:lnTo>
                  <a:lnTo>
                    <a:pt x="416521" y="446404"/>
                  </a:lnTo>
                  <a:lnTo>
                    <a:pt x="446405" y="416166"/>
                  </a:lnTo>
                  <a:lnTo>
                    <a:pt x="454624" y="396635"/>
                  </a:lnTo>
                  <a:lnTo>
                    <a:pt x="454686" y="396452"/>
                  </a:lnTo>
                  <a:lnTo>
                    <a:pt x="456803" y="386048"/>
                  </a:lnTo>
                  <a:lnTo>
                    <a:pt x="456836" y="385887"/>
                  </a:lnTo>
                  <a:lnTo>
                    <a:pt x="457568" y="375119"/>
                  </a:lnTo>
                  <a:lnTo>
                    <a:pt x="457544" y="82448"/>
                  </a:lnTo>
                  <a:lnTo>
                    <a:pt x="446405" y="41401"/>
                  </a:lnTo>
                  <a:lnTo>
                    <a:pt x="416166" y="11518"/>
                  </a:lnTo>
                  <a:lnTo>
                    <a:pt x="375119" y="368"/>
                  </a:lnTo>
                  <a:lnTo>
                    <a:pt x="82804" y="0"/>
                  </a:lnTo>
                  <a:close/>
                </a:path>
              </a:pathLst>
            </a:custGeom>
            <a:solidFill>
              <a:srgbClr val="E7B82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 txBox="1"/>
          <p:nvPr>
            <p:custDataLst>
              <p:tags r:id="rId16"/>
            </p:custDataLst>
          </p:nvPr>
        </p:nvSpPr>
        <p:spPr>
          <a:xfrm>
            <a:off x="6662419" y="2074582"/>
            <a:ext cx="11620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3</a:t>
            </a:r>
            <a:endParaRPr sz="14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20" name="object 20"/>
          <p:cNvSpPr txBox="1"/>
          <p:nvPr>
            <p:custDataLst>
              <p:tags r:id="rId17"/>
            </p:custDataLst>
          </p:nvPr>
        </p:nvSpPr>
        <p:spPr>
          <a:xfrm>
            <a:off x="6479184" y="2783776"/>
            <a:ext cx="161925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140" dirty="0">
                <a:solidFill>
                  <a:srgbClr val="231913"/>
                </a:solidFill>
                <a:latin typeface="Times New Roman" panose="02020603050405020304"/>
                <a:cs typeface="Times New Roman" panose="02020603050405020304"/>
              </a:rPr>
              <a:t>CSS-</a:t>
            </a:r>
            <a:r>
              <a:rPr sz="1400" b="1" dirty="0">
                <a:solidFill>
                  <a:srgbClr val="231913"/>
                </a:solidFill>
                <a:latin typeface="Times New Roman" panose="02020603050405020304"/>
                <a:cs typeface="Times New Roman" panose="02020603050405020304"/>
              </a:rPr>
              <a:t>Driven</a:t>
            </a:r>
            <a:r>
              <a:rPr sz="1400" b="1" spc="45" dirty="0">
                <a:solidFill>
                  <a:srgbClr val="23191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b="1" spc="-10" dirty="0">
                <a:solidFill>
                  <a:srgbClr val="231913"/>
                </a:solidFill>
                <a:latin typeface="Times New Roman" panose="02020603050405020304"/>
                <a:cs typeface="Times New Roman" panose="02020603050405020304"/>
              </a:rPr>
              <a:t>Carousel</a:t>
            </a:r>
            <a:endParaRPr sz="14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21" name="object 21"/>
          <p:cNvSpPr txBox="1"/>
          <p:nvPr>
            <p:custDataLst>
              <p:tags r:id="rId18"/>
            </p:custDataLst>
          </p:nvPr>
        </p:nvSpPr>
        <p:spPr>
          <a:xfrm>
            <a:off x="6479184" y="3787325"/>
            <a:ext cx="1975485" cy="820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5000"/>
              </a:lnSpc>
              <a:spcBef>
                <a:spcPts val="100"/>
              </a:spcBef>
            </a:pPr>
            <a:r>
              <a:rPr sz="140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1400" spc="-2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looping</a:t>
            </a:r>
            <a:r>
              <a:rPr sz="140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destination</a:t>
            </a:r>
            <a:r>
              <a:rPr sz="1400" spc="-2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showcase powered</a:t>
            </a:r>
            <a:r>
              <a:rPr sz="140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purely</a:t>
            </a:r>
            <a:r>
              <a:rPr sz="1400" spc="-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by</a:t>
            </a:r>
            <a:r>
              <a:rPr sz="1400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CSS</a:t>
            </a:r>
            <a:r>
              <a:rPr sz="1400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keyframes, </a:t>
            </a:r>
            <a:r>
              <a:rPr sz="140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no</a:t>
            </a:r>
            <a:r>
              <a:rPr sz="1400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spc="-2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JS.</a:t>
            </a:r>
            <a:endParaRPr sz="1400" spc="-25" dirty="0">
              <a:solidFill>
                <a:srgbClr val="FF0000"/>
              </a:solidFill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22" name="object 22"/>
          <p:cNvGrpSpPr/>
          <p:nvPr>
            <p:custDataLst>
              <p:tags r:id="rId19"/>
            </p:custDataLst>
          </p:nvPr>
        </p:nvGrpSpPr>
        <p:grpSpPr>
          <a:xfrm>
            <a:off x="9045536" y="1684616"/>
            <a:ext cx="2665095" cy="3579495"/>
            <a:chOff x="9045536" y="1684616"/>
            <a:chExt cx="2665095" cy="3579495"/>
          </a:xfrm>
        </p:grpSpPr>
        <p:sp>
          <p:nvSpPr>
            <p:cNvPr id="23" name="object 23"/>
            <p:cNvSpPr/>
            <p:nvPr>
              <p:custDataLst>
                <p:tags r:id="rId20"/>
              </p:custDataLst>
            </p:nvPr>
          </p:nvSpPr>
          <p:spPr>
            <a:xfrm>
              <a:off x="9051836" y="1690916"/>
              <a:ext cx="2652395" cy="3566795"/>
            </a:xfrm>
            <a:custGeom>
              <a:avLst/>
              <a:gdLst/>
              <a:ahLst/>
              <a:cxnLst/>
              <a:rect l="l" t="t" r="r" b="b"/>
              <a:pathLst>
                <a:path w="2652395" h="3566795">
                  <a:moveTo>
                    <a:pt x="368" y="82448"/>
                  </a:moveTo>
                  <a:lnTo>
                    <a:pt x="1097" y="71680"/>
                  </a:lnTo>
                  <a:lnTo>
                    <a:pt x="3243" y="61115"/>
                  </a:lnTo>
                  <a:lnTo>
                    <a:pt x="24569" y="24258"/>
                  </a:lnTo>
                  <a:lnTo>
                    <a:pt x="61293" y="2881"/>
                  </a:lnTo>
                  <a:lnTo>
                    <a:pt x="82803" y="0"/>
                  </a:lnTo>
                  <a:lnTo>
                    <a:pt x="2569679" y="368"/>
                  </a:lnTo>
                  <a:lnTo>
                    <a:pt x="2610726" y="11518"/>
                  </a:lnTo>
                  <a:lnTo>
                    <a:pt x="2640964" y="41402"/>
                  </a:lnTo>
                  <a:lnTo>
                    <a:pt x="2652128" y="82804"/>
                  </a:lnTo>
                  <a:lnTo>
                    <a:pt x="2652128" y="3484079"/>
                  </a:lnTo>
                  <a:lnTo>
                    <a:pt x="2651396" y="3494847"/>
                  </a:lnTo>
                  <a:lnTo>
                    <a:pt x="2649246" y="3505412"/>
                  </a:lnTo>
                  <a:lnTo>
                    <a:pt x="2627914" y="3542269"/>
                  </a:lnTo>
                  <a:lnTo>
                    <a:pt x="2591195" y="3563646"/>
                  </a:lnTo>
                  <a:lnTo>
                    <a:pt x="2569679" y="3566528"/>
                  </a:lnTo>
                  <a:lnTo>
                    <a:pt x="82448" y="3566528"/>
                  </a:lnTo>
                  <a:lnTo>
                    <a:pt x="41401" y="3555365"/>
                  </a:lnTo>
                  <a:lnTo>
                    <a:pt x="11163" y="3525481"/>
                  </a:lnTo>
                  <a:lnTo>
                    <a:pt x="0" y="3484079"/>
                  </a:lnTo>
                  <a:lnTo>
                    <a:pt x="368" y="82448"/>
                  </a:lnTo>
                  <a:close/>
                </a:path>
              </a:pathLst>
            </a:custGeom>
            <a:ln w="12599">
              <a:solidFill>
                <a:srgbClr val="E5D7C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>
              <p:custDataLst>
                <p:tags r:id="rId21"/>
              </p:custDataLst>
            </p:nvPr>
          </p:nvSpPr>
          <p:spPr>
            <a:xfrm>
              <a:off x="9326156" y="1965236"/>
              <a:ext cx="457834" cy="457834"/>
            </a:xfrm>
            <a:custGeom>
              <a:avLst/>
              <a:gdLst/>
              <a:ahLst/>
              <a:cxnLst/>
              <a:rect l="l" t="t" r="r" b="b"/>
              <a:pathLst>
                <a:path w="457834" h="457835">
                  <a:moveTo>
                    <a:pt x="82804" y="0"/>
                  </a:moveTo>
                  <a:lnTo>
                    <a:pt x="41401" y="11163"/>
                  </a:lnTo>
                  <a:lnTo>
                    <a:pt x="11518" y="41401"/>
                  </a:lnTo>
                  <a:lnTo>
                    <a:pt x="368" y="82448"/>
                  </a:lnTo>
                  <a:lnTo>
                    <a:pt x="0" y="375119"/>
                  </a:lnTo>
                  <a:lnTo>
                    <a:pt x="720" y="385887"/>
                  </a:lnTo>
                  <a:lnTo>
                    <a:pt x="17052" y="425193"/>
                  </a:lnTo>
                  <a:lnTo>
                    <a:pt x="50955" y="451187"/>
                  </a:lnTo>
                  <a:lnTo>
                    <a:pt x="82448" y="457568"/>
                  </a:lnTo>
                  <a:lnTo>
                    <a:pt x="375119" y="457568"/>
                  </a:lnTo>
                  <a:lnTo>
                    <a:pt x="416521" y="446404"/>
                  </a:lnTo>
                  <a:lnTo>
                    <a:pt x="446405" y="416166"/>
                  </a:lnTo>
                  <a:lnTo>
                    <a:pt x="456803" y="386048"/>
                  </a:lnTo>
                  <a:lnTo>
                    <a:pt x="456836" y="385887"/>
                  </a:lnTo>
                  <a:lnTo>
                    <a:pt x="457568" y="375119"/>
                  </a:lnTo>
                  <a:lnTo>
                    <a:pt x="457544" y="82448"/>
                  </a:lnTo>
                  <a:lnTo>
                    <a:pt x="456836" y="71880"/>
                  </a:lnTo>
                  <a:lnTo>
                    <a:pt x="440413" y="32580"/>
                  </a:lnTo>
                  <a:lnTo>
                    <a:pt x="406613" y="6738"/>
                  </a:lnTo>
                  <a:lnTo>
                    <a:pt x="375119" y="368"/>
                  </a:lnTo>
                  <a:lnTo>
                    <a:pt x="82804" y="0"/>
                  </a:lnTo>
                  <a:close/>
                </a:path>
              </a:pathLst>
            </a:custGeom>
            <a:solidFill>
              <a:srgbClr val="6A0E0E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/>
          <p:cNvSpPr txBox="1"/>
          <p:nvPr>
            <p:custDataLst>
              <p:tags r:id="rId22"/>
            </p:custDataLst>
          </p:nvPr>
        </p:nvSpPr>
        <p:spPr>
          <a:xfrm>
            <a:off x="9493466" y="2074582"/>
            <a:ext cx="12382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2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4</a:t>
            </a:r>
            <a:endParaRPr sz="14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26" name="object 26"/>
          <p:cNvSpPr txBox="1"/>
          <p:nvPr>
            <p:custDataLst>
              <p:tags r:id="rId23"/>
            </p:custDataLst>
          </p:nvPr>
        </p:nvSpPr>
        <p:spPr>
          <a:xfrm>
            <a:off x="9313824" y="2783776"/>
            <a:ext cx="135763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231913"/>
                </a:solidFill>
                <a:latin typeface="Times New Roman" panose="02020603050405020304"/>
                <a:cs typeface="Times New Roman" panose="02020603050405020304"/>
              </a:rPr>
              <a:t>Fully</a:t>
            </a:r>
            <a:r>
              <a:rPr sz="1400" b="1" spc="-25" dirty="0">
                <a:solidFill>
                  <a:srgbClr val="23191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b="1" spc="-10" dirty="0">
                <a:solidFill>
                  <a:srgbClr val="231913"/>
                </a:solidFill>
                <a:latin typeface="Times New Roman" panose="02020603050405020304"/>
                <a:cs typeface="Times New Roman" panose="02020603050405020304"/>
              </a:rPr>
              <a:t>Responsive</a:t>
            </a:r>
            <a:endParaRPr sz="14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27" name="object 27"/>
          <p:cNvSpPr txBox="1"/>
          <p:nvPr>
            <p:custDataLst>
              <p:tags r:id="rId24"/>
            </p:custDataLst>
          </p:nvPr>
        </p:nvSpPr>
        <p:spPr>
          <a:xfrm>
            <a:off x="9313545" y="3787140"/>
            <a:ext cx="2096135" cy="820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25000"/>
              </a:lnSpc>
              <a:spcBef>
                <a:spcPts val="100"/>
              </a:spcBef>
            </a:pPr>
            <a:r>
              <a:rPr sz="140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Layouts</a:t>
            </a:r>
            <a:r>
              <a:rPr sz="1400" spc="-3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reflow</a:t>
            </a:r>
            <a:r>
              <a:rPr sz="1400" spc="-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gracefully</a:t>
            </a:r>
            <a:r>
              <a:rPr sz="1400" spc="-3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spc="-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from </a:t>
            </a:r>
            <a:r>
              <a:rPr sz="140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desktop</a:t>
            </a:r>
            <a:r>
              <a:rPr sz="1400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down</a:t>
            </a:r>
            <a:r>
              <a:rPr sz="1400" spc="-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to</a:t>
            </a:r>
            <a:r>
              <a:rPr sz="1400" spc="-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small</a:t>
            </a:r>
            <a:r>
              <a:rPr sz="140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mobile widths.</a:t>
            </a:r>
            <a:endParaRPr sz="1400" spc="-10" dirty="0">
              <a:solidFill>
                <a:srgbClr val="FF0000"/>
              </a:solidFill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9" name="Date Placeholder 28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D8BD707-D9CF-40AE-B4C6-C98DA3205C09}" type="datetime1">
              <a:rPr lang="en-US"/>
            </a:fld>
            <a:endParaRPr lang="en-US"/>
          </a:p>
        </p:txBody>
      </p:sp>
      <p:sp>
        <p:nvSpPr>
          <p:cNvPr id="30" name="Slide Number Placeholder 29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381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25" dirty="0"/>
            </a:fld>
            <a:endParaRPr spc="-25" dirty="0"/>
          </a:p>
        </p:txBody>
      </p:sp>
      <p:sp>
        <p:nvSpPr>
          <p:cNvPr id="31" name="Footer Placeholder 30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t>Elite Stays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535305" y="437515"/>
            <a:ext cx="10643870" cy="1216025"/>
          </a:xfrm>
          <a:prstGeom prst="rect">
            <a:avLst/>
          </a:prstGeom>
        </p:spPr>
        <p:txBody>
          <a:bodyPr vert="horz" wrap="square" lIns="0" tIns="1543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15"/>
              </a:spcBef>
            </a:pPr>
            <a:r>
              <a:rPr sz="2000" b="1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  <a:sym typeface="+mn-ea"/>
              </a:rPr>
              <a:t>W</a:t>
            </a:r>
            <a:r>
              <a:rPr sz="2000" b="1" spc="-8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2000" b="1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  <a:sym typeface="+mn-ea"/>
              </a:rPr>
              <a:t>E</a:t>
            </a:r>
            <a:r>
              <a:rPr sz="2000" b="1" spc="-7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2000" b="1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  <a:sym typeface="+mn-ea"/>
              </a:rPr>
              <a:t>B</a:t>
            </a:r>
            <a:r>
              <a:rPr sz="2000" b="1" spc="-7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2000" b="1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  <a:sym typeface="+mn-ea"/>
              </a:rPr>
              <a:t>S</a:t>
            </a:r>
            <a:r>
              <a:rPr sz="2000" b="1" spc="-7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2000" b="1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  <a:sym typeface="+mn-ea"/>
              </a:rPr>
              <a:t>I</a:t>
            </a:r>
            <a:r>
              <a:rPr sz="2000" b="1" spc="-7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2000" b="1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  <a:sym typeface="+mn-ea"/>
              </a:rPr>
              <a:t>T</a:t>
            </a:r>
            <a:r>
              <a:rPr sz="2000" b="1" spc="-8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2000" b="1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  <a:sym typeface="+mn-ea"/>
              </a:rPr>
              <a:t>E</a:t>
            </a:r>
            <a:r>
              <a:rPr sz="2000" b="1" spc="4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2000" b="1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  <a:sym typeface="+mn-ea"/>
              </a:rPr>
              <a:t>P</a:t>
            </a:r>
            <a:r>
              <a:rPr sz="2000" b="1" spc="-7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2000" b="1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  <a:sym typeface="+mn-ea"/>
              </a:rPr>
              <a:t>R</a:t>
            </a:r>
            <a:r>
              <a:rPr sz="2000" b="1" spc="-7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2000" b="1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  <a:sym typeface="+mn-ea"/>
              </a:rPr>
              <a:t>E</a:t>
            </a:r>
            <a:r>
              <a:rPr sz="2000" b="1" spc="-7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2000" b="1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  <a:sym typeface="+mn-ea"/>
              </a:rPr>
              <a:t>V</a:t>
            </a:r>
            <a:r>
              <a:rPr sz="2000" b="1" spc="-7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2000" b="1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  <a:sym typeface="+mn-ea"/>
              </a:rPr>
              <a:t>I</a:t>
            </a:r>
            <a:r>
              <a:rPr sz="2000" b="1" spc="-7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2000" b="1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  <a:sym typeface="+mn-ea"/>
              </a:rPr>
              <a:t>E</a:t>
            </a:r>
            <a:r>
              <a:rPr sz="2000" b="1" spc="-7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2000" b="1" spc="-5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  <a:sym typeface="+mn-ea"/>
              </a:rPr>
              <a:t>W</a:t>
            </a:r>
            <a:r>
              <a:rPr lang="en-US" sz="2000" dirty="0">
                <a:solidFill>
                  <a:srgbClr val="FF0000"/>
                </a:solidFill>
              </a:rPr>
              <a:t>  </a:t>
            </a:r>
            <a:r>
              <a:rPr lang="en-US" sz="2600" dirty="0">
                <a:solidFill>
                  <a:srgbClr val="FF0000"/>
                </a:solidFill>
              </a:rPr>
              <a:t>  </a:t>
            </a:r>
            <a:r>
              <a:rPr lang="en-US" sz="2600" dirty="0">
                <a:solidFill>
                  <a:srgbClr val="231913"/>
                </a:solidFill>
              </a:rPr>
              <a:t> </a:t>
            </a:r>
            <a:br>
              <a:rPr lang="en-US" sz="2600" dirty="0">
                <a:solidFill>
                  <a:srgbClr val="231913"/>
                </a:solidFill>
              </a:rPr>
            </a:br>
            <a:r>
              <a:rPr lang="en-US" sz="2600" dirty="0">
                <a:solidFill>
                  <a:srgbClr val="231913"/>
                </a:solidFill>
              </a:rPr>
              <a:t>                             </a:t>
            </a:r>
            <a:r>
              <a:rPr sz="2600" dirty="0">
                <a:solidFill>
                  <a:srgbClr val="231913"/>
                </a:solidFill>
              </a:rPr>
              <a:t>Home</a:t>
            </a:r>
            <a:r>
              <a:rPr sz="2600" spc="110" dirty="0">
                <a:solidFill>
                  <a:srgbClr val="231913"/>
                </a:solidFill>
              </a:rPr>
              <a:t> </a:t>
            </a:r>
            <a:r>
              <a:rPr sz="2600" spc="-20" dirty="0">
                <a:solidFill>
                  <a:srgbClr val="231913"/>
                </a:solidFill>
              </a:rPr>
              <a:t>Page</a:t>
            </a:r>
            <a:endParaRPr sz="2600"/>
          </a:p>
          <a:p>
            <a:pPr marL="12700">
              <a:lnSpc>
                <a:spcPct val="100000"/>
              </a:lnSpc>
              <a:spcBef>
                <a:spcPts val="540"/>
              </a:spcBef>
            </a:pPr>
            <a:r>
              <a:rPr sz="1250" b="0" i="1" dirty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Calibri" panose="020F0502020204030204"/>
                <a:cs typeface="Calibri" panose="020F0502020204030204"/>
              </a:rPr>
              <a:t>Hero</a:t>
            </a:r>
            <a:r>
              <a:rPr sz="1250" b="0" i="1" spc="-30" dirty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Calibri" panose="020F0502020204030204"/>
                <a:cs typeface="Calibri" panose="020F0502020204030204"/>
              </a:rPr>
              <a:t> </a:t>
            </a:r>
            <a:r>
              <a:rPr sz="1250" b="0" i="1" dirty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Calibri" panose="020F0502020204030204"/>
                <a:cs typeface="Calibri" panose="020F0502020204030204"/>
              </a:rPr>
              <a:t>banner</a:t>
            </a:r>
            <a:r>
              <a:rPr sz="1250" b="0" i="1" spc="-15" dirty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Calibri" panose="020F0502020204030204"/>
                <a:cs typeface="Calibri" panose="020F0502020204030204"/>
              </a:rPr>
              <a:t> </a:t>
            </a:r>
            <a:r>
              <a:rPr sz="1250" b="0" i="1" dirty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Calibri" panose="020F0502020204030204"/>
                <a:cs typeface="Calibri" panose="020F0502020204030204"/>
              </a:rPr>
              <a:t>with</a:t>
            </a:r>
            <a:r>
              <a:rPr sz="1250" b="0" i="1" spc="-15" dirty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Calibri" panose="020F0502020204030204"/>
                <a:cs typeface="Calibri" panose="020F0502020204030204"/>
              </a:rPr>
              <a:t> </a:t>
            </a:r>
            <a:r>
              <a:rPr sz="1250" b="0" i="1" dirty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Calibri" panose="020F0502020204030204"/>
                <a:cs typeface="Calibri" panose="020F0502020204030204"/>
              </a:rPr>
              <a:t>booking</a:t>
            </a:r>
            <a:r>
              <a:rPr sz="1250" b="0" i="1" spc="-20" dirty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Calibri" panose="020F0502020204030204"/>
                <a:cs typeface="Calibri" panose="020F0502020204030204"/>
              </a:rPr>
              <a:t> </a:t>
            </a:r>
            <a:r>
              <a:rPr sz="1250" b="0" i="1" dirty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Calibri" panose="020F0502020204030204"/>
                <a:cs typeface="Calibri" panose="020F0502020204030204"/>
              </a:rPr>
              <a:t>search,</a:t>
            </a:r>
            <a:r>
              <a:rPr sz="1250" b="0" i="1" spc="-10" dirty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Calibri" panose="020F0502020204030204"/>
                <a:cs typeface="Calibri" panose="020F0502020204030204"/>
              </a:rPr>
              <a:t> featured</a:t>
            </a:r>
            <a:r>
              <a:rPr sz="1250" b="0" i="1" spc="-20" dirty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Calibri" panose="020F0502020204030204"/>
                <a:cs typeface="Calibri" panose="020F0502020204030204"/>
              </a:rPr>
              <a:t> </a:t>
            </a:r>
            <a:r>
              <a:rPr sz="1250" b="0" i="1" spc="-10" dirty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Calibri" panose="020F0502020204030204"/>
                <a:cs typeface="Calibri" panose="020F0502020204030204"/>
              </a:rPr>
              <a:t>destinations</a:t>
            </a:r>
            <a:r>
              <a:rPr sz="1250" b="0" i="1" spc="-15" dirty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Calibri" panose="020F0502020204030204"/>
                <a:cs typeface="Calibri" panose="020F0502020204030204"/>
              </a:rPr>
              <a:t> </a:t>
            </a:r>
            <a:r>
              <a:rPr sz="1250" b="0" i="1" dirty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Calibri" panose="020F0502020204030204"/>
                <a:cs typeface="Calibri" panose="020F0502020204030204"/>
              </a:rPr>
              <a:t>and</a:t>
            </a:r>
            <a:r>
              <a:rPr sz="1250" b="0" i="1" spc="-15" dirty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Calibri" panose="020F0502020204030204"/>
                <a:cs typeface="Calibri" panose="020F0502020204030204"/>
              </a:rPr>
              <a:t> </a:t>
            </a:r>
            <a:r>
              <a:rPr sz="1250" b="0" i="1" dirty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Calibri" panose="020F0502020204030204"/>
                <a:cs typeface="Calibri" panose="020F0502020204030204"/>
              </a:rPr>
              <a:t>dual</a:t>
            </a:r>
            <a:r>
              <a:rPr sz="1250" b="0" i="1" spc="-25" dirty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Calibri" panose="020F0502020204030204"/>
                <a:cs typeface="Calibri" panose="020F0502020204030204"/>
              </a:rPr>
              <a:t> </a:t>
            </a:r>
            <a:r>
              <a:rPr sz="1250" b="0" i="1" spc="-10" dirty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Calibri" panose="020F0502020204030204"/>
                <a:cs typeface="Calibri" panose="020F0502020204030204"/>
              </a:rPr>
              <a:t>call-to-</a:t>
            </a:r>
            <a:r>
              <a:rPr sz="1250" b="0" i="1" dirty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Calibri" panose="020F0502020204030204"/>
                <a:cs typeface="Calibri" panose="020F0502020204030204"/>
              </a:rPr>
              <a:t>action</a:t>
            </a:r>
            <a:r>
              <a:rPr sz="1250" b="0" i="1" spc="-15" dirty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Calibri" panose="020F0502020204030204"/>
                <a:cs typeface="Calibri" panose="020F0502020204030204"/>
              </a:rPr>
              <a:t> </a:t>
            </a:r>
            <a:r>
              <a:rPr sz="1250" b="0" i="1" spc="-10" dirty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Calibri" panose="020F0502020204030204"/>
                <a:cs typeface="Calibri" panose="020F0502020204030204"/>
              </a:rPr>
              <a:t>buttons</a:t>
            </a:r>
            <a:endParaRPr sz="1250" b="0" i="1" spc="-10" dirty="0">
              <a:gradFill>
                <a:gsLst>
                  <a:gs pos="50000">
                    <a:schemeClr val="tx1"/>
                  </a:gs>
                  <a:gs pos="0">
                    <a:schemeClr val="tx1">
                      <a:lumMod val="25000"/>
                      <a:lumOff val="75000"/>
                    </a:schemeClr>
                  </a:gs>
                  <a:gs pos="100000">
                    <a:schemeClr val="tx1">
                      <a:lumMod val="85000"/>
                    </a:schemeClr>
                  </a:gs>
                </a:gsLst>
                <a:lin ang="5400000" scaled="1"/>
              </a:gradFill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47916" y="1690916"/>
            <a:ext cx="11064875" cy="4435843"/>
            <a:chOff x="547916" y="1690916"/>
            <a:chExt cx="11064875" cy="4435843"/>
          </a:xfrm>
        </p:grpSpPr>
        <p:sp>
          <p:nvSpPr>
            <p:cNvPr id="5" name="object 5"/>
            <p:cNvSpPr/>
            <p:nvPr/>
          </p:nvSpPr>
          <p:spPr>
            <a:xfrm>
              <a:off x="547916" y="1691284"/>
              <a:ext cx="11064875" cy="4435475"/>
            </a:xfrm>
            <a:custGeom>
              <a:avLst/>
              <a:gdLst/>
              <a:ahLst/>
              <a:cxnLst/>
              <a:rect l="l" t="t" r="r" b="b"/>
              <a:pathLst>
                <a:path w="11064875" h="4435475">
                  <a:moveTo>
                    <a:pt x="368" y="82435"/>
                  </a:moveTo>
                  <a:lnTo>
                    <a:pt x="1097" y="71668"/>
                  </a:lnTo>
                  <a:lnTo>
                    <a:pt x="3243" y="61102"/>
                  </a:lnTo>
                  <a:lnTo>
                    <a:pt x="24569" y="24245"/>
                  </a:lnTo>
                  <a:lnTo>
                    <a:pt x="61426" y="2874"/>
                  </a:lnTo>
                  <a:lnTo>
                    <a:pt x="82803" y="0"/>
                  </a:lnTo>
                  <a:lnTo>
                    <a:pt x="10982159" y="355"/>
                  </a:lnTo>
                  <a:lnTo>
                    <a:pt x="11023206" y="11518"/>
                  </a:lnTo>
                  <a:lnTo>
                    <a:pt x="11053445" y="41389"/>
                  </a:lnTo>
                  <a:lnTo>
                    <a:pt x="11064608" y="82791"/>
                  </a:lnTo>
                  <a:lnTo>
                    <a:pt x="11064608" y="4352759"/>
                  </a:lnTo>
                  <a:lnTo>
                    <a:pt x="11063876" y="4363525"/>
                  </a:lnTo>
                  <a:lnTo>
                    <a:pt x="11061726" y="4374086"/>
                  </a:lnTo>
                  <a:lnTo>
                    <a:pt x="11040394" y="4410937"/>
                  </a:lnTo>
                  <a:lnTo>
                    <a:pt x="11003537" y="4432314"/>
                  </a:lnTo>
                  <a:lnTo>
                    <a:pt x="10982159" y="4435195"/>
                  </a:lnTo>
                  <a:lnTo>
                    <a:pt x="82448" y="4435195"/>
                  </a:lnTo>
                  <a:lnTo>
                    <a:pt x="41401" y="4424032"/>
                  </a:lnTo>
                  <a:lnTo>
                    <a:pt x="11163" y="4394161"/>
                  </a:lnTo>
                  <a:lnTo>
                    <a:pt x="0" y="4352759"/>
                  </a:lnTo>
                  <a:lnTo>
                    <a:pt x="368" y="82435"/>
                  </a:lnTo>
                  <a:close/>
                </a:path>
              </a:pathLst>
            </a:custGeom>
            <a:ln w="12599">
              <a:solidFill>
                <a:srgbClr val="E5D7C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547916" y="1690916"/>
              <a:ext cx="11064875" cy="457834"/>
            </a:xfrm>
            <a:custGeom>
              <a:avLst/>
              <a:gdLst/>
              <a:ahLst/>
              <a:cxnLst/>
              <a:rect l="l" t="t" r="r" b="b"/>
              <a:pathLst>
                <a:path w="11064875" h="457835">
                  <a:moveTo>
                    <a:pt x="82803" y="0"/>
                  </a:moveTo>
                  <a:lnTo>
                    <a:pt x="41401" y="11163"/>
                  </a:lnTo>
                  <a:lnTo>
                    <a:pt x="11518" y="41402"/>
                  </a:lnTo>
                  <a:lnTo>
                    <a:pt x="368" y="82448"/>
                  </a:lnTo>
                  <a:lnTo>
                    <a:pt x="0" y="375119"/>
                  </a:lnTo>
                  <a:lnTo>
                    <a:pt x="720" y="385887"/>
                  </a:lnTo>
                  <a:lnTo>
                    <a:pt x="731" y="386048"/>
                  </a:lnTo>
                  <a:lnTo>
                    <a:pt x="2844" y="396452"/>
                  </a:lnTo>
                  <a:lnTo>
                    <a:pt x="2881" y="396635"/>
                  </a:lnTo>
                  <a:lnTo>
                    <a:pt x="6311" y="406613"/>
                  </a:lnTo>
                  <a:lnTo>
                    <a:pt x="6381" y="406814"/>
                  </a:lnTo>
                  <a:lnTo>
                    <a:pt x="11163" y="416521"/>
                  </a:lnTo>
                  <a:lnTo>
                    <a:pt x="41401" y="446405"/>
                  </a:lnTo>
                  <a:lnTo>
                    <a:pt x="82448" y="457568"/>
                  </a:lnTo>
                  <a:lnTo>
                    <a:pt x="10982159" y="457568"/>
                  </a:lnTo>
                  <a:lnTo>
                    <a:pt x="11023561" y="446405"/>
                  </a:lnTo>
                  <a:lnTo>
                    <a:pt x="11053445" y="416166"/>
                  </a:lnTo>
                  <a:lnTo>
                    <a:pt x="11058126" y="406814"/>
                  </a:lnTo>
                  <a:lnTo>
                    <a:pt x="11058227" y="406613"/>
                  </a:lnTo>
                  <a:lnTo>
                    <a:pt x="11061664" y="396635"/>
                  </a:lnTo>
                  <a:lnTo>
                    <a:pt x="11061726" y="396452"/>
                  </a:lnTo>
                  <a:lnTo>
                    <a:pt x="11063843" y="386048"/>
                  </a:lnTo>
                  <a:lnTo>
                    <a:pt x="11063876" y="385887"/>
                  </a:lnTo>
                  <a:lnTo>
                    <a:pt x="11064608" y="375119"/>
                  </a:lnTo>
                  <a:lnTo>
                    <a:pt x="11064584" y="82448"/>
                  </a:lnTo>
                  <a:lnTo>
                    <a:pt x="11053445" y="41402"/>
                  </a:lnTo>
                  <a:lnTo>
                    <a:pt x="11023206" y="11518"/>
                  </a:lnTo>
                  <a:lnTo>
                    <a:pt x="10982159" y="368"/>
                  </a:lnTo>
                  <a:lnTo>
                    <a:pt x="82803" y="0"/>
                  </a:lnTo>
                  <a:close/>
                </a:path>
              </a:pathLst>
            </a:custGeom>
            <a:solidFill>
              <a:srgbClr val="FAF0E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547916" y="1690916"/>
              <a:ext cx="11064875" cy="457834"/>
            </a:xfrm>
            <a:custGeom>
              <a:avLst/>
              <a:gdLst/>
              <a:ahLst/>
              <a:cxnLst/>
              <a:rect l="l" t="t" r="r" b="b"/>
              <a:pathLst>
                <a:path w="11064875" h="457835">
                  <a:moveTo>
                    <a:pt x="368" y="82448"/>
                  </a:moveTo>
                  <a:lnTo>
                    <a:pt x="1097" y="71680"/>
                  </a:lnTo>
                  <a:lnTo>
                    <a:pt x="3243" y="61115"/>
                  </a:lnTo>
                  <a:lnTo>
                    <a:pt x="24569" y="24258"/>
                  </a:lnTo>
                  <a:lnTo>
                    <a:pt x="61293" y="2881"/>
                  </a:lnTo>
                  <a:lnTo>
                    <a:pt x="82803" y="0"/>
                  </a:lnTo>
                  <a:lnTo>
                    <a:pt x="10982159" y="368"/>
                  </a:lnTo>
                  <a:lnTo>
                    <a:pt x="11023206" y="11518"/>
                  </a:lnTo>
                  <a:lnTo>
                    <a:pt x="11053445" y="41402"/>
                  </a:lnTo>
                  <a:lnTo>
                    <a:pt x="11064608" y="82804"/>
                  </a:lnTo>
                  <a:lnTo>
                    <a:pt x="11064608" y="375119"/>
                  </a:lnTo>
                  <a:lnTo>
                    <a:pt x="11063876" y="385887"/>
                  </a:lnTo>
                  <a:lnTo>
                    <a:pt x="11061726" y="396452"/>
                  </a:lnTo>
                  <a:lnTo>
                    <a:pt x="11040394" y="433309"/>
                  </a:lnTo>
                  <a:lnTo>
                    <a:pt x="11003675" y="454686"/>
                  </a:lnTo>
                  <a:lnTo>
                    <a:pt x="10982159" y="457568"/>
                  </a:lnTo>
                  <a:lnTo>
                    <a:pt x="82448" y="457568"/>
                  </a:lnTo>
                  <a:lnTo>
                    <a:pt x="41401" y="446405"/>
                  </a:lnTo>
                  <a:lnTo>
                    <a:pt x="11163" y="416521"/>
                  </a:lnTo>
                  <a:lnTo>
                    <a:pt x="0" y="375119"/>
                  </a:lnTo>
                  <a:lnTo>
                    <a:pt x="368" y="82448"/>
                  </a:lnTo>
                  <a:close/>
                </a:path>
              </a:pathLst>
            </a:custGeom>
            <a:ln w="12599">
              <a:solidFill>
                <a:srgbClr val="E5D7C7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777240" y="1874520"/>
              <a:ext cx="109804" cy="10980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33195" y="1874520"/>
              <a:ext cx="109804" cy="109804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89164" y="1874520"/>
              <a:ext cx="109791" cy="109804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901344" y="2467343"/>
            <a:ext cx="1843405" cy="1854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50" b="1" dirty="0">
                <a:solidFill>
                  <a:srgbClr val="C8A126"/>
                </a:solidFill>
                <a:latin typeface="Calibri" panose="020F0502020204030204"/>
                <a:cs typeface="Calibri" panose="020F0502020204030204"/>
              </a:rPr>
              <a:t>W</a:t>
            </a:r>
            <a:r>
              <a:rPr sz="1050" b="1" spc="-105" dirty="0">
                <a:solidFill>
                  <a:srgbClr val="C8A126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50" b="1" spc="-10" dirty="0">
                <a:solidFill>
                  <a:srgbClr val="C8A126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1050" b="1" spc="-90" dirty="0">
                <a:solidFill>
                  <a:srgbClr val="C8A126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50" b="1" spc="-10" dirty="0">
                <a:solidFill>
                  <a:srgbClr val="C8A126"/>
                </a:solidFill>
                <a:latin typeface="Calibri" panose="020F0502020204030204"/>
                <a:cs typeface="Calibri" panose="020F0502020204030204"/>
              </a:rPr>
              <a:t>L</a:t>
            </a:r>
            <a:r>
              <a:rPr sz="1050" b="1" spc="-100" dirty="0">
                <a:solidFill>
                  <a:srgbClr val="C8A126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50" b="1" spc="60" dirty="0">
                <a:solidFill>
                  <a:srgbClr val="C8A126"/>
                </a:solidFill>
                <a:latin typeface="Calibri" panose="020F0502020204030204"/>
                <a:cs typeface="Calibri" panose="020F0502020204030204"/>
              </a:rPr>
              <a:t>CO</a:t>
            </a:r>
            <a:r>
              <a:rPr sz="1050" b="1" spc="-90" dirty="0">
                <a:solidFill>
                  <a:srgbClr val="C8A126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50" b="1" dirty="0">
                <a:solidFill>
                  <a:srgbClr val="C8A126"/>
                </a:solidFill>
                <a:latin typeface="Calibri" panose="020F0502020204030204"/>
                <a:cs typeface="Calibri" panose="020F0502020204030204"/>
              </a:rPr>
              <a:t>M</a:t>
            </a:r>
            <a:r>
              <a:rPr sz="1050" b="1" spc="-90" dirty="0">
                <a:solidFill>
                  <a:srgbClr val="C8A126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50" b="1" dirty="0">
                <a:solidFill>
                  <a:srgbClr val="C8A126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1050" b="1" spc="285" dirty="0">
                <a:solidFill>
                  <a:srgbClr val="C8A126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50" b="1" spc="50" dirty="0">
                <a:solidFill>
                  <a:srgbClr val="C8A126"/>
                </a:solidFill>
                <a:latin typeface="Calibri" panose="020F0502020204030204"/>
                <a:cs typeface="Calibri" panose="020F0502020204030204"/>
              </a:rPr>
              <a:t>TO</a:t>
            </a:r>
            <a:r>
              <a:rPr sz="1050" b="1" spc="285" dirty="0">
                <a:solidFill>
                  <a:srgbClr val="C8A126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50" b="1" spc="-10" dirty="0">
                <a:solidFill>
                  <a:srgbClr val="C8A126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1050" b="1" spc="-85" dirty="0">
                <a:solidFill>
                  <a:srgbClr val="C8A126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50" b="1" spc="-10" dirty="0">
                <a:solidFill>
                  <a:srgbClr val="C8A126"/>
                </a:solidFill>
                <a:latin typeface="Calibri" panose="020F0502020204030204"/>
                <a:cs typeface="Calibri" panose="020F0502020204030204"/>
              </a:rPr>
              <a:t>L</a:t>
            </a:r>
            <a:r>
              <a:rPr sz="1050" b="1" spc="-105" dirty="0">
                <a:solidFill>
                  <a:srgbClr val="C8A126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50" b="1" dirty="0">
                <a:solidFill>
                  <a:srgbClr val="C8A126"/>
                </a:solidFill>
                <a:latin typeface="Calibri" panose="020F0502020204030204"/>
                <a:cs typeface="Calibri" panose="020F0502020204030204"/>
              </a:rPr>
              <a:t>I</a:t>
            </a:r>
            <a:r>
              <a:rPr sz="1050" b="1" spc="-80" dirty="0">
                <a:solidFill>
                  <a:srgbClr val="C8A126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50" b="1" spc="-20" dirty="0">
                <a:solidFill>
                  <a:srgbClr val="C8A126"/>
                </a:solidFill>
                <a:latin typeface="Calibri" panose="020F0502020204030204"/>
                <a:cs typeface="Calibri" panose="020F0502020204030204"/>
              </a:rPr>
              <a:t>T</a:t>
            </a:r>
            <a:r>
              <a:rPr sz="1050" b="1" spc="-95" dirty="0">
                <a:solidFill>
                  <a:srgbClr val="C8A126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50" b="1" dirty="0">
                <a:solidFill>
                  <a:srgbClr val="C8A126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1050" b="1" spc="290" dirty="0">
                <a:solidFill>
                  <a:srgbClr val="C8A126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50" b="1" spc="-10" dirty="0">
                <a:solidFill>
                  <a:srgbClr val="C8A126"/>
                </a:solidFill>
                <a:latin typeface="Calibri" panose="020F0502020204030204"/>
                <a:cs typeface="Calibri" panose="020F0502020204030204"/>
              </a:rPr>
              <a:t>S</a:t>
            </a:r>
            <a:r>
              <a:rPr sz="1050" b="1" spc="-105" dirty="0">
                <a:solidFill>
                  <a:srgbClr val="C8A126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50" b="1" spc="35" dirty="0">
                <a:solidFill>
                  <a:srgbClr val="C8A126"/>
                </a:solidFill>
                <a:latin typeface="Calibri" panose="020F0502020204030204"/>
                <a:cs typeface="Calibri" panose="020F0502020204030204"/>
              </a:rPr>
              <a:t>TAYS</a:t>
            </a:r>
            <a:endParaRPr sz="105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01344" y="2821571"/>
            <a:ext cx="4187825" cy="1282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3000" b="1" spc="-2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Stay</a:t>
            </a:r>
            <a:r>
              <a:rPr sz="3000" b="1" spc="-4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00" b="1" spc="7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at</a:t>
            </a:r>
            <a:r>
              <a:rPr sz="3000" b="1" spc="-5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00" b="1" spc="13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3000" b="1" spc="-4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00" b="1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Hotel</a:t>
            </a:r>
            <a:r>
              <a:rPr sz="3000" b="1" spc="-5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00" b="1" spc="-2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That </a:t>
            </a:r>
            <a:r>
              <a:rPr sz="3000" b="1" spc="8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Defines</a:t>
            </a:r>
            <a:r>
              <a:rPr sz="3000" b="1" spc="-7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00" b="1" spc="4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Refined</a:t>
            </a:r>
            <a:r>
              <a:rPr sz="3000" b="1" spc="-7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00" b="1" spc="-1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Comfort</a:t>
            </a:r>
            <a:endParaRPr sz="30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895"/>
              </a:spcBef>
            </a:pPr>
            <a:r>
              <a:rPr sz="1500" i="1" spc="160" dirty="0">
                <a:solidFill>
                  <a:srgbClr val="C8A126"/>
                </a:solidFill>
                <a:latin typeface="Times New Roman" panose="02020603050405020304"/>
                <a:cs typeface="Times New Roman" panose="02020603050405020304"/>
              </a:rPr>
              <a:t>—</a:t>
            </a:r>
            <a:r>
              <a:rPr sz="1500" i="1" spc="-60" dirty="0">
                <a:solidFill>
                  <a:srgbClr val="C8A126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i="1" dirty="0">
                <a:solidFill>
                  <a:srgbClr val="C8A126"/>
                </a:solidFill>
                <a:latin typeface="Times New Roman" panose="02020603050405020304"/>
                <a:cs typeface="Times New Roman" panose="02020603050405020304"/>
              </a:rPr>
              <a:t>Marriott-</a:t>
            </a:r>
            <a:r>
              <a:rPr sz="1500" i="1" spc="-10" dirty="0">
                <a:solidFill>
                  <a:srgbClr val="C8A126"/>
                </a:solidFill>
                <a:latin typeface="Times New Roman" panose="02020603050405020304"/>
                <a:cs typeface="Times New Roman" panose="02020603050405020304"/>
              </a:rPr>
              <a:t>Inspired</a:t>
            </a:r>
            <a:r>
              <a:rPr sz="1500" i="1" spc="-45" dirty="0">
                <a:solidFill>
                  <a:srgbClr val="C8A126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i="1" spc="-20" dirty="0">
                <a:solidFill>
                  <a:srgbClr val="C8A126"/>
                </a:solidFill>
                <a:latin typeface="Times New Roman" panose="02020603050405020304"/>
                <a:cs typeface="Times New Roman" panose="02020603050405020304"/>
              </a:rPr>
              <a:t>Luxury</a:t>
            </a:r>
            <a:r>
              <a:rPr sz="1500" i="1" spc="-45" dirty="0">
                <a:solidFill>
                  <a:srgbClr val="C8A126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i="1" spc="110" dirty="0">
                <a:solidFill>
                  <a:srgbClr val="C8A126"/>
                </a:solidFill>
                <a:latin typeface="Times New Roman" panose="02020603050405020304"/>
                <a:cs typeface="Times New Roman" panose="02020603050405020304"/>
              </a:rPr>
              <a:t>—</a:t>
            </a:r>
            <a:endParaRPr sz="15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01344" y="4285422"/>
            <a:ext cx="3986529" cy="4813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0000"/>
              </a:lnSpc>
              <a:spcBef>
                <a:spcPts val="100"/>
              </a:spcBef>
            </a:pPr>
            <a:r>
              <a:rPr sz="1150" dirty="0">
                <a:solidFill>
                  <a:srgbClr val="E8DBCD"/>
                </a:solidFill>
                <a:latin typeface="Calibri" panose="020F0502020204030204"/>
                <a:cs typeface="Calibri" panose="020F0502020204030204"/>
              </a:rPr>
              <a:t>Experience</a:t>
            </a:r>
            <a:r>
              <a:rPr sz="1150" spc="-30" dirty="0">
                <a:solidFill>
                  <a:srgbClr val="E8DBCD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150" spc="-10" dirty="0">
                <a:solidFill>
                  <a:srgbClr val="E8DBCD"/>
                </a:solidFill>
                <a:latin typeface="Calibri" panose="020F0502020204030204"/>
                <a:cs typeface="Calibri" panose="020F0502020204030204"/>
              </a:rPr>
              <a:t>elegant</a:t>
            </a:r>
            <a:r>
              <a:rPr sz="1150" spc="-30" dirty="0">
                <a:solidFill>
                  <a:srgbClr val="E8DBCD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150" dirty="0">
                <a:solidFill>
                  <a:srgbClr val="E8DBCD"/>
                </a:solidFill>
                <a:latin typeface="Calibri" panose="020F0502020204030204"/>
                <a:cs typeface="Calibri" panose="020F0502020204030204"/>
              </a:rPr>
              <a:t>rooms,</a:t>
            </a:r>
            <a:r>
              <a:rPr sz="1150" spc="-35" dirty="0">
                <a:solidFill>
                  <a:srgbClr val="E8DBCD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150" spc="-10" dirty="0">
                <a:solidFill>
                  <a:srgbClr val="E8DBCD"/>
                </a:solidFill>
                <a:latin typeface="Calibri" panose="020F0502020204030204"/>
                <a:cs typeface="Calibri" panose="020F0502020204030204"/>
              </a:rPr>
              <a:t>attentive</a:t>
            </a:r>
            <a:r>
              <a:rPr sz="1150" spc="-35" dirty="0">
                <a:solidFill>
                  <a:srgbClr val="E8DBCD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150" dirty="0">
                <a:solidFill>
                  <a:srgbClr val="E8DBCD"/>
                </a:solidFill>
                <a:latin typeface="Calibri" panose="020F0502020204030204"/>
                <a:cs typeface="Calibri" panose="020F0502020204030204"/>
              </a:rPr>
              <a:t>service,</a:t>
            </a:r>
            <a:r>
              <a:rPr sz="1150" spc="-25" dirty="0">
                <a:solidFill>
                  <a:srgbClr val="E8DBCD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150" dirty="0">
                <a:solidFill>
                  <a:srgbClr val="E8DBCD"/>
                </a:solidFill>
                <a:latin typeface="Calibri" panose="020F0502020204030204"/>
                <a:cs typeface="Calibri" panose="020F0502020204030204"/>
              </a:rPr>
              <a:t>and</a:t>
            </a:r>
            <a:r>
              <a:rPr sz="1150" spc="-25" dirty="0">
                <a:solidFill>
                  <a:srgbClr val="E8DBCD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150" dirty="0">
                <a:solidFill>
                  <a:srgbClr val="E8DBCD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1150" spc="-35" dirty="0">
                <a:solidFill>
                  <a:srgbClr val="E8DBCD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150" dirty="0">
                <a:solidFill>
                  <a:srgbClr val="E8DBCD"/>
                </a:solidFill>
                <a:latin typeface="Calibri" panose="020F0502020204030204"/>
                <a:cs typeface="Calibri" panose="020F0502020204030204"/>
              </a:rPr>
              <a:t>peaceful</a:t>
            </a:r>
            <a:r>
              <a:rPr sz="1150" spc="-40" dirty="0">
                <a:solidFill>
                  <a:srgbClr val="E8DBCD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150" spc="-10" dirty="0">
                <a:solidFill>
                  <a:srgbClr val="E8DBCD"/>
                </a:solidFill>
                <a:latin typeface="Calibri" panose="020F0502020204030204"/>
                <a:cs typeface="Calibri" panose="020F0502020204030204"/>
              </a:rPr>
              <a:t>retreat </a:t>
            </a:r>
            <a:r>
              <a:rPr sz="1150" dirty="0">
                <a:solidFill>
                  <a:srgbClr val="E8DBCD"/>
                </a:solidFill>
                <a:latin typeface="Calibri" panose="020F0502020204030204"/>
                <a:cs typeface="Calibri" panose="020F0502020204030204"/>
              </a:rPr>
              <a:t>designed</a:t>
            </a:r>
            <a:r>
              <a:rPr sz="1150" spc="-45" dirty="0">
                <a:solidFill>
                  <a:srgbClr val="E8DBCD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150" dirty="0">
                <a:solidFill>
                  <a:srgbClr val="E8DBCD"/>
                </a:solidFill>
                <a:latin typeface="Calibri" panose="020F0502020204030204"/>
                <a:cs typeface="Calibri" panose="020F0502020204030204"/>
              </a:rPr>
              <a:t>for</a:t>
            </a:r>
            <a:r>
              <a:rPr sz="1150" spc="-45" dirty="0">
                <a:solidFill>
                  <a:srgbClr val="E8DBCD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150" dirty="0">
                <a:solidFill>
                  <a:srgbClr val="E8DBCD"/>
                </a:solidFill>
                <a:latin typeface="Calibri" panose="020F0502020204030204"/>
                <a:cs typeface="Calibri" panose="020F0502020204030204"/>
              </a:rPr>
              <a:t>every</a:t>
            </a:r>
            <a:r>
              <a:rPr sz="1150" spc="-40" dirty="0">
                <a:solidFill>
                  <a:srgbClr val="E8DBCD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150" spc="-10" dirty="0">
                <a:solidFill>
                  <a:srgbClr val="E8DBCD"/>
                </a:solidFill>
                <a:latin typeface="Calibri" panose="020F0502020204030204"/>
                <a:cs typeface="Calibri" panose="020F0502020204030204"/>
              </a:rPr>
              <a:t>guest.</a:t>
            </a:r>
            <a:endParaRPr sz="115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914044" y="5029200"/>
            <a:ext cx="1554480" cy="384175"/>
          </a:xfrm>
          <a:custGeom>
            <a:avLst/>
            <a:gdLst/>
            <a:ahLst/>
            <a:cxnLst/>
            <a:rect l="l" t="t" r="r" b="b"/>
            <a:pathLst>
              <a:path w="1554480" h="384175">
                <a:moveTo>
                  <a:pt x="1362240" y="0"/>
                </a:moveTo>
                <a:lnTo>
                  <a:pt x="192239" y="0"/>
                </a:lnTo>
                <a:lnTo>
                  <a:pt x="166233" y="1665"/>
                </a:lnTo>
                <a:lnTo>
                  <a:pt x="166777" y="1665"/>
                </a:lnTo>
                <a:lnTo>
                  <a:pt x="142419" y="6434"/>
                </a:lnTo>
                <a:lnTo>
                  <a:pt x="96113" y="25565"/>
                </a:lnTo>
                <a:lnTo>
                  <a:pt x="56246" y="56070"/>
                </a:lnTo>
                <a:lnTo>
                  <a:pt x="25552" y="95757"/>
                </a:lnTo>
                <a:lnTo>
                  <a:pt x="6565" y="142063"/>
                </a:lnTo>
                <a:lnTo>
                  <a:pt x="0" y="191884"/>
                </a:lnTo>
                <a:lnTo>
                  <a:pt x="0" y="192239"/>
                </a:lnTo>
                <a:lnTo>
                  <a:pt x="6432" y="241738"/>
                </a:lnTo>
                <a:lnTo>
                  <a:pt x="25552" y="287997"/>
                </a:lnTo>
                <a:lnTo>
                  <a:pt x="56068" y="327869"/>
                </a:lnTo>
                <a:lnTo>
                  <a:pt x="95758" y="358559"/>
                </a:lnTo>
                <a:lnTo>
                  <a:pt x="142062" y="377551"/>
                </a:lnTo>
                <a:lnTo>
                  <a:pt x="191871" y="384124"/>
                </a:lnTo>
                <a:lnTo>
                  <a:pt x="1362595" y="384124"/>
                </a:lnTo>
                <a:lnTo>
                  <a:pt x="1411873" y="377551"/>
                </a:lnTo>
                <a:lnTo>
                  <a:pt x="1458353" y="358203"/>
                </a:lnTo>
                <a:lnTo>
                  <a:pt x="1498225" y="327686"/>
                </a:lnTo>
                <a:lnTo>
                  <a:pt x="1528914" y="287997"/>
                </a:lnTo>
                <a:lnTo>
                  <a:pt x="1547892" y="241738"/>
                </a:lnTo>
                <a:lnTo>
                  <a:pt x="1554456" y="192239"/>
                </a:lnTo>
                <a:lnTo>
                  <a:pt x="1554456" y="191884"/>
                </a:lnTo>
                <a:lnTo>
                  <a:pt x="1547863" y="142425"/>
                </a:lnTo>
                <a:lnTo>
                  <a:pt x="1528559" y="96126"/>
                </a:lnTo>
                <a:lnTo>
                  <a:pt x="1498042" y="56249"/>
                </a:lnTo>
                <a:lnTo>
                  <a:pt x="1458353" y="25565"/>
                </a:lnTo>
                <a:lnTo>
                  <a:pt x="1412049" y="6572"/>
                </a:lnTo>
                <a:lnTo>
                  <a:pt x="1387430" y="1665"/>
                </a:lnTo>
                <a:lnTo>
                  <a:pt x="1362240" y="0"/>
                </a:lnTo>
                <a:close/>
              </a:path>
            </a:pathLst>
          </a:custGeom>
          <a:solidFill>
            <a:srgbClr val="C8A12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1310297" y="5132070"/>
            <a:ext cx="762000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dirty="0">
                <a:solidFill>
                  <a:srgbClr val="490909"/>
                </a:solidFill>
                <a:latin typeface="Calibri" panose="020F0502020204030204"/>
                <a:cs typeface="Calibri" panose="020F0502020204030204"/>
              </a:rPr>
              <a:t>Search</a:t>
            </a:r>
            <a:r>
              <a:rPr sz="1000" b="1" spc="-40" dirty="0">
                <a:solidFill>
                  <a:srgbClr val="49090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00" b="1" spc="-10" dirty="0">
                <a:solidFill>
                  <a:srgbClr val="490909"/>
                </a:solidFill>
                <a:latin typeface="Calibri" panose="020F0502020204030204"/>
                <a:cs typeface="Calibri" panose="020F0502020204030204"/>
              </a:rPr>
              <a:t>Rooms</a:t>
            </a:r>
            <a:endParaRPr sz="10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2605684" y="5029200"/>
            <a:ext cx="1463040" cy="384175"/>
          </a:xfrm>
          <a:custGeom>
            <a:avLst/>
            <a:gdLst/>
            <a:ahLst/>
            <a:cxnLst/>
            <a:rect l="l" t="t" r="r" b="b"/>
            <a:pathLst>
              <a:path w="1463039" h="384175">
                <a:moveTo>
                  <a:pt x="0" y="191884"/>
                </a:moveTo>
                <a:lnTo>
                  <a:pt x="1663" y="166686"/>
                </a:lnTo>
                <a:lnTo>
                  <a:pt x="6565" y="142063"/>
                </a:lnTo>
                <a:lnTo>
                  <a:pt x="25552" y="95757"/>
                </a:lnTo>
                <a:lnTo>
                  <a:pt x="56246" y="56070"/>
                </a:lnTo>
                <a:lnTo>
                  <a:pt x="96113" y="25565"/>
                </a:lnTo>
                <a:lnTo>
                  <a:pt x="142419" y="6434"/>
                </a:lnTo>
                <a:lnTo>
                  <a:pt x="192239" y="0"/>
                </a:lnTo>
                <a:lnTo>
                  <a:pt x="1270800" y="0"/>
                </a:lnTo>
                <a:lnTo>
                  <a:pt x="1320609" y="6572"/>
                </a:lnTo>
                <a:lnTo>
                  <a:pt x="1366913" y="25565"/>
                </a:lnTo>
                <a:lnTo>
                  <a:pt x="1406602" y="56249"/>
                </a:lnTo>
                <a:lnTo>
                  <a:pt x="1437119" y="96126"/>
                </a:lnTo>
                <a:lnTo>
                  <a:pt x="1456423" y="142425"/>
                </a:lnTo>
                <a:lnTo>
                  <a:pt x="1463040" y="192239"/>
                </a:lnTo>
                <a:lnTo>
                  <a:pt x="1463040" y="191884"/>
                </a:lnTo>
                <a:lnTo>
                  <a:pt x="1461374" y="217074"/>
                </a:lnTo>
                <a:lnTo>
                  <a:pt x="1456467" y="241693"/>
                </a:lnTo>
                <a:lnTo>
                  <a:pt x="1437474" y="287997"/>
                </a:lnTo>
                <a:lnTo>
                  <a:pt x="1406785" y="327686"/>
                </a:lnTo>
                <a:lnTo>
                  <a:pt x="1366913" y="358203"/>
                </a:lnTo>
                <a:lnTo>
                  <a:pt x="1320653" y="377507"/>
                </a:lnTo>
                <a:lnTo>
                  <a:pt x="1271155" y="384124"/>
                </a:lnTo>
                <a:lnTo>
                  <a:pt x="191871" y="384124"/>
                </a:lnTo>
                <a:lnTo>
                  <a:pt x="142062" y="377551"/>
                </a:lnTo>
                <a:lnTo>
                  <a:pt x="95757" y="358559"/>
                </a:lnTo>
                <a:lnTo>
                  <a:pt x="56068" y="327869"/>
                </a:lnTo>
                <a:lnTo>
                  <a:pt x="25552" y="287997"/>
                </a:lnTo>
                <a:lnTo>
                  <a:pt x="6432" y="241738"/>
                </a:lnTo>
                <a:lnTo>
                  <a:pt x="0" y="192239"/>
                </a:lnTo>
                <a:lnTo>
                  <a:pt x="0" y="191884"/>
                </a:lnTo>
                <a:close/>
              </a:path>
            </a:pathLst>
          </a:custGeom>
          <a:ln w="19079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2991142" y="5132070"/>
            <a:ext cx="690880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View</a:t>
            </a:r>
            <a:r>
              <a:rPr sz="1000" b="1" spc="-4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00" b="1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Gallery</a:t>
            </a:r>
            <a:endParaRPr sz="10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352030" y="5092065"/>
            <a:ext cx="810260" cy="6324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20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6</a:t>
            </a:r>
            <a:endParaRPr sz="2000">
              <a:solidFill>
                <a:srgbClr val="FF0000"/>
              </a:solidFill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995"/>
              </a:spcBef>
            </a:pPr>
            <a:r>
              <a:rPr sz="1200" dirty="0">
                <a:solidFill>
                  <a:schemeClr val="tx1"/>
                </a:solidFill>
                <a:latin typeface="Calibri" panose="020F0502020204030204"/>
                <a:cs typeface="Calibri" panose="020F0502020204030204"/>
              </a:rPr>
              <a:t>Room</a:t>
            </a:r>
            <a:r>
              <a:rPr sz="1200" spc="-40" dirty="0">
                <a:solidFill>
                  <a:schemeClr val="tx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spc="-10" dirty="0">
                <a:solidFill>
                  <a:schemeClr val="tx1"/>
                </a:solidFill>
                <a:latin typeface="Calibri" panose="020F0502020204030204"/>
                <a:cs typeface="Calibri" panose="020F0502020204030204"/>
              </a:rPr>
              <a:t>Types</a:t>
            </a:r>
            <a:endParaRPr sz="1200" spc="-10" dirty="0">
              <a:solidFill>
                <a:schemeClr val="tx1"/>
              </a:solidFill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839200" y="5105400"/>
            <a:ext cx="889000" cy="657860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25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14</a:t>
            </a:r>
            <a:endParaRPr sz="2000">
              <a:solidFill>
                <a:srgbClr val="FF0000"/>
              </a:solidFill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995"/>
              </a:spcBef>
            </a:pPr>
            <a:r>
              <a:rPr sz="1200" spc="-10" dirty="0">
                <a:solidFill>
                  <a:schemeClr val="tx1"/>
                </a:solidFill>
                <a:latin typeface="Calibri" panose="020F0502020204030204"/>
                <a:cs typeface="Calibri" panose="020F0502020204030204"/>
              </a:rPr>
              <a:t>Destinations</a:t>
            </a:r>
            <a:endParaRPr sz="1200" spc="-10" dirty="0">
              <a:solidFill>
                <a:schemeClr val="tx1"/>
              </a:solidFill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0136505" y="5092065"/>
            <a:ext cx="767715" cy="6324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20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24×7</a:t>
            </a:r>
            <a:endParaRPr sz="20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995"/>
              </a:spcBef>
            </a:pPr>
            <a:r>
              <a:rPr sz="1200" spc="-10" dirty="0">
                <a:solidFill>
                  <a:schemeClr val="tx1"/>
                </a:solidFill>
                <a:latin typeface="Calibri" panose="020F0502020204030204"/>
                <a:cs typeface="Calibri" panose="020F0502020204030204"/>
              </a:rPr>
              <a:t>Concierge</a:t>
            </a:r>
            <a:endParaRPr sz="1200" spc="-10" dirty="0">
              <a:solidFill>
                <a:schemeClr val="tx1"/>
              </a:solidFill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3" name="Date Placeholder 2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D8BD707-D9CF-40AE-B4C6-C98DA3205C09}" type="datetime1">
              <a:rPr lang="en-US"/>
            </a:fld>
            <a:endParaRPr lang="en-US"/>
          </a:p>
        </p:txBody>
      </p:sp>
      <p:sp>
        <p:nvSpPr>
          <p:cNvPr id="24" name="Slide Number Placeholder 2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381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25" dirty="0"/>
            </a:fld>
            <a:endParaRPr spc="-25" dirty="0"/>
          </a:p>
        </p:txBody>
      </p:sp>
      <p:sp>
        <p:nvSpPr>
          <p:cNvPr id="25" name="Footer Placeholder 2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t>Elite Stays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535305" y="228600"/>
            <a:ext cx="10236200" cy="1216025"/>
          </a:xfrm>
          <a:prstGeom prst="rect">
            <a:avLst/>
          </a:prstGeom>
        </p:spPr>
        <p:txBody>
          <a:bodyPr vert="horz" wrap="square" lIns="0" tIns="1543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15"/>
              </a:spcBef>
            </a:pPr>
            <a:r>
              <a:rPr sz="2000" b="1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  <a:sym typeface="+mn-ea"/>
              </a:rPr>
              <a:t>W</a:t>
            </a:r>
            <a:r>
              <a:rPr sz="2000" b="1" spc="-8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2000" b="1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  <a:sym typeface="+mn-ea"/>
              </a:rPr>
              <a:t>E</a:t>
            </a:r>
            <a:r>
              <a:rPr sz="2000" b="1" spc="-7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2000" b="1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  <a:sym typeface="+mn-ea"/>
              </a:rPr>
              <a:t>B</a:t>
            </a:r>
            <a:r>
              <a:rPr sz="2000" b="1" spc="-7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2000" b="1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  <a:sym typeface="+mn-ea"/>
              </a:rPr>
              <a:t>S</a:t>
            </a:r>
            <a:r>
              <a:rPr sz="2000" b="1" spc="-7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2000" b="1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  <a:sym typeface="+mn-ea"/>
              </a:rPr>
              <a:t>I</a:t>
            </a:r>
            <a:r>
              <a:rPr sz="2000" b="1" spc="-7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2000" b="1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  <a:sym typeface="+mn-ea"/>
              </a:rPr>
              <a:t>T</a:t>
            </a:r>
            <a:r>
              <a:rPr sz="2000" b="1" spc="-8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2000" b="1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  <a:sym typeface="+mn-ea"/>
              </a:rPr>
              <a:t>E</a:t>
            </a:r>
            <a:r>
              <a:rPr sz="2000" b="1" spc="4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2000" b="1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  <a:sym typeface="+mn-ea"/>
              </a:rPr>
              <a:t>P</a:t>
            </a:r>
            <a:r>
              <a:rPr sz="2000" b="1" spc="-7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2000" b="1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  <a:sym typeface="+mn-ea"/>
              </a:rPr>
              <a:t>R</a:t>
            </a:r>
            <a:r>
              <a:rPr sz="2000" b="1" spc="-7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2000" b="1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  <a:sym typeface="+mn-ea"/>
              </a:rPr>
              <a:t>E</a:t>
            </a:r>
            <a:r>
              <a:rPr sz="2000" b="1" spc="-7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2000" b="1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  <a:sym typeface="+mn-ea"/>
              </a:rPr>
              <a:t>V</a:t>
            </a:r>
            <a:r>
              <a:rPr sz="2000" b="1" spc="-7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2000" b="1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  <a:sym typeface="+mn-ea"/>
              </a:rPr>
              <a:t>I</a:t>
            </a:r>
            <a:r>
              <a:rPr sz="2000" b="1" spc="-7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2000" b="1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  <a:sym typeface="+mn-ea"/>
              </a:rPr>
              <a:t>E</a:t>
            </a:r>
            <a:r>
              <a:rPr sz="2000" b="1" spc="-7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2000" b="1" spc="-5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  <a:sym typeface="+mn-ea"/>
              </a:rPr>
              <a:t>W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dirty="0">
                <a:solidFill>
                  <a:srgbClr val="231913"/>
                </a:solidFill>
              </a:rPr>
              <a:t>  </a:t>
            </a:r>
            <a:r>
              <a:rPr lang="en-US" sz="2600" dirty="0">
                <a:solidFill>
                  <a:srgbClr val="231913"/>
                </a:solidFill>
              </a:rPr>
              <a:t>  </a:t>
            </a:r>
            <a:br>
              <a:rPr lang="en-US" sz="2600" dirty="0">
                <a:solidFill>
                  <a:srgbClr val="231913"/>
                </a:solidFill>
              </a:rPr>
            </a:br>
            <a:r>
              <a:rPr lang="en-US" sz="2600" dirty="0">
                <a:solidFill>
                  <a:srgbClr val="231913"/>
                </a:solidFill>
              </a:rPr>
              <a:t>                               </a:t>
            </a:r>
            <a:r>
              <a:rPr sz="2600" dirty="0">
                <a:solidFill>
                  <a:srgbClr val="231913"/>
                </a:solidFill>
              </a:rPr>
              <a:t>Rooms</a:t>
            </a:r>
            <a:r>
              <a:rPr sz="2600" spc="-10" dirty="0">
                <a:solidFill>
                  <a:srgbClr val="231913"/>
                </a:solidFill>
              </a:rPr>
              <a:t> </a:t>
            </a:r>
            <a:r>
              <a:rPr sz="2600" dirty="0">
                <a:solidFill>
                  <a:srgbClr val="231913"/>
                </a:solidFill>
              </a:rPr>
              <a:t>C</a:t>
            </a:r>
            <a:r>
              <a:rPr sz="2600" spc="-15" dirty="0">
                <a:solidFill>
                  <a:srgbClr val="231913"/>
                </a:solidFill>
              </a:rPr>
              <a:t> </a:t>
            </a:r>
            <a:r>
              <a:rPr sz="2600" spc="50" dirty="0">
                <a:solidFill>
                  <a:srgbClr val="231913"/>
                </a:solidFill>
              </a:rPr>
              <a:t>Suites</a:t>
            </a:r>
            <a:r>
              <a:rPr sz="2600" spc="-5" dirty="0">
                <a:solidFill>
                  <a:srgbClr val="231913"/>
                </a:solidFill>
              </a:rPr>
              <a:t> </a:t>
            </a:r>
            <a:r>
              <a:rPr sz="2600" dirty="0">
                <a:solidFill>
                  <a:srgbClr val="231913"/>
                </a:solidFill>
              </a:rPr>
              <a:t>—</a:t>
            </a:r>
            <a:r>
              <a:rPr sz="2600" spc="-10" dirty="0">
                <a:solidFill>
                  <a:srgbClr val="231913"/>
                </a:solidFill>
              </a:rPr>
              <a:t> </a:t>
            </a:r>
            <a:r>
              <a:rPr sz="2600" dirty="0">
                <a:solidFill>
                  <a:srgbClr val="231913"/>
                </a:solidFill>
              </a:rPr>
              <a:t>Listing</a:t>
            </a:r>
            <a:r>
              <a:rPr sz="2600" spc="-5" dirty="0">
                <a:solidFill>
                  <a:srgbClr val="231913"/>
                </a:solidFill>
              </a:rPr>
              <a:t> </a:t>
            </a:r>
            <a:r>
              <a:rPr sz="2600" spc="-20" dirty="0">
                <a:solidFill>
                  <a:srgbClr val="231913"/>
                </a:solidFill>
              </a:rPr>
              <a:t>Page</a:t>
            </a:r>
            <a:endParaRPr sz="2600"/>
          </a:p>
          <a:p>
            <a:pPr marL="12700">
              <a:lnSpc>
                <a:spcPct val="100000"/>
              </a:lnSpc>
              <a:spcBef>
                <a:spcPts val="540"/>
              </a:spcBef>
            </a:pPr>
            <a:r>
              <a:rPr sz="1250" b="0" i="1" dirty="0">
                <a:solidFill>
                  <a:srgbClr val="0E756D"/>
                </a:solidFill>
                <a:latin typeface="Calibri" panose="020F0502020204030204"/>
                <a:cs typeface="Calibri" panose="020F0502020204030204"/>
              </a:rPr>
              <a:t>S</a:t>
            </a:r>
            <a:r>
              <a:rPr sz="1250" b="0" i="1" dirty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Calibri" panose="020F0502020204030204"/>
                <a:cs typeface="Calibri" panose="020F0502020204030204"/>
              </a:rPr>
              <a:t>ix</a:t>
            </a:r>
            <a:r>
              <a:rPr sz="1250" b="0" i="1" spc="-30" dirty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Calibri" panose="020F0502020204030204"/>
                <a:cs typeface="Calibri" panose="020F0502020204030204"/>
              </a:rPr>
              <a:t> </a:t>
            </a:r>
            <a:r>
              <a:rPr sz="1250" b="0" i="1" dirty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Calibri" panose="020F0502020204030204"/>
                <a:cs typeface="Calibri" panose="020F0502020204030204"/>
              </a:rPr>
              <a:t>room</a:t>
            </a:r>
            <a:r>
              <a:rPr sz="1250" b="0" i="1" spc="-35" dirty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Calibri" panose="020F0502020204030204"/>
                <a:cs typeface="Calibri" panose="020F0502020204030204"/>
              </a:rPr>
              <a:t> </a:t>
            </a:r>
            <a:r>
              <a:rPr sz="1250" b="0" i="1" dirty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Calibri" panose="020F0502020204030204"/>
                <a:cs typeface="Calibri" panose="020F0502020204030204"/>
              </a:rPr>
              <a:t>cards</a:t>
            </a:r>
            <a:r>
              <a:rPr sz="1250" b="0" i="1" spc="-35" dirty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Calibri" panose="020F0502020204030204"/>
                <a:cs typeface="Calibri" panose="020F0502020204030204"/>
              </a:rPr>
              <a:t> </a:t>
            </a:r>
            <a:r>
              <a:rPr sz="1250" b="0" i="1" dirty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Calibri" panose="020F0502020204030204"/>
                <a:cs typeface="Calibri" panose="020F0502020204030204"/>
              </a:rPr>
              <a:t>plus</a:t>
            </a:r>
            <a:r>
              <a:rPr sz="1250" b="0" i="1" spc="-35" dirty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Calibri" panose="020F0502020204030204"/>
                <a:cs typeface="Calibri" panose="020F0502020204030204"/>
              </a:rPr>
              <a:t> </a:t>
            </a:r>
            <a:r>
              <a:rPr sz="1250" b="0" i="1" dirty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Calibri" panose="020F0502020204030204"/>
                <a:cs typeface="Calibri" panose="020F0502020204030204"/>
              </a:rPr>
              <a:t>a</a:t>
            </a:r>
            <a:r>
              <a:rPr sz="1250" b="0" i="1" spc="-35" dirty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Calibri" panose="020F0502020204030204"/>
                <a:cs typeface="Calibri" panose="020F0502020204030204"/>
              </a:rPr>
              <a:t> </a:t>
            </a:r>
            <a:r>
              <a:rPr sz="1250" b="0" i="1" dirty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Calibri" panose="020F0502020204030204"/>
                <a:cs typeface="Calibri" panose="020F0502020204030204"/>
              </a:rPr>
              <a:t>full</a:t>
            </a:r>
            <a:r>
              <a:rPr sz="1250" b="0" i="1" spc="-25" dirty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Calibri" panose="020F0502020204030204"/>
                <a:cs typeface="Calibri" panose="020F0502020204030204"/>
              </a:rPr>
              <a:t> </a:t>
            </a:r>
            <a:r>
              <a:rPr sz="1250" b="0" i="1" dirty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Calibri" panose="020F0502020204030204"/>
                <a:cs typeface="Calibri" panose="020F0502020204030204"/>
              </a:rPr>
              <a:t>pricing</a:t>
            </a:r>
            <a:r>
              <a:rPr sz="1250" b="0" i="1" spc="-30" dirty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Calibri" panose="020F0502020204030204"/>
                <a:cs typeface="Calibri" panose="020F0502020204030204"/>
              </a:rPr>
              <a:t> </a:t>
            </a:r>
            <a:r>
              <a:rPr sz="1250" b="0" i="1" dirty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Calibri" panose="020F0502020204030204"/>
                <a:cs typeface="Calibri" panose="020F0502020204030204"/>
              </a:rPr>
              <a:t>comparison</a:t>
            </a:r>
            <a:r>
              <a:rPr sz="1250" b="0" i="1" spc="-35" dirty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Calibri" panose="020F0502020204030204"/>
                <a:cs typeface="Calibri" panose="020F0502020204030204"/>
              </a:rPr>
              <a:t> </a:t>
            </a:r>
            <a:r>
              <a:rPr sz="1250" b="0" i="1" dirty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Calibri" panose="020F0502020204030204"/>
                <a:cs typeface="Calibri" panose="020F0502020204030204"/>
              </a:rPr>
              <a:t>table</a:t>
            </a:r>
            <a:r>
              <a:rPr sz="1250" b="0" i="1" spc="-40" dirty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Calibri" panose="020F0502020204030204"/>
                <a:cs typeface="Calibri" panose="020F0502020204030204"/>
              </a:rPr>
              <a:t> </a:t>
            </a:r>
            <a:r>
              <a:rPr sz="1250" b="0" i="1" dirty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Calibri" panose="020F0502020204030204"/>
                <a:cs typeface="Calibri" panose="020F0502020204030204"/>
              </a:rPr>
              <a:t>with</a:t>
            </a:r>
            <a:r>
              <a:rPr sz="1250" b="0" i="1" spc="-35" dirty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Calibri" panose="020F0502020204030204"/>
                <a:cs typeface="Calibri" panose="020F0502020204030204"/>
              </a:rPr>
              <a:t> </a:t>
            </a:r>
            <a:r>
              <a:rPr sz="1250" b="0" i="1" dirty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Calibri" panose="020F0502020204030204"/>
                <a:cs typeface="Calibri" panose="020F0502020204030204"/>
              </a:rPr>
              <a:t>size,</a:t>
            </a:r>
            <a:r>
              <a:rPr sz="1250" b="0" i="1" spc="-30" dirty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Calibri" panose="020F0502020204030204"/>
                <a:cs typeface="Calibri" panose="020F0502020204030204"/>
              </a:rPr>
              <a:t> </a:t>
            </a:r>
            <a:r>
              <a:rPr sz="1250" b="0" i="1" dirty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Calibri" panose="020F0502020204030204"/>
                <a:cs typeface="Calibri" panose="020F0502020204030204"/>
              </a:rPr>
              <a:t>guests</a:t>
            </a:r>
            <a:r>
              <a:rPr sz="1250" b="0" i="1" spc="-30" dirty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Calibri" panose="020F0502020204030204"/>
                <a:cs typeface="Calibri" panose="020F0502020204030204"/>
              </a:rPr>
              <a:t> </a:t>
            </a:r>
            <a:r>
              <a:rPr sz="1250" b="0" i="1" dirty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Calibri" panose="020F0502020204030204"/>
                <a:cs typeface="Calibri" panose="020F0502020204030204"/>
              </a:rPr>
              <a:t>and</a:t>
            </a:r>
            <a:r>
              <a:rPr sz="1250" b="0" i="1" spc="-35" dirty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Calibri" panose="020F0502020204030204"/>
                <a:cs typeface="Calibri" panose="020F0502020204030204"/>
              </a:rPr>
              <a:t> </a:t>
            </a:r>
            <a:r>
              <a:rPr sz="1250" b="0" i="1" spc="-20" dirty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Calibri" panose="020F0502020204030204"/>
                <a:cs typeface="Calibri" panose="020F0502020204030204"/>
              </a:rPr>
              <a:t>rate</a:t>
            </a:r>
            <a:endParaRPr sz="1250" b="0" i="1" spc="-20" dirty="0">
              <a:gradFill>
                <a:gsLst>
                  <a:gs pos="50000">
                    <a:schemeClr val="tx1"/>
                  </a:gs>
                  <a:gs pos="0">
                    <a:schemeClr val="tx1">
                      <a:lumMod val="25000"/>
                      <a:lumOff val="75000"/>
                    </a:schemeClr>
                  </a:gs>
                  <a:gs pos="100000">
                    <a:schemeClr val="tx1">
                      <a:lumMod val="85000"/>
                    </a:schemeClr>
                  </a:gs>
                </a:gsLst>
                <a:lin ang="5400000" scaled="1"/>
              </a:gradFill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4" name="object 4"/>
          <p:cNvGrpSpPr/>
          <p:nvPr>
            <p:custDataLst>
              <p:tags r:id="rId1"/>
            </p:custDataLst>
          </p:nvPr>
        </p:nvGrpSpPr>
        <p:grpSpPr>
          <a:xfrm>
            <a:off x="541984" y="1684984"/>
            <a:ext cx="1796414" cy="1430655"/>
            <a:chOff x="541984" y="1684984"/>
            <a:chExt cx="1796414" cy="1430655"/>
          </a:xfrm>
        </p:grpSpPr>
        <p:sp>
          <p:nvSpPr>
            <p:cNvPr id="5" name="object 5"/>
            <p:cNvSpPr/>
            <p:nvPr>
              <p:custDataLst>
                <p:tags r:id="rId2"/>
              </p:custDataLst>
            </p:nvPr>
          </p:nvSpPr>
          <p:spPr>
            <a:xfrm>
              <a:off x="548284" y="1691284"/>
              <a:ext cx="1783714" cy="1417955"/>
            </a:xfrm>
            <a:custGeom>
              <a:avLst/>
              <a:gdLst/>
              <a:ahLst/>
              <a:cxnLst/>
              <a:rect l="l" t="t" r="r" b="b"/>
              <a:pathLst>
                <a:path w="1783714" h="1417955">
                  <a:moveTo>
                    <a:pt x="82791" y="0"/>
                  </a:moveTo>
                  <a:lnTo>
                    <a:pt x="41389" y="11150"/>
                  </a:lnTo>
                  <a:lnTo>
                    <a:pt x="11518" y="41389"/>
                  </a:lnTo>
                  <a:lnTo>
                    <a:pt x="355" y="82435"/>
                  </a:lnTo>
                  <a:lnTo>
                    <a:pt x="0" y="1335239"/>
                  </a:lnTo>
                  <a:lnTo>
                    <a:pt x="719" y="1346005"/>
                  </a:lnTo>
                  <a:lnTo>
                    <a:pt x="729" y="1346161"/>
                  </a:lnTo>
                  <a:lnTo>
                    <a:pt x="2838" y="1356566"/>
                  </a:lnTo>
                  <a:lnTo>
                    <a:pt x="2874" y="1356745"/>
                  </a:lnTo>
                  <a:lnTo>
                    <a:pt x="6299" y="1366722"/>
                  </a:lnTo>
                  <a:lnTo>
                    <a:pt x="6370" y="1366927"/>
                  </a:lnTo>
                  <a:lnTo>
                    <a:pt x="11150" y="1376641"/>
                  </a:lnTo>
                  <a:lnTo>
                    <a:pt x="17036" y="1385300"/>
                  </a:lnTo>
                  <a:lnTo>
                    <a:pt x="17141" y="1385456"/>
                  </a:lnTo>
                  <a:lnTo>
                    <a:pt x="50942" y="1411294"/>
                  </a:lnTo>
                  <a:lnTo>
                    <a:pt x="82435" y="1417675"/>
                  </a:lnTo>
                  <a:lnTo>
                    <a:pt x="1700999" y="1417675"/>
                  </a:lnTo>
                  <a:lnTo>
                    <a:pt x="1742401" y="1406512"/>
                  </a:lnTo>
                  <a:lnTo>
                    <a:pt x="1772272" y="1376273"/>
                  </a:lnTo>
                  <a:lnTo>
                    <a:pt x="1782672" y="1346161"/>
                  </a:lnTo>
                  <a:lnTo>
                    <a:pt x="1782703" y="1346005"/>
                  </a:lnTo>
                  <a:lnTo>
                    <a:pt x="1783435" y="1335239"/>
                  </a:lnTo>
                  <a:lnTo>
                    <a:pt x="1783411" y="82435"/>
                  </a:lnTo>
                  <a:lnTo>
                    <a:pt x="1782703" y="71869"/>
                  </a:lnTo>
                  <a:lnTo>
                    <a:pt x="1766281" y="32575"/>
                  </a:lnTo>
                  <a:lnTo>
                    <a:pt x="1732482" y="6736"/>
                  </a:lnTo>
                  <a:lnTo>
                    <a:pt x="1700999" y="355"/>
                  </a:lnTo>
                  <a:lnTo>
                    <a:pt x="82791" y="0"/>
                  </a:lnTo>
                  <a:close/>
                </a:path>
              </a:pathLst>
            </a:custGeom>
            <a:solidFill>
              <a:srgbClr val="FAF0E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>
              <p:custDataLst>
                <p:tags r:id="rId3"/>
              </p:custDataLst>
            </p:nvPr>
          </p:nvSpPr>
          <p:spPr>
            <a:xfrm>
              <a:off x="548284" y="1691284"/>
              <a:ext cx="1783714" cy="1417955"/>
            </a:xfrm>
            <a:custGeom>
              <a:avLst/>
              <a:gdLst/>
              <a:ahLst/>
              <a:cxnLst/>
              <a:rect l="l" t="t" r="r" b="b"/>
              <a:pathLst>
                <a:path w="1783714" h="1417955">
                  <a:moveTo>
                    <a:pt x="355" y="82435"/>
                  </a:moveTo>
                  <a:lnTo>
                    <a:pt x="1087" y="71668"/>
                  </a:lnTo>
                  <a:lnTo>
                    <a:pt x="3236" y="61102"/>
                  </a:lnTo>
                  <a:lnTo>
                    <a:pt x="24568" y="24245"/>
                  </a:lnTo>
                  <a:lnTo>
                    <a:pt x="61285" y="2874"/>
                  </a:lnTo>
                  <a:lnTo>
                    <a:pt x="82791" y="0"/>
                  </a:lnTo>
                  <a:lnTo>
                    <a:pt x="1700999" y="355"/>
                  </a:lnTo>
                  <a:lnTo>
                    <a:pt x="1742033" y="11518"/>
                  </a:lnTo>
                  <a:lnTo>
                    <a:pt x="1772272" y="41389"/>
                  </a:lnTo>
                  <a:lnTo>
                    <a:pt x="1783435" y="82791"/>
                  </a:lnTo>
                  <a:lnTo>
                    <a:pt x="1783435" y="1335239"/>
                  </a:lnTo>
                  <a:lnTo>
                    <a:pt x="1782703" y="1346005"/>
                  </a:lnTo>
                  <a:lnTo>
                    <a:pt x="1780554" y="1356566"/>
                  </a:lnTo>
                  <a:lnTo>
                    <a:pt x="1759223" y="1393417"/>
                  </a:lnTo>
                  <a:lnTo>
                    <a:pt x="1722505" y="1414794"/>
                  </a:lnTo>
                  <a:lnTo>
                    <a:pt x="1700999" y="1417675"/>
                  </a:lnTo>
                  <a:lnTo>
                    <a:pt x="82435" y="1417675"/>
                  </a:lnTo>
                  <a:lnTo>
                    <a:pt x="41389" y="1406512"/>
                  </a:lnTo>
                  <a:lnTo>
                    <a:pt x="11150" y="1376641"/>
                  </a:lnTo>
                  <a:lnTo>
                    <a:pt x="0" y="1335239"/>
                  </a:lnTo>
                  <a:lnTo>
                    <a:pt x="355" y="82435"/>
                  </a:lnTo>
                  <a:close/>
                </a:path>
              </a:pathLst>
            </a:custGeom>
            <a:ln w="12599">
              <a:solidFill>
                <a:srgbClr val="E5D7C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>
            <p:custDataLst>
              <p:tags r:id="rId4"/>
            </p:custDataLst>
          </p:nvPr>
        </p:nvSpPr>
        <p:spPr>
          <a:xfrm>
            <a:off x="645744" y="1939937"/>
            <a:ext cx="516890" cy="216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 b="1" spc="-10" dirty="0">
                <a:solidFill>
                  <a:srgbClr val="8A1919"/>
                </a:solidFill>
                <a:latin typeface="Times New Roman" panose="02020603050405020304"/>
                <a:cs typeface="Times New Roman" panose="02020603050405020304"/>
              </a:rPr>
              <a:t>Deluxe</a:t>
            </a:r>
            <a:endParaRPr sz="125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8" name="object 8"/>
          <p:cNvSpPr txBox="1"/>
          <p:nvPr>
            <p:custDataLst>
              <p:tags r:id="rId5"/>
            </p:custDataLst>
          </p:nvPr>
        </p:nvSpPr>
        <p:spPr>
          <a:xfrm>
            <a:off x="645744" y="2390292"/>
            <a:ext cx="730885" cy="5708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b="1" spc="35" dirty="0">
                <a:solidFill>
                  <a:srgbClr val="8A1919"/>
                </a:solidFill>
                <a:latin typeface="Trebuchet MS" panose="020B0603020202020204"/>
                <a:cs typeface="Trebuchet MS" panose="020B0603020202020204"/>
              </a:rPr>
              <a:t>₹</a:t>
            </a:r>
            <a:r>
              <a:rPr sz="1700" b="1" spc="35" dirty="0">
                <a:solidFill>
                  <a:srgbClr val="8A1919"/>
                </a:solidFill>
                <a:latin typeface="Times New Roman" panose="02020603050405020304"/>
                <a:cs typeface="Times New Roman" panose="02020603050405020304"/>
              </a:rPr>
              <a:t>180</a:t>
            </a:r>
            <a:endParaRPr sz="17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1110"/>
              </a:spcBef>
            </a:pPr>
            <a:r>
              <a:rPr sz="950" dirty="0">
                <a:solidFill>
                  <a:srgbClr val="796E66"/>
                </a:solidFill>
                <a:latin typeface="Calibri" panose="020F0502020204030204"/>
                <a:cs typeface="Calibri" panose="020F0502020204030204"/>
              </a:rPr>
              <a:t>32</a:t>
            </a:r>
            <a:r>
              <a:rPr sz="950" spc="-30" dirty="0">
                <a:solidFill>
                  <a:srgbClr val="796E66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950" dirty="0">
                <a:solidFill>
                  <a:srgbClr val="796E66"/>
                </a:solidFill>
                <a:latin typeface="Calibri" panose="020F0502020204030204"/>
                <a:cs typeface="Calibri" panose="020F0502020204030204"/>
              </a:rPr>
              <a:t>sqm</a:t>
            </a:r>
            <a:r>
              <a:rPr sz="950" spc="-20" dirty="0">
                <a:solidFill>
                  <a:srgbClr val="796E66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950" dirty="0">
                <a:solidFill>
                  <a:srgbClr val="796E66"/>
                </a:solidFill>
                <a:latin typeface="Calibri" panose="020F0502020204030204"/>
                <a:cs typeface="Calibri" panose="020F0502020204030204"/>
              </a:rPr>
              <a:t>/</a:t>
            </a:r>
            <a:r>
              <a:rPr sz="950" spc="-25" dirty="0">
                <a:solidFill>
                  <a:srgbClr val="796E66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950" spc="-10" dirty="0">
                <a:solidFill>
                  <a:srgbClr val="796E66"/>
                </a:solidFill>
                <a:latin typeface="Calibri" panose="020F0502020204030204"/>
                <a:cs typeface="Calibri" panose="020F0502020204030204"/>
              </a:rPr>
              <a:t>night</a:t>
            </a:r>
            <a:endParaRPr sz="950"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9" name="object 9"/>
          <p:cNvGrpSpPr/>
          <p:nvPr>
            <p:custDataLst>
              <p:tags r:id="rId6"/>
            </p:custDataLst>
          </p:nvPr>
        </p:nvGrpSpPr>
        <p:grpSpPr>
          <a:xfrm>
            <a:off x="2453220" y="1684984"/>
            <a:ext cx="1796414" cy="1430655"/>
            <a:chOff x="2453220" y="1684984"/>
            <a:chExt cx="1796414" cy="1430655"/>
          </a:xfrm>
        </p:grpSpPr>
        <p:sp>
          <p:nvSpPr>
            <p:cNvPr id="10" name="object 10"/>
            <p:cNvSpPr/>
            <p:nvPr>
              <p:custDataLst>
                <p:tags r:id="rId7"/>
              </p:custDataLst>
            </p:nvPr>
          </p:nvSpPr>
          <p:spPr>
            <a:xfrm>
              <a:off x="2459520" y="1691284"/>
              <a:ext cx="1783714" cy="1417955"/>
            </a:xfrm>
            <a:custGeom>
              <a:avLst/>
              <a:gdLst/>
              <a:ahLst/>
              <a:cxnLst/>
              <a:rect l="l" t="t" r="r" b="b"/>
              <a:pathLst>
                <a:path w="1783714" h="1417955">
                  <a:moveTo>
                    <a:pt x="82803" y="0"/>
                  </a:moveTo>
                  <a:lnTo>
                    <a:pt x="41401" y="11150"/>
                  </a:lnTo>
                  <a:lnTo>
                    <a:pt x="11518" y="41389"/>
                  </a:lnTo>
                  <a:lnTo>
                    <a:pt x="355" y="82435"/>
                  </a:lnTo>
                  <a:lnTo>
                    <a:pt x="0" y="1335239"/>
                  </a:lnTo>
                  <a:lnTo>
                    <a:pt x="721" y="1346005"/>
                  </a:lnTo>
                  <a:lnTo>
                    <a:pt x="731" y="1346161"/>
                  </a:lnTo>
                  <a:lnTo>
                    <a:pt x="17048" y="1385300"/>
                  </a:lnTo>
                  <a:lnTo>
                    <a:pt x="17154" y="1385456"/>
                  </a:lnTo>
                  <a:lnTo>
                    <a:pt x="50953" y="1411294"/>
                  </a:lnTo>
                  <a:lnTo>
                    <a:pt x="82435" y="1417675"/>
                  </a:lnTo>
                  <a:lnTo>
                    <a:pt x="1700999" y="1417675"/>
                  </a:lnTo>
                  <a:lnTo>
                    <a:pt x="1742401" y="1406512"/>
                  </a:lnTo>
                  <a:lnTo>
                    <a:pt x="1772285" y="1376273"/>
                  </a:lnTo>
                  <a:lnTo>
                    <a:pt x="1776962" y="1366927"/>
                  </a:lnTo>
                  <a:lnTo>
                    <a:pt x="1777065" y="1366722"/>
                  </a:lnTo>
                  <a:lnTo>
                    <a:pt x="1780498" y="1356745"/>
                  </a:lnTo>
                  <a:lnTo>
                    <a:pt x="1780560" y="1356566"/>
                  </a:lnTo>
                  <a:lnTo>
                    <a:pt x="1782674" y="1346161"/>
                  </a:lnTo>
                  <a:lnTo>
                    <a:pt x="1782705" y="1346005"/>
                  </a:lnTo>
                  <a:lnTo>
                    <a:pt x="1783435" y="1335239"/>
                  </a:lnTo>
                  <a:lnTo>
                    <a:pt x="1783411" y="82435"/>
                  </a:lnTo>
                  <a:lnTo>
                    <a:pt x="1772285" y="41389"/>
                  </a:lnTo>
                  <a:lnTo>
                    <a:pt x="1742033" y="11518"/>
                  </a:lnTo>
                  <a:lnTo>
                    <a:pt x="1700999" y="355"/>
                  </a:lnTo>
                  <a:lnTo>
                    <a:pt x="82803" y="0"/>
                  </a:lnTo>
                  <a:close/>
                </a:path>
              </a:pathLst>
            </a:custGeom>
            <a:solidFill>
              <a:srgbClr val="FAF0E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>
              <p:custDataLst>
                <p:tags r:id="rId8"/>
              </p:custDataLst>
            </p:nvPr>
          </p:nvSpPr>
          <p:spPr>
            <a:xfrm>
              <a:off x="2459520" y="1691284"/>
              <a:ext cx="1783714" cy="1417955"/>
            </a:xfrm>
            <a:custGeom>
              <a:avLst/>
              <a:gdLst/>
              <a:ahLst/>
              <a:cxnLst/>
              <a:rect l="l" t="t" r="r" b="b"/>
              <a:pathLst>
                <a:path w="1783714" h="1417955">
                  <a:moveTo>
                    <a:pt x="355" y="82435"/>
                  </a:moveTo>
                  <a:lnTo>
                    <a:pt x="1087" y="71668"/>
                  </a:lnTo>
                  <a:lnTo>
                    <a:pt x="3236" y="61102"/>
                  </a:lnTo>
                  <a:lnTo>
                    <a:pt x="24569" y="24245"/>
                  </a:lnTo>
                  <a:lnTo>
                    <a:pt x="61288" y="2874"/>
                  </a:lnTo>
                  <a:lnTo>
                    <a:pt x="82803" y="0"/>
                  </a:lnTo>
                  <a:lnTo>
                    <a:pt x="1700999" y="355"/>
                  </a:lnTo>
                  <a:lnTo>
                    <a:pt x="1742033" y="11518"/>
                  </a:lnTo>
                  <a:lnTo>
                    <a:pt x="1772285" y="41389"/>
                  </a:lnTo>
                  <a:lnTo>
                    <a:pt x="1783435" y="82791"/>
                  </a:lnTo>
                  <a:lnTo>
                    <a:pt x="1783435" y="1335239"/>
                  </a:lnTo>
                  <a:lnTo>
                    <a:pt x="1782705" y="1346005"/>
                  </a:lnTo>
                  <a:lnTo>
                    <a:pt x="1780560" y="1356566"/>
                  </a:lnTo>
                  <a:lnTo>
                    <a:pt x="1759234" y="1393417"/>
                  </a:lnTo>
                  <a:lnTo>
                    <a:pt x="1722510" y="1414794"/>
                  </a:lnTo>
                  <a:lnTo>
                    <a:pt x="1700999" y="1417675"/>
                  </a:lnTo>
                  <a:lnTo>
                    <a:pt x="82435" y="1417675"/>
                  </a:lnTo>
                  <a:lnTo>
                    <a:pt x="41401" y="1406512"/>
                  </a:lnTo>
                  <a:lnTo>
                    <a:pt x="11163" y="1376641"/>
                  </a:lnTo>
                  <a:lnTo>
                    <a:pt x="0" y="1335239"/>
                  </a:lnTo>
                  <a:lnTo>
                    <a:pt x="355" y="82435"/>
                  </a:lnTo>
                  <a:close/>
                </a:path>
              </a:pathLst>
            </a:custGeom>
            <a:ln w="12599">
              <a:solidFill>
                <a:srgbClr val="E5D7C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/>
          <p:nvPr>
            <p:custDataLst>
              <p:tags r:id="rId9"/>
            </p:custDataLst>
          </p:nvPr>
        </p:nvSpPr>
        <p:spPr>
          <a:xfrm>
            <a:off x="2556624" y="1939937"/>
            <a:ext cx="702945" cy="216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 b="1" spc="-10" dirty="0">
                <a:solidFill>
                  <a:srgbClr val="8A1919"/>
                </a:solidFill>
                <a:latin typeface="Times New Roman" panose="02020603050405020304"/>
                <a:cs typeface="Times New Roman" panose="02020603050405020304"/>
              </a:rPr>
              <a:t>Executive</a:t>
            </a:r>
            <a:endParaRPr sz="125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3" name="object 13"/>
          <p:cNvSpPr txBox="1"/>
          <p:nvPr>
            <p:custDataLst>
              <p:tags r:id="rId10"/>
            </p:custDataLst>
          </p:nvPr>
        </p:nvSpPr>
        <p:spPr>
          <a:xfrm>
            <a:off x="2556624" y="2390292"/>
            <a:ext cx="730885" cy="5708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b="1" spc="55" dirty="0">
                <a:solidFill>
                  <a:srgbClr val="8A1919"/>
                </a:solidFill>
                <a:latin typeface="Trebuchet MS" panose="020B0603020202020204"/>
                <a:cs typeface="Trebuchet MS" panose="020B0603020202020204"/>
              </a:rPr>
              <a:t>₹</a:t>
            </a:r>
            <a:r>
              <a:rPr sz="1700" b="1" spc="55" dirty="0">
                <a:solidFill>
                  <a:srgbClr val="8A1919"/>
                </a:solidFill>
                <a:latin typeface="Times New Roman" panose="02020603050405020304"/>
                <a:cs typeface="Times New Roman" panose="02020603050405020304"/>
              </a:rPr>
              <a:t>240</a:t>
            </a:r>
            <a:endParaRPr sz="17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1110"/>
              </a:spcBef>
            </a:pPr>
            <a:r>
              <a:rPr sz="950" dirty="0">
                <a:solidFill>
                  <a:srgbClr val="796E66"/>
                </a:solidFill>
                <a:latin typeface="Calibri" panose="020F0502020204030204"/>
                <a:cs typeface="Calibri" panose="020F0502020204030204"/>
              </a:rPr>
              <a:t>38</a:t>
            </a:r>
            <a:r>
              <a:rPr sz="950" spc="-30" dirty="0">
                <a:solidFill>
                  <a:srgbClr val="796E66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950" dirty="0">
                <a:solidFill>
                  <a:srgbClr val="796E66"/>
                </a:solidFill>
                <a:latin typeface="Calibri" panose="020F0502020204030204"/>
                <a:cs typeface="Calibri" panose="020F0502020204030204"/>
              </a:rPr>
              <a:t>sqm</a:t>
            </a:r>
            <a:r>
              <a:rPr sz="950" spc="-20" dirty="0">
                <a:solidFill>
                  <a:srgbClr val="796E66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950" dirty="0">
                <a:solidFill>
                  <a:srgbClr val="796E66"/>
                </a:solidFill>
                <a:latin typeface="Calibri" panose="020F0502020204030204"/>
                <a:cs typeface="Calibri" panose="020F0502020204030204"/>
              </a:rPr>
              <a:t>/</a:t>
            </a:r>
            <a:r>
              <a:rPr sz="950" spc="-25" dirty="0">
                <a:solidFill>
                  <a:srgbClr val="796E66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950" spc="-10" dirty="0">
                <a:solidFill>
                  <a:srgbClr val="796E66"/>
                </a:solidFill>
                <a:latin typeface="Calibri" panose="020F0502020204030204"/>
                <a:cs typeface="Calibri" panose="020F0502020204030204"/>
              </a:rPr>
              <a:t>night</a:t>
            </a:r>
            <a:endParaRPr sz="950"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14" name="object 14"/>
          <p:cNvGrpSpPr/>
          <p:nvPr>
            <p:custDataLst>
              <p:tags r:id="rId11"/>
            </p:custDataLst>
          </p:nvPr>
        </p:nvGrpSpPr>
        <p:grpSpPr>
          <a:xfrm>
            <a:off x="4364100" y="1684984"/>
            <a:ext cx="1796414" cy="1430655"/>
            <a:chOff x="4364100" y="1684984"/>
            <a:chExt cx="1796414" cy="1430655"/>
          </a:xfrm>
        </p:grpSpPr>
        <p:sp>
          <p:nvSpPr>
            <p:cNvPr id="15" name="object 15"/>
            <p:cNvSpPr/>
            <p:nvPr>
              <p:custDataLst>
                <p:tags r:id="rId12"/>
              </p:custDataLst>
            </p:nvPr>
          </p:nvSpPr>
          <p:spPr>
            <a:xfrm>
              <a:off x="4370400" y="1691284"/>
              <a:ext cx="1783714" cy="1417955"/>
            </a:xfrm>
            <a:custGeom>
              <a:avLst/>
              <a:gdLst/>
              <a:ahLst/>
              <a:cxnLst/>
              <a:rect l="l" t="t" r="r" b="b"/>
              <a:pathLst>
                <a:path w="1783714" h="1417955">
                  <a:moveTo>
                    <a:pt x="82804" y="0"/>
                  </a:moveTo>
                  <a:lnTo>
                    <a:pt x="41402" y="11150"/>
                  </a:lnTo>
                  <a:lnTo>
                    <a:pt x="11518" y="41389"/>
                  </a:lnTo>
                  <a:lnTo>
                    <a:pt x="355" y="82435"/>
                  </a:lnTo>
                  <a:lnTo>
                    <a:pt x="0" y="1335239"/>
                  </a:lnTo>
                  <a:lnTo>
                    <a:pt x="721" y="1346005"/>
                  </a:lnTo>
                  <a:lnTo>
                    <a:pt x="731" y="1346161"/>
                  </a:lnTo>
                  <a:lnTo>
                    <a:pt x="2844" y="1356566"/>
                  </a:lnTo>
                  <a:lnTo>
                    <a:pt x="2881" y="1356745"/>
                  </a:lnTo>
                  <a:lnTo>
                    <a:pt x="6310" y="1366722"/>
                  </a:lnTo>
                  <a:lnTo>
                    <a:pt x="6381" y="1366927"/>
                  </a:lnTo>
                  <a:lnTo>
                    <a:pt x="32374" y="1400527"/>
                  </a:lnTo>
                  <a:lnTo>
                    <a:pt x="71670" y="1416943"/>
                  </a:lnTo>
                  <a:lnTo>
                    <a:pt x="82435" y="1417675"/>
                  </a:lnTo>
                  <a:lnTo>
                    <a:pt x="1700999" y="1417675"/>
                  </a:lnTo>
                  <a:lnTo>
                    <a:pt x="1742401" y="1406512"/>
                  </a:lnTo>
                  <a:lnTo>
                    <a:pt x="1772285" y="1376273"/>
                  </a:lnTo>
                  <a:lnTo>
                    <a:pt x="1776962" y="1366927"/>
                  </a:lnTo>
                  <a:lnTo>
                    <a:pt x="1777065" y="1366722"/>
                  </a:lnTo>
                  <a:lnTo>
                    <a:pt x="1780498" y="1356745"/>
                  </a:lnTo>
                  <a:lnTo>
                    <a:pt x="1780560" y="1356566"/>
                  </a:lnTo>
                  <a:lnTo>
                    <a:pt x="1782674" y="1346161"/>
                  </a:lnTo>
                  <a:lnTo>
                    <a:pt x="1782705" y="1346005"/>
                  </a:lnTo>
                  <a:lnTo>
                    <a:pt x="1783435" y="1335239"/>
                  </a:lnTo>
                  <a:lnTo>
                    <a:pt x="1783411" y="82435"/>
                  </a:lnTo>
                  <a:lnTo>
                    <a:pt x="1772285" y="41389"/>
                  </a:lnTo>
                  <a:lnTo>
                    <a:pt x="1742033" y="11518"/>
                  </a:lnTo>
                  <a:lnTo>
                    <a:pt x="1700999" y="355"/>
                  </a:lnTo>
                  <a:lnTo>
                    <a:pt x="82804" y="0"/>
                  </a:lnTo>
                  <a:close/>
                </a:path>
              </a:pathLst>
            </a:custGeom>
            <a:solidFill>
              <a:srgbClr val="FAF0E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>
              <p:custDataLst>
                <p:tags r:id="rId13"/>
              </p:custDataLst>
            </p:nvPr>
          </p:nvSpPr>
          <p:spPr>
            <a:xfrm>
              <a:off x="4370400" y="1691284"/>
              <a:ext cx="1783714" cy="1417955"/>
            </a:xfrm>
            <a:custGeom>
              <a:avLst/>
              <a:gdLst/>
              <a:ahLst/>
              <a:cxnLst/>
              <a:rect l="l" t="t" r="r" b="b"/>
              <a:pathLst>
                <a:path w="1783714" h="1417955">
                  <a:moveTo>
                    <a:pt x="355" y="82435"/>
                  </a:moveTo>
                  <a:lnTo>
                    <a:pt x="1087" y="71668"/>
                  </a:lnTo>
                  <a:lnTo>
                    <a:pt x="3236" y="61102"/>
                  </a:lnTo>
                  <a:lnTo>
                    <a:pt x="24569" y="24245"/>
                  </a:lnTo>
                  <a:lnTo>
                    <a:pt x="61288" y="2874"/>
                  </a:lnTo>
                  <a:lnTo>
                    <a:pt x="82804" y="0"/>
                  </a:lnTo>
                  <a:lnTo>
                    <a:pt x="1700999" y="355"/>
                  </a:lnTo>
                  <a:lnTo>
                    <a:pt x="1742033" y="11518"/>
                  </a:lnTo>
                  <a:lnTo>
                    <a:pt x="1772285" y="41389"/>
                  </a:lnTo>
                  <a:lnTo>
                    <a:pt x="1783435" y="82791"/>
                  </a:lnTo>
                  <a:lnTo>
                    <a:pt x="1783435" y="1335239"/>
                  </a:lnTo>
                  <a:lnTo>
                    <a:pt x="1782705" y="1346005"/>
                  </a:lnTo>
                  <a:lnTo>
                    <a:pt x="1780560" y="1356566"/>
                  </a:lnTo>
                  <a:lnTo>
                    <a:pt x="1759234" y="1393417"/>
                  </a:lnTo>
                  <a:lnTo>
                    <a:pt x="1722510" y="1414794"/>
                  </a:lnTo>
                  <a:lnTo>
                    <a:pt x="1700999" y="1417675"/>
                  </a:lnTo>
                  <a:lnTo>
                    <a:pt x="82435" y="1417675"/>
                  </a:lnTo>
                  <a:lnTo>
                    <a:pt x="41402" y="1406512"/>
                  </a:lnTo>
                  <a:lnTo>
                    <a:pt x="11163" y="1376641"/>
                  </a:lnTo>
                  <a:lnTo>
                    <a:pt x="0" y="1335239"/>
                  </a:lnTo>
                  <a:lnTo>
                    <a:pt x="355" y="82435"/>
                  </a:lnTo>
                  <a:close/>
                </a:path>
              </a:pathLst>
            </a:custGeom>
            <a:ln w="12599">
              <a:solidFill>
                <a:srgbClr val="E5D7C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/>
          <p:cNvSpPr txBox="1"/>
          <p:nvPr>
            <p:custDataLst>
              <p:tags r:id="rId14"/>
            </p:custDataLst>
          </p:nvPr>
        </p:nvSpPr>
        <p:spPr>
          <a:xfrm>
            <a:off x="4467859" y="1939937"/>
            <a:ext cx="843915" cy="216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 b="1" dirty="0">
                <a:solidFill>
                  <a:srgbClr val="8A1919"/>
                </a:solidFill>
                <a:latin typeface="Times New Roman" panose="02020603050405020304"/>
                <a:cs typeface="Times New Roman" panose="02020603050405020304"/>
              </a:rPr>
              <a:t>Ocean</a:t>
            </a:r>
            <a:r>
              <a:rPr sz="1250" b="1" spc="-65" dirty="0">
                <a:solidFill>
                  <a:srgbClr val="8A1919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50" b="1" spc="-20" dirty="0">
                <a:solidFill>
                  <a:srgbClr val="8A1919"/>
                </a:solidFill>
                <a:latin typeface="Times New Roman" panose="02020603050405020304"/>
                <a:cs typeface="Times New Roman" panose="02020603050405020304"/>
              </a:rPr>
              <a:t>View</a:t>
            </a:r>
            <a:endParaRPr sz="125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8" name="object 18"/>
          <p:cNvSpPr txBox="1"/>
          <p:nvPr>
            <p:custDataLst>
              <p:tags r:id="rId15"/>
            </p:custDataLst>
          </p:nvPr>
        </p:nvSpPr>
        <p:spPr>
          <a:xfrm>
            <a:off x="4467859" y="2390292"/>
            <a:ext cx="730885" cy="5708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b="1" spc="-20" dirty="0">
                <a:solidFill>
                  <a:srgbClr val="8A1919"/>
                </a:solidFill>
                <a:latin typeface="Trebuchet MS" panose="020B0603020202020204"/>
                <a:cs typeface="Trebuchet MS" panose="020B0603020202020204"/>
              </a:rPr>
              <a:t>₹</a:t>
            </a:r>
            <a:r>
              <a:rPr sz="1700" b="1" spc="-20" dirty="0">
                <a:solidFill>
                  <a:srgbClr val="8A1919"/>
                </a:solidFill>
                <a:latin typeface="Times New Roman" panose="02020603050405020304"/>
                <a:cs typeface="Times New Roman" panose="02020603050405020304"/>
              </a:rPr>
              <a:t>310</a:t>
            </a:r>
            <a:endParaRPr sz="17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1110"/>
              </a:spcBef>
            </a:pPr>
            <a:r>
              <a:rPr sz="950" dirty="0">
                <a:solidFill>
                  <a:srgbClr val="796E66"/>
                </a:solidFill>
                <a:latin typeface="Calibri" panose="020F0502020204030204"/>
                <a:cs typeface="Calibri" panose="020F0502020204030204"/>
              </a:rPr>
              <a:t>40</a:t>
            </a:r>
            <a:r>
              <a:rPr sz="950" spc="-30" dirty="0">
                <a:solidFill>
                  <a:srgbClr val="796E66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950" dirty="0">
                <a:solidFill>
                  <a:srgbClr val="796E66"/>
                </a:solidFill>
                <a:latin typeface="Calibri" panose="020F0502020204030204"/>
                <a:cs typeface="Calibri" panose="020F0502020204030204"/>
              </a:rPr>
              <a:t>sqm</a:t>
            </a:r>
            <a:r>
              <a:rPr sz="950" spc="-20" dirty="0">
                <a:solidFill>
                  <a:srgbClr val="796E66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950" dirty="0">
                <a:solidFill>
                  <a:srgbClr val="796E66"/>
                </a:solidFill>
                <a:latin typeface="Calibri" panose="020F0502020204030204"/>
                <a:cs typeface="Calibri" panose="020F0502020204030204"/>
              </a:rPr>
              <a:t>/</a:t>
            </a:r>
            <a:r>
              <a:rPr sz="950" spc="-25" dirty="0">
                <a:solidFill>
                  <a:srgbClr val="796E66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950" spc="-10" dirty="0">
                <a:solidFill>
                  <a:srgbClr val="796E66"/>
                </a:solidFill>
                <a:latin typeface="Calibri" panose="020F0502020204030204"/>
                <a:cs typeface="Calibri" panose="020F0502020204030204"/>
              </a:rPr>
              <a:t>night</a:t>
            </a:r>
            <a:endParaRPr sz="950"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19" name="object 19"/>
          <p:cNvGrpSpPr/>
          <p:nvPr>
            <p:custDataLst>
              <p:tags r:id="rId16"/>
            </p:custDataLst>
          </p:nvPr>
        </p:nvGrpSpPr>
        <p:grpSpPr>
          <a:xfrm>
            <a:off x="6275335" y="1684984"/>
            <a:ext cx="1796414" cy="1430655"/>
            <a:chOff x="6275335" y="1684984"/>
            <a:chExt cx="1796414" cy="1430655"/>
          </a:xfrm>
        </p:grpSpPr>
        <p:sp>
          <p:nvSpPr>
            <p:cNvPr id="20" name="object 20"/>
            <p:cNvSpPr/>
            <p:nvPr>
              <p:custDataLst>
                <p:tags r:id="rId17"/>
              </p:custDataLst>
            </p:nvPr>
          </p:nvSpPr>
          <p:spPr>
            <a:xfrm>
              <a:off x="6281635" y="1691284"/>
              <a:ext cx="1783714" cy="1417955"/>
            </a:xfrm>
            <a:custGeom>
              <a:avLst/>
              <a:gdLst/>
              <a:ahLst/>
              <a:cxnLst/>
              <a:rect l="l" t="t" r="r" b="b"/>
              <a:pathLst>
                <a:path w="1783715" h="1417955">
                  <a:moveTo>
                    <a:pt x="82803" y="0"/>
                  </a:moveTo>
                  <a:lnTo>
                    <a:pt x="41401" y="11150"/>
                  </a:lnTo>
                  <a:lnTo>
                    <a:pt x="11518" y="41389"/>
                  </a:lnTo>
                  <a:lnTo>
                    <a:pt x="368" y="82435"/>
                  </a:lnTo>
                  <a:lnTo>
                    <a:pt x="0" y="1335239"/>
                  </a:lnTo>
                  <a:lnTo>
                    <a:pt x="721" y="1346005"/>
                  </a:lnTo>
                  <a:lnTo>
                    <a:pt x="731" y="1346161"/>
                  </a:lnTo>
                  <a:lnTo>
                    <a:pt x="2844" y="1356566"/>
                  </a:lnTo>
                  <a:lnTo>
                    <a:pt x="2881" y="1356745"/>
                  </a:lnTo>
                  <a:lnTo>
                    <a:pt x="6310" y="1366722"/>
                  </a:lnTo>
                  <a:lnTo>
                    <a:pt x="6381" y="1366927"/>
                  </a:lnTo>
                  <a:lnTo>
                    <a:pt x="32374" y="1400527"/>
                  </a:lnTo>
                  <a:lnTo>
                    <a:pt x="71680" y="1416943"/>
                  </a:lnTo>
                  <a:lnTo>
                    <a:pt x="82448" y="1417675"/>
                  </a:lnTo>
                  <a:lnTo>
                    <a:pt x="1700999" y="1417675"/>
                  </a:lnTo>
                  <a:lnTo>
                    <a:pt x="1742401" y="1406512"/>
                  </a:lnTo>
                  <a:lnTo>
                    <a:pt x="1772285" y="1376273"/>
                  </a:lnTo>
                  <a:lnTo>
                    <a:pt x="1782684" y="1346161"/>
                  </a:lnTo>
                  <a:lnTo>
                    <a:pt x="1782716" y="1346005"/>
                  </a:lnTo>
                  <a:lnTo>
                    <a:pt x="1783448" y="1335239"/>
                  </a:lnTo>
                  <a:lnTo>
                    <a:pt x="1783424" y="82435"/>
                  </a:lnTo>
                  <a:lnTo>
                    <a:pt x="1782716" y="71869"/>
                  </a:lnTo>
                  <a:lnTo>
                    <a:pt x="1766293" y="32575"/>
                  </a:lnTo>
                  <a:lnTo>
                    <a:pt x="1732493" y="6736"/>
                  </a:lnTo>
                  <a:lnTo>
                    <a:pt x="1700999" y="355"/>
                  </a:lnTo>
                  <a:lnTo>
                    <a:pt x="82803" y="0"/>
                  </a:lnTo>
                  <a:close/>
                </a:path>
              </a:pathLst>
            </a:custGeom>
            <a:gradFill>
              <a:gsLst>
                <a:gs pos="50000">
                  <a:schemeClr val="accent4"/>
                </a:gs>
                <a:gs pos="0">
                  <a:schemeClr val="accent4">
                    <a:lumMod val="25000"/>
                    <a:lumOff val="75000"/>
                  </a:schemeClr>
                </a:gs>
                <a:gs pos="100000">
                  <a:schemeClr val="accent4">
                    <a:lumMod val="85000"/>
                  </a:schemeClr>
                </a:gs>
              </a:gsLst>
              <a:lin ang="5400000" scaled="1"/>
            </a:gradFill>
            <a:ln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>
              <p:custDataLst>
                <p:tags r:id="rId18"/>
              </p:custDataLst>
            </p:nvPr>
          </p:nvSpPr>
          <p:spPr>
            <a:xfrm>
              <a:off x="6281635" y="1691284"/>
              <a:ext cx="1783714" cy="1417955"/>
            </a:xfrm>
            <a:custGeom>
              <a:avLst/>
              <a:gdLst/>
              <a:ahLst/>
              <a:cxnLst/>
              <a:rect l="l" t="t" r="r" b="b"/>
              <a:pathLst>
                <a:path w="1783715" h="1417955">
                  <a:moveTo>
                    <a:pt x="368" y="82435"/>
                  </a:moveTo>
                  <a:lnTo>
                    <a:pt x="1097" y="71668"/>
                  </a:lnTo>
                  <a:lnTo>
                    <a:pt x="3243" y="61102"/>
                  </a:lnTo>
                  <a:lnTo>
                    <a:pt x="24569" y="24245"/>
                  </a:lnTo>
                  <a:lnTo>
                    <a:pt x="61293" y="2874"/>
                  </a:lnTo>
                  <a:lnTo>
                    <a:pt x="82803" y="0"/>
                  </a:lnTo>
                  <a:lnTo>
                    <a:pt x="1700999" y="355"/>
                  </a:lnTo>
                  <a:lnTo>
                    <a:pt x="1742046" y="11518"/>
                  </a:lnTo>
                  <a:lnTo>
                    <a:pt x="1772285" y="41389"/>
                  </a:lnTo>
                  <a:lnTo>
                    <a:pt x="1783448" y="82791"/>
                  </a:lnTo>
                  <a:lnTo>
                    <a:pt x="1783448" y="1335239"/>
                  </a:lnTo>
                  <a:lnTo>
                    <a:pt x="1782716" y="1346005"/>
                  </a:lnTo>
                  <a:lnTo>
                    <a:pt x="1780566" y="1356566"/>
                  </a:lnTo>
                  <a:lnTo>
                    <a:pt x="1759234" y="1393417"/>
                  </a:lnTo>
                  <a:lnTo>
                    <a:pt x="1722515" y="1414794"/>
                  </a:lnTo>
                  <a:lnTo>
                    <a:pt x="1700999" y="1417675"/>
                  </a:lnTo>
                  <a:lnTo>
                    <a:pt x="82448" y="1417675"/>
                  </a:lnTo>
                  <a:lnTo>
                    <a:pt x="41401" y="1406512"/>
                  </a:lnTo>
                  <a:lnTo>
                    <a:pt x="11163" y="1376641"/>
                  </a:lnTo>
                  <a:lnTo>
                    <a:pt x="0" y="1335239"/>
                  </a:lnTo>
                  <a:lnTo>
                    <a:pt x="368" y="82435"/>
                  </a:lnTo>
                  <a:close/>
                </a:path>
              </a:pathLst>
            </a:custGeom>
            <a:ln w="12599">
              <a:solidFill>
                <a:srgbClr val="E5D7C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>
            <p:custDataLst>
              <p:tags r:id="rId19"/>
            </p:custDataLst>
          </p:nvPr>
        </p:nvSpPr>
        <p:spPr>
          <a:xfrm>
            <a:off x="6379095" y="1939937"/>
            <a:ext cx="894715" cy="216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 b="1" spc="-1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Presidential</a:t>
            </a:r>
            <a:endParaRPr sz="1250" b="1" spc="-10" dirty="0">
              <a:solidFill>
                <a:srgbClr val="C00000"/>
              </a:solidFill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23" name="object 23"/>
          <p:cNvSpPr txBox="1"/>
          <p:nvPr>
            <p:custDataLst>
              <p:tags r:id="rId20"/>
            </p:custDataLst>
          </p:nvPr>
        </p:nvSpPr>
        <p:spPr>
          <a:xfrm>
            <a:off x="6379095" y="2390292"/>
            <a:ext cx="791845" cy="5708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b="1" spc="55" dirty="0">
                <a:solidFill>
                  <a:srgbClr val="C8A126"/>
                </a:solidFill>
                <a:latin typeface="Trebuchet MS" panose="020B0603020202020204"/>
                <a:cs typeface="Trebuchet MS" panose="020B0603020202020204"/>
              </a:rPr>
              <a:t>₹</a:t>
            </a:r>
            <a:r>
              <a:rPr sz="1700" b="1" spc="55" dirty="0">
                <a:solidFill>
                  <a:srgbClr val="C8A126"/>
                </a:solidFill>
                <a:latin typeface="Times New Roman" panose="02020603050405020304"/>
                <a:cs typeface="Times New Roman" panose="02020603050405020304"/>
              </a:rPr>
              <a:t>780</a:t>
            </a:r>
            <a:endParaRPr sz="17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1110"/>
              </a:spcBef>
            </a:pPr>
            <a:r>
              <a:rPr sz="950" spc="-10" dirty="0">
                <a:solidFill>
                  <a:srgbClr val="E8DBCD"/>
                </a:solidFill>
                <a:latin typeface="Calibri" panose="020F0502020204030204"/>
                <a:cs typeface="Calibri" panose="020F0502020204030204"/>
              </a:rPr>
              <a:t>120</a:t>
            </a:r>
            <a:r>
              <a:rPr sz="950" spc="-25" dirty="0">
                <a:solidFill>
                  <a:srgbClr val="E8DBCD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950" dirty="0">
                <a:solidFill>
                  <a:srgbClr val="E8DBCD"/>
                </a:solidFill>
                <a:latin typeface="Calibri" panose="020F0502020204030204"/>
                <a:cs typeface="Calibri" panose="020F0502020204030204"/>
              </a:rPr>
              <a:t>sqm</a:t>
            </a:r>
            <a:r>
              <a:rPr sz="950" spc="-15" dirty="0">
                <a:solidFill>
                  <a:srgbClr val="E8DBCD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950" dirty="0">
                <a:solidFill>
                  <a:srgbClr val="E8DBCD"/>
                </a:solidFill>
                <a:latin typeface="Calibri" panose="020F0502020204030204"/>
                <a:cs typeface="Calibri" panose="020F0502020204030204"/>
              </a:rPr>
              <a:t>/</a:t>
            </a:r>
            <a:r>
              <a:rPr sz="950" spc="-20" dirty="0">
                <a:solidFill>
                  <a:srgbClr val="E8DBCD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950" spc="-10" dirty="0">
                <a:solidFill>
                  <a:srgbClr val="E8DBCD"/>
                </a:solidFill>
                <a:latin typeface="Calibri" panose="020F0502020204030204"/>
                <a:cs typeface="Calibri" panose="020F0502020204030204"/>
              </a:rPr>
              <a:t>night</a:t>
            </a:r>
            <a:endParaRPr sz="950"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24" name="object 24"/>
          <p:cNvGrpSpPr/>
          <p:nvPr>
            <p:custDataLst>
              <p:tags r:id="rId21"/>
            </p:custDataLst>
          </p:nvPr>
        </p:nvGrpSpPr>
        <p:grpSpPr>
          <a:xfrm>
            <a:off x="8186215" y="1684984"/>
            <a:ext cx="1796414" cy="1430655"/>
            <a:chOff x="8186215" y="1684984"/>
            <a:chExt cx="1796414" cy="1430655"/>
          </a:xfrm>
        </p:grpSpPr>
        <p:sp>
          <p:nvSpPr>
            <p:cNvPr id="25" name="object 25"/>
            <p:cNvSpPr/>
            <p:nvPr>
              <p:custDataLst>
                <p:tags r:id="rId22"/>
              </p:custDataLst>
            </p:nvPr>
          </p:nvSpPr>
          <p:spPr>
            <a:xfrm>
              <a:off x="8192515" y="1691284"/>
              <a:ext cx="1783714" cy="1417955"/>
            </a:xfrm>
            <a:custGeom>
              <a:avLst/>
              <a:gdLst/>
              <a:ahLst/>
              <a:cxnLst/>
              <a:rect l="l" t="t" r="r" b="b"/>
              <a:pathLst>
                <a:path w="1783715" h="1417955">
                  <a:moveTo>
                    <a:pt x="82803" y="0"/>
                  </a:moveTo>
                  <a:lnTo>
                    <a:pt x="41401" y="11150"/>
                  </a:lnTo>
                  <a:lnTo>
                    <a:pt x="11518" y="41389"/>
                  </a:lnTo>
                  <a:lnTo>
                    <a:pt x="368" y="82435"/>
                  </a:lnTo>
                  <a:lnTo>
                    <a:pt x="0" y="1335239"/>
                  </a:lnTo>
                  <a:lnTo>
                    <a:pt x="721" y="1346005"/>
                  </a:lnTo>
                  <a:lnTo>
                    <a:pt x="731" y="1346161"/>
                  </a:lnTo>
                  <a:lnTo>
                    <a:pt x="17048" y="1385300"/>
                  </a:lnTo>
                  <a:lnTo>
                    <a:pt x="50955" y="1411294"/>
                  </a:lnTo>
                  <a:lnTo>
                    <a:pt x="82448" y="1417675"/>
                  </a:lnTo>
                  <a:lnTo>
                    <a:pt x="1700999" y="1417675"/>
                  </a:lnTo>
                  <a:lnTo>
                    <a:pt x="1742401" y="1406512"/>
                  </a:lnTo>
                  <a:lnTo>
                    <a:pt x="1772284" y="1376273"/>
                  </a:lnTo>
                  <a:lnTo>
                    <a:pt x="1782684" y="1346161"/>
                  </a:lnTo>
                  <a:lnTo>
                    <a:pt x="1782716" y="1346005"/>
                  </a:lnTo>
                  <a:lnTo>
                    <a:pt x="1783448" y="1335239"/>
                  </a:lnTo>
                  <a:lnTo>
                    <a:pt x="1783424" y="82435"/>
                  </a:lnTo>
                  <a:lnTo>
                    <a:pt x="1782716" y="71869"/>
                  </a:lnTo>
                  <a:lnTo>
                    <a:pt x="1766293" y="32575"/>
                  </a:lnTo>
                  <a:lnTo>
                    <a:pt x="1732493" y="6736"/>
                  </a:lnTo>
                  <a:lnTo>
                    <a:pt x="1700999" y="355"/>
                  </a:lnTo>
                  <a:lnTo>
                    <a:pt x="82803" y="0"/>
                  </a:lnTo>
                  <a:close/>
                </a:path>
              </a:pathLst>
            </a:custGeom>
            <a:solidFill>
              <a:srgbClr val="FAF0E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>
              <p:custDataLst>
                <p:tags r:id="rId23"/>
              </p:custDataLst>
            </p:nvPr>
          </p:nvSpPr>
          <p:spPr>
            <a:xfrm>
              <a:off x="8192515" y="1691284"/>
              <a:ext cx="1783714" cy="1417955"/>
            </a:xfrm>
            <a:custGeom>
              <a:avLst/>
              <a:gdLst/>
              <a:ahLst/>
              <a:cxnLst/>
              <a:rect l="l" t="t" r="r" b="b"/>
              <a:pathLst>
                <a:path w="1783715" h="1417955">
                  <a:moveTo>
                    <a:pt x="368" y="82435"/>
                  </a:moveTo>
                  <a:lnTo>
                    <a:pt x="1097" y="71668"/>
                  </a:lnTo>
                  <a:lnTo>
                    <a:pt x="3243" y="61102"/>
                  </a:lnTo>
                  <a:lnTo>
                    <a:pt x="24569" y="24245"/>
                  </a:lnTo>
                  <a:lnTo>
                    <a:pt x="61293" y="2874"/>
                  </a:lnTo>
                  <a:lnTo>
                    <a:pt x="82803" y="0"/>
                  </a:lnTo>
                  <a:lnTo>
                    <a:pt x="1700999" y="355"/>
                  </a:lnTo>
                  <a:lnTo>
                    <a:pt x="1742046" y="11518"/>
                  </a:lnTo>
                  <a:lnTo>
                    <a:pt x="1772284" y="41389"/>
                  </a:lnTo>
                  <a:lnTo>
                    <a:pt x="1783448" y="82791"/>
                  </a:lnTo>
                  <a:lnTo>
                    <a:pt x="1783448" y="1335239"/>
                  </a:lnTo>
                  <a:lnTo>
                    <a:pt x="1782716" y="1346005"/>
                  </a:lnTo>
                  <a:lnTo>
                    <a:pt x="1780566" y="1356566"/>
                  </a:lnTo>
                  <a:lnTo>
                    <a:pt x="1759234" y="1393417"/>
                  </a:lnTo>
                  <a:lnTo>
                    <a:pt x="1722515" y="1414794"/>
                  </a:lnTo>
                  <a:lnTo>
                    <a:pt x="1700999" y="1417675"/>
                  </a:lnTo>
                  <a:lnTo>
                    <a:pt x="82448" y="1417675"/>
                  </a:lnTo>
                  <a:lnTo>
                    <a:pt x="41401" y="1406512"/>
                  </a:lnTo>
                  <a:lnTo>
                    <a:pt x="11163" y="1376641"/>
                  </a:lnTo>
                  <a:lnTo>
                    <a:pt x="0" y="1335239"/>
                  </a:lnTo>
                  <a:lnTo>
                    <a:pt x="368" y="82435"/>
                  </a:lnTo>
                  <a:close/>
                </a:path>
              </a:pathLst>
            </a:custGeom>
            <a:ln w="12599">
              <a:solidFill>
                <a:srgbClr val="E5D7C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/>
          <p:cNvSpPr txBox="1"/>
          <p:nvPr>
            <p:custDataLst>
              <p:tags r:id="rId24"/>
            </p:custDataLst>
          </p:nvPr>
        </p:nvSpPr>
        <p:spPr>
          <a:xfrm>
            <a:off x="8289976" y="1939937"/>
            <a:ext cx="895985" cy="216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 b="1" dirty="0">
                <a:solidFill>
                  <a:srgbClr val="8A1919"/>
                </a:solidFill>
                <a:latin typeface="Times New Roman" panose="02020603050405020304"/>
                <a:cs typeface="Times New Roman" panose="02020603050405020304"/>
              </a:rPr>
              <a:t>Family</a:t>
            </a:r>
            <a:r>
              <a:rPr sz="1250" b="1" spc="-65" dirty="0">
                <a:solidFill>
                  <a:srgbClr val="8A1919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50" b="1" spc="-20" dirty="0">
                <a:solidFill>
                  <a:srgbClr val="8A1919"/>
                </a:solidFill>
                <a:latin typeface="Times New Roman" panose="02020603050405020304"/>
                <a:cs typeface="Times New Roman" panose="02020603050405020304"/>
              </a:rPr>
              <a:t>Suite</a:t>
            </a:r>
            <a:endParaRPr sz="125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28" name="object 28"/>
          <p:cNvSpPr txBox="1"/>
          <p:nvPr>
            <p:custDataLst>
              <p:tags r:id="rId25"/>
            </p:custDataLst>
          </p:nvPr>
        </p:nvSpPr>
        <p:spPr>
          <a:xfrm>
            <a:off x="8289976" y="2390292"/>
            <a:ext cx="730885" cy="5708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b="1" spc="50" dirty="0">
                <a:solidFill>
                  <a:srgbClr val="8A1919"/>
                </a:solidFill>
                <a:latin typeface="Trebuchet MS" panose="020B0603020202020204"/>
                <a:cs typeface="Trebuchet MS" panose="020B0603020202020204"/>
              </a:rPr>
              <a:t>₹</a:t>
            </a:r>
            <a:r>
              <a:rPr sz="1700" b="1" spc="50" dirty="0">
                <a:solidFill>
                  <a:srgbClr val="8A1919"/>
                </a:solidFill>
                <a:latin typeface="Times New Roman" panose="02020603050405020304"/>
                <a:cs typeface="Times New Roman" panose="02020603050405020304"/>
              </a:rPr>
              <a:t>390</a:t>
            </a:r>
            <a:endParaRPr sz="17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1110"/>
              </a:spcBef>
            </a:pPr>
            <a:r>
              <a:rPr sz="950" dirty="0">
                <a:solidFill>
                  <a:srgbClr val="796E66"/>
                </a:solidFill>
                <a:latin typeface="Calibri" panose="020F0502020204030204"/>
                <a:cs typeface="Calibri" panose="020F0502020204030204"/>
              </a:rPr>
              <a:t>65</a:t>
            </a:r>
            <a:r>
              <a:rPr sz="950" spc="-30" dirty="0">
                <a:solidFill>
                  <a:srgbClr val="796E66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950" dirty="0">
                <a:solidFill>
                  <a:srgbClr val="796E66"/>
                </a:solidFill>
                <a:latin typeface="Calibri" panose="020F0502020204030204"/>
                <a:cs typeface="Calibri" panose="020F0502020204030204"/>
              </a:rPr>
              <a:t>sqm</a:t>
            </a:r>
            <a:r>
              <a:rPr sz="950" spc="-20" dirty="0">
                <a:solidFill>
                  <a:srgbClr val="796E66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950" dirty="0">
                <a:solidFill>
                  <a:srgbClr val="796E66"/>
                </a:solidFill>
                <a:latin typeface="Calibri" panose="020F0502020204030204"/>
                <a:cs typeface="Calibri" panose="020F0502020204030204"/>
              </a:rPr>
              <a:t>/</a:t>
            </a:r>
            <a:r>
              <a:rPr sz="950" spc="-25" dirty="0">
                <a:solidFill>
                  <a:srgbClr val="796E66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950" spc="-10" dirty="0">
                <a:solidFill>
                  <a:srgbClr val="796E66"/>
                </a:solidFill>
                <a:latin typeface="Calibri" panose="020F0502020204030204"/>
                <a:cs typeface="Calibri" panose="020F0502020204030204"/>
              </a:rPr>
              <a:t>night</a:t>
            </a:r>
            <a:endParaRPr sz="950"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29" name="object 29"/>
          <p:cNvGrpSpPr/>
          <p:nvPr>
            <p:custDataLst>
              <p:tags r:id="rId26"/>
            </p:custDataLst>
          </p:nvPr>
        </p:nvGrpSpPr>
        <p:grpSpPr>
          <a:xfrm>
            <a:off x="10097770" y="1685290"/>
            <a:ext cx="1536065" cy="1430655"/>
            <a:chOff x="10097464" y="1684984"/>
            <a:chExt cx="1796414" cy="1430655"/>
          </a:xfrm>
        </p:grpSpPr>
        <p:sp>
          <p:nvSpPr>
            <p:cNvPr id="30" name="object 30"/>
            <p:cNvSpPr/>
            <p:nvPr>
              <p:custDataLst>
                <p:tags r:id="rId27"/>
              </p:custDataLst>
            </p:nvPr>
          </p:nvSpPr>
          <p:spPr>
            <a:xfrm>
              <a:off x="10103764" y="1691284"/>
              <a:ext cx="1783714" cy="1417955"/>
            </a:xfrm>
            <a:custGeom>
              <a:avLst/>
              <a:gdLst/>
              <a:ahLst/>
              <a:cxnLst/>
              <a:rect l="l" t="t" r="r" b="b"/>
              <a:pathLst>
                <a:path w="1783715" h="1417955">
                  <a:moveTo>
                    <a:pt x="82791" y="0"/>
                  </a:moveTo>
                  <a:lnTo>
                    <a:pt x="41389" y="11150"/>
                  </a:lnTo>
                  <a:lnTo>
                    <a:pt x="11518" y="41389"/>
                  </a:lnTo>
                  <a:lnTo>
                    <a:pt x="355" y="82435"/>
                  </a:lnTo>
                  <a:lnTo>
                    <a:pt x="0" y="1335239"/>
                  </a:lnTo>
                  <a:lnTo>
                    <a:pt x="719" y="1346005"/>
                  </a:lnTo>
                  <a:lnTo>
                    <a:pt x="729" y="1346161"/>
                  </a:lnTo>
                  <a:lnTo>
                    <a:pt x="2838" y="1356566"/>
                  </a:lnTo>
                  <a:lnTo>
                    <a:pt x="2874" y="1356745"/>
                  </a:lnTo>
                  <a:lnTo>
                    <a:pt x="6299" y="1366722"/>
                  </a:lnTo>
                  <a:lnTo>
                    <a:pt x="6370" y="1366927"/>
                  </a:lnTo>
                  <a:lnTo>
                    <a:pt x="11150" y="1376641"/>
                  </a:lnTo>
                  <a:lnTo>
                    <a:pt x="17036" y="1385300"/>
                  </a:lnTo>
                  <a:lnTo>
                    <a:pt x="17141" y="1385456"/>
                  </a:lnTo>
                  <a:lnTo>
                    <a:pt x="50942" y="1411294"/>
                  </a:lnTo>
                  <a:lnTo>
                    <a:pt x="82435" y="1417675"/>
                  </a:lnTo>
                  <a:lnTo>
                    <a:pt x="1700999" y="1417675"/>
                  </a:lnTo>
                  <a:lnTo>
                    <a:pt x="1742401" y="1406512"/>
                  </a:lnTo>
                  <a:lnTo>
                    <a:pt x="1772272" y="1376273"/>
                  </a:lnTo>
                  <a:lnTo>
                    <a:pt x="1782672" y="1346161"/>
                  </a:lnTo>
                  <a:lnTo>
                    <a:pt x="1782703" y="1346005"/>
                  </a:lnTo>
                  <a:lnTo>
                    <a:pt x="1783435" y="1335239"/>
                  </a:lnTo>
                  <a:lnTo>
                    <a:pt x="1783411" y="82435"/>
                  </a:lnTo>
                  <a:lnTo>
                    <a:pt x="1782703" y="71869"/>
                  </a:lnTo>
                  <a:lnTo>
                    <a:pt x="1766281" y="32575"/>
                  </a:lnTo>
                  <a:lnTo>
                    <a:pt x="1732482" y="6736"/>
                  </a:lnTo>
                  <a:lnTo>
                    <a:pt x="1700999" y="355"/>
                  </a:lnTo>
                  <a:lnTo>
                    <a:pt x="82791" y="0"/>
                  </a:lnTo>
                  <a:close/>
                </a:path>
              </a:pathLst>
            </a:custGeom>
            <a:solidFill>
              <a:srgbClr val="FAF0E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>
              <p:custDataLst>
                <p:tags r:id="rId28"/>
              </p:custDataLst>
            </p:nvPr>
          </p:nvSpPr>
          <p:spPr>
            <a:xfrm>
              <a:off x="10103764" y="1691284"/>
              <a:ext cx="1783714" cy="1417955"/>
            </a:xfrm>
            <a:custGeom>
              <a:avLst/>
              <a:gdLst/>
              <a:ahLst/>
              <a:cxnLst/>
              <a:rect l="l" t="t" r="r" b="b"/>
              <a:pathLst>
                <a:path w="1783715" h="1417955">
                  <a:moveTo>
                    <a:pt x="355" y="82435"/>
                  </a:moveTo>
                  <a:lnTo>
                    <a:pt x="1087" y="71668"/>
                  </a:lnTo>
                  <a:lnTo>
                    <a:pt x="3236" y="61102"/>
                  </a:lnTo>
                  <a:lnTo>
                    <a:pt x="24568" y="24245"/>
                  </a:lnTo>
                  <a:lnTo>
                    <a:pt x="61285" y="2874"/>
                  </a:lnTo>
                  <a:lnTo>
                    <a:pt x="82791" y="0"/>
                  </a:lnTo>
                  <a:lnTo>
                    <a:pt x="1700999" y="355"/>
                  </a:lnTo>
                  <a:lnTo>
                    <a:pt x="1742033" y="11518"/>
                  </a:lnTo>
                  <a:lnTo>
                    <a:pt x="1772272" y="41389"/>
                  </a:lnTo>
                  <a:lnTo>
                    <a:pt x="1783435" y="82791"/>
                  </a:lnTo>
                  <a:lnTo>
                    <a:pt x="1783435" y="1335239"/>
                  </a:lnTo>
                  <a:lnTo>
                    <a:pt x="1782703" y="1346005"/>
                  </a:lnTo>
                  <a:lnTo>
                    <a:pt x="1780554" y="1356566"/>
                  </a:lnTo>
                  <a:lnTo>
                    <a:pt x="1759223" y="1393417"/>
                  </a:lnTo>
                  <a:lnTo>
                    <a:pt x="1722505" y="1414794"/>
                  </a:lnTo>
                  <a:lnTo>
                    <a:pt x="1700999" y="1417675"/>
                  </a:lnTo>
                  <a:lnTo>
                    <a:pt x="82435" y="1417675"/>
                  </a:lnTo>
                  <a:lnTo>
                    <a:pt x="41389" y="1406512"/>
                  </a:lnTo>
                  <a:lnTo>
                    <a:pt x="11150" y="1376641"/>
                  </a:lnTo>
                  <a:lnTo>
                    <a:pt x="0" y="1335239"/>
                  </a:lnTo>
                  <a:lnTo>
                    <a:pt x="355" y="82435"/>
                  </a:lnTo>
                  <a:close/>
                </a:path>
              </a:pathLst>
            </a:custGeom>
            <a:ln w="12599">
              <a:solidFill>
                <a:srgbClr val="E5D7C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2" name="object 32"/>
          <p:cNvSpPr txBox="1"/>
          <p:nvPr>
            <p:custDataLst>
              <p:tags r:id="rId29"/>
            </p:custDataLst>
          </p:nvPr>
        </p:nvSpPr>
        <p:spPr>
          <a:xfrm>
            <a:off x="10201223" y="1939937"/>
            <a:ext cx="884555" cy="216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 b="1" spc="-10" dirty="0">
                <a:solidFill>
                  <a:srgbClr val="8A1919"/>
                </a:solidFill>
                <a:latin typeface="Times New Roman" panose="02020603050405020304"/>
                <a:cs typeface="Times New Roman" panose="02020603050405020304"/>
              </a:rPr>
              <a:t>Honeymoon</a:t>
            </a:r>
            <a:endParaRPr sz="125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33" name="object 33"/>
          <p:cNvSpPr txBox="1"/>
          <p:nvPr>
            <p:custDataLst>
              <p:tags r:id="rId30"/>
            </p:custDataLst>
          </p:nvPr>
        </p:nvSpPr>
        <p:spPr>
          <a:xfrm>
            <a:off x="10201223" y="2390292"/>
            <a:ext cx="730885" cy="5708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b="1" spc="65" dirty="0">
                <a:solidFill>
                  <a:srgbClr val="8A1919"/>
                </a:solidFill>
                <a:latin typeface="Trebuchet MS" panose="020B0603020202020204"/>
                <a:cs typeface="Trebuchet MS" panose="020B0603020202020204"/>
              </a:rPr>
              <a:t>₹</a:t>
            </a:r>
            <a:r>
              <a:rPr sz="1700" b="1" spc="65" dirty="0">
                <a:solidFill>
                  <a:srgbClr val="8A1919"/>
                </a:solidFill>
                <a:latin typeface="Times New Roman" panose="02020603050405020304"/>
                <a:cs typeface="Times New Roman" panose="02020603050405020304"/>
              </a:rPr>
              <a:t>450</a:t>
            </a:r>
            <a:endParaRPr sz="17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1110"/>
              </a:spcBef>
            </a:pPr>
            <a:r>
              <a:rPr sz="950" dirty="0">
                <a:solidFill>
                  <a:srgbClr val="796E66"/>
                </a:solidFill>
                <a:latin typeface="Calibri" panose="020F0502020204030204"/>
                <a:cs typeface="Calibri" panose="020F0502020204030204"/>
              </a:rPr>
              <a:t>55</a:t>
            </a:r>
            <a:r>
              <a:rPr sz="950" spc="-30" dirty="0">
                <a:solidFill>
                  <a:srgbClr val="796E66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950" dirty="0">
                <a:solidFill>
                  <a:srgbClr val="796E66"/>
                </a:solidFill>
                <a:latin typeface="Calibri" panose="020F0502020204030204"/>
                <a:cs typeface="Calibri" panose="020F0502020204030204"/>
              </a:rPr>
              <a:t>sqm</a:t>
            </a:r>
            <a:r>
              <a:rPr sz="950" spc="-20" dirty="0">
                <a:solidFill>
                  <a:srgbClr val="796E66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950" dirty="0">
                <a:solidFill>
                  <a:srgbClr val="796E66"/>
                </a:solidFill>
                <a:latin typeface="Calibri" panose="020F0502020204030204"/>
                <a:cs typeface="Calibri" panose="020F0502020204030204"/>
              </a:rPr>
              <a:t>/</a:t>
            </a:r>
            <a:r>
              <a:rPr sz="950" spc="-25" dirty="0">
                <a:solidFill>
                  <a:srgbClr val="796E66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950" spc="-10" dirty="0">
                <a:solidFill>
                  <a:srgbClr val="796E66"/>
                </a:solidFill>
                <a:latin typeface="Calibri" panose="020F0502020204030204"/>
                <a:cs typeface="Calibri" panose="020F0502020204030204"/>
              </a:rPr>
              <a:t>night</a:t>
            </a:r>
            <a:endParaRPr sz="95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547916" y="3428276"/>
            <a:ext cx="11064875" cy="2743835"/>
          </a:xfrm>
          <a:custGeom>
            <a:avLst/>
            <a:gdLst/>
            <a:ahLst/>
            <a:cxnLst/>
            <a:rect l="l" t="t" r="r" b="b"/>
            <a:pathLst>
              <a:path w="11064875" h="2743835">
                <a:moveTo>
                  <a:pt x="368" y="82448"/>
                </a:moveTo>
                <a:lnTo>
                  <a:pt x="1097" y="71680"/>
                </a:lnTo>
                <a:lnTo>
                  <a:pt x="3243" y="61115"/>
                </a:lnTo>
                <a:lnTo>
                  <a:pt x="24569" y="24258"/>
                </a:lnTo>
                <a:lnTo>
                  <a:pt x="61293" y="2881"/>
                </a:lnTo>
                <a:lnTo>
                  <a:pt x="82803" y="0"/>
                </a:lnTo>
                <a:lnTo>
                  <a:pt x="10982159" y="368"/>
                </a:lnTo>
                <a:lnTo>
                  <a:pt x="11023206" y="11518"/>
                </a:lnTo>
                <a:lnTo>
                  <a:pt x="11053445" y="41401"/>
                </a:lnTo>
                <a:lnTo>
                  <a:pt x="11064608" y="82804"/>
                </a:lnTo>
                <a:lnTo>
                  <a:pt x="11064608" y="2661119"/>
                </a:lnTo>
                <a:lnTo>
                  <a:pt x="11063876" y="2671887"/>
                </a:lnTo>
                <a:lnTo>
                  <a:pt x="11061726" y="2682452"/>
                </a:lnTo>
                <a:lnTo>
                  <a:pt x="11040394" y="2719309"/>
                </a:lnTo>
                <a:lnTo>
                  <a:pt x="11003675" y="2740686"/>
                </a:lnTo>
                <a:lnTo>
                  <a:pt x="10982159" y="2743568"/>
                </a:lnTo>
                <a:lnTo>
                  <a:pt x="82448" y="2743568"/>
                </a:lnTo>
                <a:lnTo>
                  <a:pt x="41401" y="2732405"/>
                </a:lnTo>
                <a:lnTo>
                  <a:pt x="11163" y="2702521"/>
                </a:lnTo>
                <a:lnTo>
                  <a:pt x="0" y="2661119"/>
                </a:lnTo>
                <a:lnTo>
                  <a:pt x="368" y="82448"/>
                </a:lnTo>
                <a:close/>
              </a:path>
            </a:pathLst>
          </a:custGeom>
          <a:ln w="12599">
            <a:solidFill>
              <a:srgbClr val="E5D7C7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35" name="object 35"/>
          <p:cNvGraphicFramePr>
            <a:graphicFrameLocks noGrp="1"/>
          </p:cNvGraphicFramePr>
          <p:nvPr/>
        </p:nvGraphicFramePr>
        <p:xfrm>
          <a:off x="583954" y="3428460"/>
          <a:ext cx="11082020" cy="274129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50490"/>
                <a:gridCol w="1213485"/>
                <a:gridCol w="1600200"/>
                <a:gridCol w="1906270"/>
                <a:gridCol w="3636010"/>
              </a:tblGrid>
              <a:tr h="6445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endParaRPr sz="16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23812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600" b="1" dirty="0">
                          <a:solidFill>
                            <a:srgbClr val="231913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Room</a:t>
                      </a:r>
                      <a:r>
                        <a:rPr sz="1600" b="1" spc="-10" dirty="0">
                          <a:solidFill>
                            <a:srgbClr val="231913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600" b="1" dirty="0">
                          <a:solidFill>
                            <a:srgbClr val="231913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Pricing</a:t>
                      </a:r>
                      <a:r>
                        <a:rPr sz="1600" b="1" spc="-15" dirty="0">
                          <a:solidFill>
                            <a:srgbClr val="231913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600" b="1" spc="-10" dirty="0">
                          <a:solidFill>
                            <a:srgbClr val="231913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Comparison</a:t>
                      </a:r>
                      <a:endParaRPr sz="16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9525" marB="0">
                    <a:gradFill>
                      <a:gsLst>
                        <a:gs pos="50000">
                          <a:schemeClr val="tx1"/>
                        </a:gs>
                        <a:gs pos="0">
                          <a:schemeClr val="tx1">
                            <a:lumMod val="25000"/>
                            <a:lumOff val="75000"/>
                          </a:schemeClr>
                        </a:gs>
                        <a:gs pos="100000">
                          <a:schemeClr val="tx1">
                            <a:lumMod val="85000"/>
                          </a:schemeClr>
                        </a:gs>
                      </a:gsLst>
                      <a:lin ang="5400000" scaled="1"/>
                    </a:gradFill>
                  </a:tcPr>
                </a:tc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gradFill>
                      <a:gsLst>
                        <a:gs pos="50000">
                          <a:schemeClr val="tx1"/>
                        </a:gs>
                        <a:gs pos="0">
                          <a:schemeClr val="tx1">
                            <a:lumMod val="25000"/>
                            <a:lumOff val="75000"/>
                          </a:schemeClr>
                        </a:gs>
                        <a:gs pos="100000">
                          <a:schemeClr val="tx1">
                            <a:lumMod val="85000"/>
                          </a:schemeClr>
                        </a:gs>
                      </a:gsLst>
                      <a:lin ang="5400000" scaled="1"/>
                    </a:gradFill>
                  </a:tcPr>
                </a:tc>
                <a:tc hMerge="1">
                  <a:tcPr marL="0" marR="0" marT="0" marB="0"/>
                </a:tc>
                <a:tc hMerge="1">
                  <a:tcPr marL="0" marR="0" marT="0" marB="0"/>
                </a:tc>
                <a:tc hMerge="1">
                  <a:tcPr marL="0" marR="0" marT="0" marB="0"/>
                </a:tc>
              </a:tr>
              <a:tr h="407034">
                <a:tc>
                  <a:txBody>
                    <a:bodyPr/>
                    <a:lstStyle/>
                    <a:p>
                      <a:pPr marL="238125">
                        <a:lnSpc>
                          <a:spcPct val="100000"/>
                        </a:lnSpc>
                        <a:spcBef>
                          <a:spcPts val="1105"/>
                        </a:spcBef>
                      </a:pPr>
                      <a:r>
                        <a:rPr sz="1600" b="1" dirty="0">
                          <a:solidFill>
                            <a:srgbClr val="8A1919"/>
                          </a:solidFill>
                          <a:latin typeface="Calibri" panose="020F0502020204030204"/>
                          <a:cs typeface="Calibri" panose="020F0502020204030204"/>
                        </a:rPr>
                        <a:t>Room</a:t>
                      </a:r>
                      <a:r>
                        <a:rPr sz="1600" b="1" spc="-55" dirty="0">
                          <a:solidFill>
                            <a:srgbClr val="8A1919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600" b="1" spc="-20" dirty="0">
                          <a:solidFill>
                            <a:srgbClr val="8A1919"/>
                          </a:solidFill>
                          <a:latin typeface="Calibri" panose="020F0502020204030204"/>
                          <a:cs typeface="Calibri" panose="020F0502020204030204"/>
                        </a:rPr>
                        <a:t>Type</a:t>
                      </a:r>
                      <a:endParaRPr sz="1600" b="1" dirty="0">
                        <a:solidFill>
                          <a:srgbClr val="8A1919"/>
                        </a:solidFill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40335" marB="0">
                    <a:lnB w="19050">
                      <a:solidFill>
                        <a:srgbClr val="E5D7C7"/>
                      </a:solidFill>
                      <a:prstDash val="solid"/>
                    </a:lnB>
                    <a:gradFill>
                      <a:gsLst>
                        <a:gs pos="50000">
                          <a:schemeClr val="tx1"/>
                        </a:gs>
                        <a:gs pos="0">
                          <a:schemeClr val="tx1">
                            <a:lumMod val="25000"/>
                            <a:lumOff val="75000"/>
                          </a:schemeClr>
                        </a:gs>
                        <a:gs pos="100000">
                          <a:schemeClr val="tx1">
                            <a:lumMod val="85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ct val="100000"/>
                        </a:lnSpc>
                        <a:spcBef>
                          <a:spcPts val="1105"/>
                        </a:spcBef>
                      </a:pPr>
                      <a:r>
                        <a:rPr sz="1600" b="1" spc="-20" dirty="0">
                          <a:solidFill>
                            <a:srgbClr val="8A1919"/>
                          </a:solidFill>
                          <a:latin typeface="Calibri" panose="020F0502020204030204"/>
                          <a:cs typeface="Calibri" panose="020F0502020204030204"/>
                        </a:rPr>
                        <a:t>Size</a:t>
                      </a:r>
                      <a:endParaRPr sz="1600" b="1" spc="-20" dirty="0">
                        <a:solidFill>
                          <a:srgbClr val="8A1919"/>
                        </a:solidFill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40335" marB="0">
                    <a:lnB w="19050">
                      <a:solidFill>
                        <a:srgbClr val="E5D7C7"/>
                      </a:solidFill>
                      <a:prstDash val="solid"/>
                    </a:lnB>
                    <a:gradFill>
                      <a:gsLst>
                        <a:gs pos="50000">
                          <a:schemeClr val="tx1"/>
                        </a:gs>
                        <a:gs pos="0">
                          <a:schemeClr val="tx1">
                            <a:lumMod val="25000"/>
                            <a:lumOff val="75000"/>
                          </a:schemeClr>
                        </a:gs>
                        <a:gs pos="100000">
                          <a:schemeClr val="tx1">
                            <a:lumMod val="85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671830">
                        <a:lnSpc>
                          <a:spcPct val="100000"/>
                        </a:lnSpc>
                        <a:spcBef>
                          <a:spcPts val="1105"/>
                        </a:spcBef>
                      </a:pPr>
                      <a:r>
                        <a:rPr sz="1600" b="1" spc="-10" dirty="0">
                          <a:solidFill>
                            <a:srgbClr val="8A1919"/>
                          </a:solidFill>
                          <a:latin typeface="Calibri" panose="020F0502020204030204"/>
                          <a:cs typeface="Calibri" panose="020F0502020204030204"/>
                        </a:rPr>
                        <a:t>Guests</a:t>
                      </a:r>
                      <a:endParaRPr sz="1600" b="1" spc="-10" dirty="0">
                        <a:solidFill>
                          <a:srgbClr val="8A1919"/>
                        </a:solidFill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40335" marB="0">
                    <a:lnB w="19050">
                      <a:solidFill>
                        <a:srgbClr val="E5D7C7"/>
                      </a:solidFill>
                      <a:prstDash val="solid"/>
                    </a:lnB>
                    <a:gradFill>
                      <a:gsLst>
                        <a:gs pos="50000">
                          <a:schemeClr val="tx1"/>
                        </a:gs>
                        <a:gs pos="0">
                          <a:schemeClr val="tx1">
                            <a:lumMod val="25000"/>
                            <a:lumOff val="75000"/>
                          </a:schemeClr>
                        </a:gs>
                        <a:gs pos="100000">
                          <a:schemeClr val="tx1">
                            <a:lumMod val="85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535305">
                        <a:lnSpc>
                          <a:spcPct val="100000"/>
                        </a:lnSpc>
                        <a:spcBef>
                          <a:spcPts val="1105"/>
                        </a:spcBef>
                      </a:pPr>
                      <a:r>
                        <a:rPr sz="1600" b="1" spc="-10" dirty="0">
                          <a:solidFill>
                            <a:srgbClr val="8A1919"/>
                          </a:solidFill>
                          <a:latin typeface="Calibri" panose="020F0502020204030204"/>
                          <a:cs typeface="Calibri" panose="020F0502020204030204"/>
                        </a:rPr>
                        <a:t>Breakfast</a:t>
                      </a:r>
                      <a:endParaRPr sz="1600" b="1" spc="-10" dirty="0">
                        <a:solidFill>
                          <a:srgbClr val="8A1919"/>
                        </a:solidFill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40335" marB="0">
                    <a:lnB w="19050">
                      <a:solidFill>
                        <a:srgbClr val="E5D7C7"/>
                      </a:solidFill>
                      <a:prstDash val="solid"/>
                    </a:lnB>
                    <a:gradFill>
                      <a:gsLst>
                        <a:gs pos="50000">
                          <a:schemeClr val="tx1"/>
                        </a:gs>
                        <a:gs pos="0">
                          <a:schemeClr val="tx1">
                            <a:lumMod val="25000"/>
                            <a:lumOff val="75000"/>
                          </a:schemeClr>
                        </a:gs>
                        <a:gs pos="100000">
                          <a:schemeClr val="tx1">
                            <a:lumMod val="85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823595">
                        <a:lnSpc>
                          <a:spcPct val="100000"/>
                        </a:lnSpc>
                        <a:spcBef>
                          <a:spcPts val="1105"/>
                        </a:spcBef>
                      </a:pPr>
                      <a:r>
                        <a:rPr sz="1600" b="1" spc="-20" dirty="0">
                          <a:solidFill>
                            <a:srgbClr val="8A1919"/>
                          </a:solidFill>
                          <a:latin typeface="Calibri" panose="020F0502020204030204"/>
                          <a:cs typeface="Calibri" panose="020F0502020204030204"/>
                        </a:rPr>
                        <a:t>Rate</a:t>
                      </a:r>
                      <a:endParaRPr sz="1600" b="1" spc="-20" dirty="0">
                        <a:solidFill>
                          <a:srgbClr val="8A1919"/>
                        </a:solidFill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40335" marB="0">
                    <a:lnB w="19050">
                      <a:solidFill>
                        <a:srgbClr val="E5D7C7"/>
                      </a:solidFill>
                      <a:prstDash val="solid"/>
                    </a:lnB>
                    <a:gradFill>
                      <a:gsLst>
                        <a:gs pos="50000">
                          <a:schemeClr val="tx1"/>
                        </a:gs>
                        <a:gs pos="0">
                          <a:schemeClr val="tx1">
                            <a:lumMod val="25000"/>
                            <a:lumOff val="75000"/>
                          </a:schemeClr>
                        </a:gs>
                        <a:gs pos="100000">
                          <a:schemeClr val="tx1">
                            <a:lumMod val="85000"/>
                          </a:schemeClr>
                        </a:gs>
                      </a:gsLst>
                      <a:lin ang="5400000" scaled="1"/>
                    </a:gradFill>
                  </a:tcPr>
                </a:tc>
              </a:tr>
              <a:tr h="49657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10"/>
                        </a:spcBef>
                      </a:pPr>
                      <a:endParaRPr sz="16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238125">
                        <a:lnSpc>
                          <a:spcPct val="100000"/>
                        </a:lnSpc>
                      </a:pPr>
                      <a:r>
                        <a:rPr sz="1600" dirty="0">
                          <a:solidFill>
                            <a:srgbClr val="231913"/>
                          </a:solidFill>
                          <a:latin typeface="Calibri" panose="020F0502020204030204"/>
                          <a:cs typeface="Calibri" panose="020F0502020204030204"/>
                        </a:rPr>
                        <a:t>Deluxe</a:t>
                      </a:r>
                      <a:r>
                        <a:rPr sz="1600" spc="-60" dirty="0">
                          <a:solidFill>
                            <a:srgbClr val="231913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600" spc="-20" dirty="0">
                          <a:solidFill>
                            <a:srgbClr val="231913"/>
                          </a:solidFill>
                          <a:latin typeface="Calibri" panose="020F0502020204030204"/>
                          <a:cs typeface="Calibri" panose="020F0502020204030204"/>
                        </a:rPr>
                        <a:t>Room</a:t>
                      </a:r>
                      <a:endParaRPr sz="16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2069" marB="0">
                    <a:lnT w="19050">
                      <a:solidFill>
                        <a:srgbClr val="E5D7C7"/>
                      </a:solidFill>
                      <a:prstDash val="solid"/>
                    </a:lnT>
                    <a:gradFill>
                      <a:gsLst>
                        <a:gs pos="50000">
                          <a:schemeClr val="tx1"/>
                        </a:gs>
                        <a:gs pos="0">
                          <a:schemeClr val="tx1">
                            <a:lumMod val="25000"/>
                            <a:lumOff val="75000"/>
                          </a:schemeClr>
                        </a:gs>
                        <a:gs pos="100000">
                          <a:schemeClr val="tx1">
                            <a:lumMod val="85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10"/>
                        </a:spcBef>
                      </a:pPr>
                      <a:endParaRPr sz="16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56515">
                        <a:lnSpc>
                          <a:spcPct val="100000"/>
                        </a:lnSpc>
                      </a:pPr>
                      <a:r>
                        <a:rPr sz="1600" dirty="0">
                          <a:solidFill>
                            <a:srgbClr val="231913"/>
                          </a:solidFill>
                          <a:latin typeface="Calibri" panose="020F0502020204030204"/>
                          <a:cs typeface="Calibri" panose="020F0502020204030204"/>
                        </a:rPr>
                        <a:t>32</a:t>
                      </a:r>
                      <a:r>
                        <a:rPr sz="1600" spc="-15" dirty="0">
                          <a:solidFill>
                            <a:srgbClr val="231913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600" spc="-25" dirty="0">
                          <a:solidFill>
                            <a:srgbClr val="231913"/>
                          </a:solidFill>
                          <a:latin typeface="Calibri" panose="020F0502020204030204"/>
                          <a:cs typeface="Calibri" panose="020F0502020204030204"/>
                        </a:rPr>
                        <a:t>sqm</a:t>
                      </a:r>
                      <a:endParaRPr sz="16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2069" marB="0">
                    <a:lnT w="19050">
                      <a:solidFill>
                        <a:srgbClr val="E5D7C7"/>
                      </a:solidFill>
                      <a:prstDash val="solid"/>
                    </a:lnT>
                    <a:gradFill>
                      <a:gsLst>
                        <a:gs pos="50000">
                          <a:schemeClr val="tx1"/>
                        </a:gs>
                        <a:gs pos="0">
                          <a:schemeClr val="tx1">
                            <a:lumMod val="25000"/>
                            <a:lumOff val="75000"/>
                          </a:schemeClr>
                        </a:gs>
                        <a:gs pos="100000">
                          <a:schemeClr val="tx1">
                            <a:lumMod val="85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10"/>
                        </a:spcBef>
                      </a:pPr>
                      <a:endParaRPr sz="16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671830">
                        <a:lnSpc>
                          <a:spcPct val="100000"/>
                        </a:lnSpc>
                      </a:pPr>
                      <a:r>
                        <a:rPr sz="1600" spc="-50" dirty="0">
                          <a:solidFill>
                            <a:srgbClr val="231913"/>
                          </a:solidFill>
                          <a:latin typeface="Calibri" panose="020F0502020204030204"/>
                          <a:cs typeface="Calibri" panose="020F0502020204030204"/>
                        </a:rPr>
                        <a:t>2</a:t>
                      </a:r>
                      <a:endParaRPr sz="16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2069" marB="0">
                    <a:lnT w="19050">
                      <a:solidFill>
                        <a:srgbClr val="E5D7C7"/>
                      </a:solidFill>
                      <a:prstDash val="solid"/>
                    </a:lnT>
                    <a:gradFill>
                      <a:gsLst>
                        <a:gs pos="50000">
                          <a:schemeClr val="tx1"/>
                        </a:gs>
                        <a:gs pos="0">
                          <a:schemeClr val="tx1">
                            <a:lumMod val="25000"/>
                            <a:lumOff val="75000"/>
                          </a:schemeClr>
                        </a:gs>
                        <a:gs pos="100000">
                          <a:schemeClr val="tx1">
                            <a:lumMod val="85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10"/>
                        </a:spcBef>
                      </a:pPr>
                      <a:endParaRPr sz="16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535305">
                        <a:lnSpc>
                          <a:spcPct val="100000"/>
                        </a:lnSpc>
                      </a:pPr>
                      <a:r>
                        <a:rPr sz="1600" spc="-10" dirty="0">
                          <a:solidFill>
                            <a:srgbClr val="231913"/>
                          </a:solidFill>
                          <a:latin typeface="Calibri" panose="020F0502020204030204"/>
                          <a:cs typeface="Calibri" panose="020F0502020204030204"/>
                        </a:rPr>
                        <a:t>Included</a:t>
                      </a:r>
                      <a:endParaRPr sz="16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2069" marB="0">
                    <a:lnT w="19050">
                      <a:solidFill>
                        <a:srgbClr val="E5D7C7"/>
                      </a:solidFill>
                      <a:prstDash val="solid"/>
                    </a:lnT>
                    <a:gradFill>
                      <a:gsLst>
                        <a:gs pos="50000">
                          <a:schemeClr val="tx1"/>
                        </a:gs>
                        <a:gs pos="0">
                          <a:schemeClr val="tx1">
                            <a:lumMod val="25000"/>
                            <a:lumOff val="75000"/>
                          </a:schemeClr>
                        </a:gs>
                        <a:gs pos="100000">
                          <a:schemeClr val="tx1">
                            <a:lumMod val="85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10"/>
                        </a:spcBef>
                      </a:pPr>
                      <a:endParaRPr sz="16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823595">
                        <a:lnSpc>
                          <a:spcPct val="100000"/>
                        </a:lnSpc>
                      </a:pPr>
                      <a:r>
                        <a:rPr sz="1600" spc="-20" dirty="0">
                          <a:solidFill>
                            <a:srgbClr val="231913"/>
                          </a:solidFill>
                          <a:latin typeface="Calibri" panose="020F0502020204030204"/>
                          <a:cs typeface="Calibri" panose="020F0502020204030204"/>
                        </a:rPr>
                        <a:t>₹180</a:t>
                      </a:r>
                      <a:endParaRPr sz="16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2069" marB="0">
                    <a:lnT w="19050">
                      <a:solidFill>
                        <a:srgbClr val="E5D7C7"/>
                      </a:solidFill>
                      <a:prstDash val="solid"/>
                    </a:lnT>
                    <a:gradFill>
                      <a:gsLst>
                        <a:gs pos="50000">
                          <a:schemeClr val="tx1"/>
                        </a:gs>
                        <a:gs pos="0">
                          <a:schemeClr val="tx1">
                            <a:lumMod val="25000"/>
                            <a:lumOff val="75000"/>
                          </a:schemeClr>
                        </a:gs>
                        <a:gs pos="100000">
                          <a:schemeClr val="tx1">
                            <a:lumMod val="85000"/>
                          </a:schemeClr>
                        </a:gs>
                      </a:gsLst>
                      <a:lin ang="5400000" scaled="1"/>
                    </a:gradFill>
                  </a:tcPr>
                </a:tc>
              </a:tr>
              <a:tr h="383540">
                <a:tc>
                  <a:txBody>
                    <a:bodyPr/>
                    <a:lstStyle/>
                    <a:p>
                      <a:pPr marL="238125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600" dirty="0">
                          <a:solidFill>
                            <a:srgbClr val="231913"/>
                          </a:solidFill>
                          <a:latin typeface="Calibri" panose="020F0502020204030204"/>
                          <a:cs typeface="Calibri" panose="020F0502020204030204"/>
                        </a:rPr>
                        <a:t>Ocean</a:t>
                      </a:r>
                      <a:r>
                        <a:rPr sz="1600" spc="-30" dirty="0">
                          <a:solidFill>
                            <a:srgbClr val="231913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600" spc="-20" dirty="0">
                          <a:solidFill>
                            <a:srgbClr val="231913"/>
                          </a:solidFill>
                          <a:latin typeface="Calibri" panose="020F0502020204030204"/>
                          <a:cs typeface="Calibri" panose="020F0502020204030204"/>
                        </a:rPr>
                        <a:t>View</a:t>
                      </a:r>
                      <a:endParaRPr sz="1600" dirty="0">
                        <a:solidFill>
                          <a:srgbClr val="231913"/>
                        </a:solidFill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99695" marB="0">
                    <a:gradFill>
                      <a:gsLst>
                        <a:gs pos="50000">
                          <a:schemeClr val="tx1"/>
                        </a:gs>
                        <a:gs pos="0">
                          <a:schemeClr val="tx1">
                            <a:lumMod val="25000"/>
                            <a:lumOff val="75000"/>
                          </a:schemeClr>
                        </a:gs>
                        <a:gs pos="100000">
                          <a:schemeClr val="tx1">
                            <a:lumMod val="85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600" dirty="0">
                          <a:solidFill>
                            <a:srgbClr val="231913"/>
                          </a:solidFill>
                          <a:latin typeface="Calibri" panose="020F0502020204030204"/>
                          <a:cs typeface="Calibri" panose="020F0502020204030204"/>
                        </a:rPr>
                        <a:t>40</a:t>
                      </a:r>
                      <a:r>
                        <a:rPr sz="1600" spc="-15" dirty="0">
                          <a:solidFill>
                            <a:srgbClr val="231913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600" spc="-25" dirty="0">
                          <a:solidFill>
                            <a:srgbClr val="231913"/>
                          </a:solidFill>
                          <a:latin typeface="Calibri" panose="020F0502020204030204"/>
                          <a:cs typeface="Calibri" panose="020F0502020204030204"/>
                        </a:rPr>
                        <a:t>sqm</a:t>
                      </a:r>
                      <a:endParaRPr sz="1600" dirty="0">
                        <a:solidFill>
                          <a:srgbClr val="231913"/>
                        </a:solidFill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99695" marB="0">
                    <a:gradFill>
                      <a:gsLst>
                        <a:gs pos="50000">
                          <a:schemeClr val="tx1"/>
                        </a:gs>
                        <a:gs pos="0">
                          <a:schemeClr val="tx1">
                            <a:lumMod val="25000"/>
                            <a:lumOff val="75000"/>
                          </a:schemeClr>
                        </a:gs>
                        <a:gs pos="100000">
                          <a:schemeClr val="tx1">
                            <a:lumMod val="85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671830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600" spc="-50" dirty="0">
                          <a:solidFill>
                            <a:srgbClr val="231913"/>
                          </a:solidFill>
                          <a:latin typeface="Calibri" panose="020F0502020204030204"/>
                          <a:cs typeface="Calibri" panose="020F0502020204030204"/>
                        </a:rPr>
                        <a:t>2</a:t>
                      </a:r>
                      <a:endParaRPr sz="1600" spc="-50" dirty="0">
                        <a:solidFill>
                          <a:srgbClr val="231913"/>
                        </a:solidFill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99695" marB="0">
                    <a:gradFill>
                      <a:gsLst>
                        <a:gs pos="50000">
                          <a:schemeClr val="tx1"/>
                        </a:gs>
                        <a:gs pos="0">
                          <a:schemeClr val="tx1">
                            <a:lumMod val="25000"/>
                            <a:lumOff val="75000"/>
                          </a:schemeClr>
                        </a:gs>
                        <a:gs pos="100000">
                          <a:schemeClr val="tx1">
                            <a:lumMod val="85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535305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600" spc="-10" dirty="0">
                          <a:solidFill>
                            <a:srgbClr val="231913"/>
                          </a:solidFill>
                          <a:latin typeface="Calibri" panose="020F0502020204030204"/>
                          <a:cs typeface="Calibri" panose="020F0502020204030204"/>
                        </a:rPr>
                        <a:t>Included</a:t>
                      </a:r>
                      <a:endParaRPr sz="1600" spc="-10" dirty="0">
                        <a:solidFill>
                          <a:srgbClr val="231913"/>
                        </a:solidFill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99695" marB="0">
                    <a:gradFill>
                      <a:gsLst>
                        <a:gs pos="50000">
                          <a:schemeClr val="tx1"/>
                        </a:gs>
                        <a:gs pos="0">
                          <a:schemeClr val="tx1">
                            <a:lumMod val="25000"/>
                            <a:lumOff val="75000"/>
                          </a:schemeClr>
                        </a:gs>
                        <a:gs pos="100000">
                          <a:schemeClr val="tx1">
                            <a:lumMod val="85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823595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600" spc="-20" dirty="0">
                          <a:solidFill>
                            <a:srgbClr val="231913"/>
                          </a:solidFill>
                          <a:latin typeface="Calibri" panose="020F0502020204030204"/>
                          <a:cs typeface="Calibri" panose="020F0502020204030204"/>
                        </a:rPr>
                        <a:t>₹310</a:t>
                      </a:r>
                      <a:endParaRPr sz="1600" spc="-20" dirty="0">
                        <a:solidFill>
                          <a:srgbClr val="231913"/>
                        </a:solidFill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99695" marB="0">
                    <a:gradFill>
                      <a:gsLst>
                        <a:gs pos="50000">
                          <a:schemeClr val="tx1"/>
                        </a:gs>
                        <a:gs pos="0">
                          <a:schemeClr val="tx1">
                            <a:lumMod val="25000"/>
                            <a:lumOff val="75000"/>
                          </a:schemeClr>
                        </a:gs>
                        <a:gs pos="100000">
                          <a:schemeClr val="tx1">
                            <a:lumMod val="85000"/>
                          </a:schemeClr>
                        </a:gs>
                      </a:gsLst>
                      <a:lin ang="5400000" scaled="1"/>
                    </a:gradFill>
                  </a:tcPr>
                </a:tc>
              </a:tr>
              <a:tr h="383540">
                <a:tc>
                  <a:txBody>
                    <a:bodyPr/>
                    <a:lstStyle/>
                    <a:p>
                      <a:pPr marL="238125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600" spc="-10" dirty="0">
                          <a:solidFill>
                            <a:srgbClr val="231913"/>
                          </a:solidFill>
                          <a:latin typeface="Calibri" panose="020F0502020204030204"/>
                          <a:cs typeface="Calibri" panose="020F0502020204030204"/>
                        </a:rPr>
                        <a:t>Presidential</a:t>
                      </a:r>
                      <a:r>
                        <a:rPr sz="1600" spc="55" dirty="0">
                          <a:solidFill>
                            <a:srgbClr val="231913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600" spc="-20" dirty="0">
                          <a:solidFill>
                            <a:srgbClr val="231913"/>
                          </a:solidFill>
                          <a:latin typeface="Calibri" panose="020F0502020204030204"/>
                          <a:cs typeface="Calibri" panose="020F0502020204030204"/>
                        </a:rPr>
                        <a:t>Suite</a:t>
                      </a:r>
                      <a:endParaRPr sz="1600" dirty="0">
                        <a:solidFill>
                          <a:srgbClr val="231913"/>
                        </a:solidFill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99695" marB="0">
                    <a:gradFill>
                      <a:gsLst>
                        <a:gs pos="50000">
                          <a:schemeClr val="tx1"/>
                        </a:gs>
                        <a:gs pos="0">
                          <a:schemeClr val="tx1">
                            <a:lumMod val="25000"/>
                            <a:lumOff val="75000"/>
                          </a:schemeClr>
                        </a:gs>
                        <a:gs pos="100000">
                          <a:schemeClr val="tx1">
                            <a:lumMod val="85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600" dirty="0">
                          <a:solidFill>
                            <a:srgbClr val="231913"/>
                          </a:solidFill>
                          <a:latin typeface="Calibri" panose="020F0502020204030204"/>
                          <a:cs typeface="Calibri" panose="020F0502020204030204"/>
                        </a:rPr>
                        <a:t>120</a:t>
                      </a:r>
                      <a:r>
                        <a:rPr sz="1600" spc="-30" dirty="0">
                          <a:solidFill>
                            <a:srgbClr val="231913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600" spc="-25" dirty="0">
                          <a:solidFill>
                            <a:srgbClr val="231913"/>
                          </a:solidFill>
                          <a:latin typeface="Calibri" panose="020F0502020204030204"/>
                          <a:cs typeface="Calibri" panose="020F0502020204030204"/>
                        </a:rPr>
                        <a:t>sqm</a:t>
                      </a:r>
                      <a:endParaRPr sz="1600" dirty="0">
                        <a:solidFill>
                          <a:srgbClr val="231913"/>
                        </a:solidFill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99695" marB="0">
                    <a:gradFill>
                      <a:gsLst>
                        <a:gs pos="50000">
                          <a:schemeClr val="tx1"/>
                        </a:gs>
                        <a:gs pos="0">
                          <a:schemeClr val="tx1">
                            <a:lumMod val="25000"/>
                            <a:lumOff val="75000"/>
                          </a:schemeClr>
                        </a:gs>
                        <a:gs pos="100000">
                          <a:schemeClr val="tx1">
                            <a:lumMod val="85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671830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600" spc="-50" dirty="0">
                          <a:solidFill>
                            <a:srgbClr val="231913"/>
                          </a:solidFill>
                          <a:latin typeface="Calibri" panose="020F0502020204030204"/>
                          <a:cs typeface="Calibri" panose="020F0502020204030204"/>
                        </a:rPr>
                        <a:t>4</a:t>
                      </a:r>
                      <a:endParaRPr sz="1600" spc="-50" dirty="0">
                        <a:solidFill>
                          <a:srgbClr val="231913"/>
                        </a:solidFill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99695" marB="0">
                    <a:gradFill>
                      <a:gsLst>
                        <a:gs pos="50000">
                          <a:schemeClr val="tx1"/>
                        </a:gs>
                        <a:gs pos="0">
                          <a:schemeClr val="tx1">
                            <a:lumMod val="25000"/>
                            <a:lumOff val="75000"/>
                          </a:schemeClr>
                        </a:gs>
                        <a:gs pos="100000">
                          <a:schemeClr val="tx1">
                            <a:lumMod val="85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535305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600" spc="-10" dirty="0">
                          <a:solidFill>
                            <a:srgbClr val="231913"/>
                          </a:solidFill>
                          <a:latin typeface="Calibri" panose="020F0502020204030204"/>
                          <a:cs typeface="Calibri" panose="020F0502020204030204"/>
                        </a:rPr>
                        <a:t>Included</a:t>
                      </a:r>
                      <a:endParaRPr sz="1600" spc="-10" dirty="0">
                        <a:solidFill>
                          <a:srgbClr val="231913"/>
                        </a:solidFill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99695" marB="0">
                    <a:gradFill>
                      <a:gsLst>
                        <a:gs pos="50000">
                          <a:schemeClr val="tx1"/>
                        </a:gs>
                        <a:gs pos="0">
                          <a:schemeClr val="tx1">
                            <a:lumMod val="25000"/>
                            <a:lumOff val="75000"/>
                          </a:schemeClr>
                        </a:gs>
                        <a:gs pos="100000">
                          <a:schemeClr val="tx1">
                            <a:lumMod val="85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823595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600" spc="-20" dirty="0">
                          <a:solidFill>
                            <a:srgbClr val="231913"/>
                          </a:solidFill>
                          <a:latin typeface="Calibri" panose="020F0502020204030204"/>
                          <a:cs typeface="Calibri" panose="020F0502020204030204"/>
                        </a:rPr>
                        <a:t>₹780</a:t>
                      </a:r>
                      <a:endParaRPr sz="1600" spc="-20" dirty="0">
                        <a:solidFill>
                          <a:srgbClr val="231913"/>
                        </a:solidFill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99695" marB="0">
                    <a:gradFill>
                      <a:gsLst>
                        <a:gs pos="50000">
                          <a:schemeClr val="tx1"/>
                        </a:gs>
                        <a:gs pos="0">
                          <a:schemeClr val="tx1">
                            <a:lumMod val="25000"/>
                            <a:lumOff val="75000"/>
                          </a:schemeClr>
                        </a:gs>
                        <a:gs pos="100000">
                          <a:schemeClr val="tx1">
                            <a:lumMod val="85000"/>
                          </a:schemeClr>
                        </a:gs>
                      </a:gsLst>
                      <a:lin ang="5400000" scaled="1"/>
                    </a:gradFill>
                  </a:tcPr>
                </a:tc>
              </a:tr>
              <a:tr h="426084">
                <a:tc>
                  <a:txBody>
                    <a:bodyPr/>
                    <a:lstStyle/>
                    <a:p>
                      <a:pPr marL="238125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600" dirty="0">
                          <a:solidFill>
                            <a:srgbClr val="231913"/>
                          </a:solidFill>
                          <a:latin typeface="Calibri" panose="020F0502020204030204"/>
                          <a:cs typeface="Calibri" panose="020F0502020204030204"/>
                        </a:rPr>
                        <a:t>Family</a:t>
                      </a:r>
                      <a:r>
                        <a:rPr sz="1600" spc="-50" dirty="0">
                          <a:solidFill>
                            <a:srgbClr val="231913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600" spc="-10" dirty="0">
                          <a:solidFill>
                            <a:srgbClr val="231913"/>
                          </a:solidFill>
                          <a:latin typeface="Calibri" panose="020F0502020204030204"/>
                          <a:cs typeface="Calibri" panose="020F0502020204030204"/>
                        </a:rPr>
                        <a:t>Suite</a:t>
                      </a:r>
                      <a:endParaRPr sz="1600" dirty="0">
                        <a:solidFill>
                          <a:srgbClr val="231913"/>
                        </a:solidFill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99695" marB="0">
                    <a:gradFill>
                      <a:gsLst>
                        <a:gs pos="50000">
                          <a:schemeClr val="tx1"/>
                        </a:gs>
                        <a:gs pos="0">
                          <a:schemeClr val="tx1">
                            <a:lumMod val="25000"/>
                            <a:lumOff val="75000"/>
                          </a:schemeClr>
                        </a:gs>
                        <a:gs pos="100000">
                          <a:schemeClr val="tx1">
                            <a:lumMod val="85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600" dirty="0">
                          <a:solidFill>
                            <a:srgbClr val="231913"/>
                          </a:solidFill>
                          <a:latin typeface="Calibri" panose="020F0502020204030204"/>
                          <a:cs typeface="Calibri" panose="020F0502020204030204"/>
                        </a:rPr>
                        <a:t>65</a:t>
                      </a:r>
                      <a:r>
                        <a:rPr sz="1600" spc="-15" dirty="0">
                          <a:solidFill>
                            <a:srgbClr val="231913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600" spc="-25" dirty="0">
                          <a:solidFill>
                            <a:srgbClr val="231913"/>
                          </a:solidFill>
                          <a:latin typeface="Calibri" panose="020F0502020204030204"/>
                          <a:cs typeface="Calibri" panose="020F0502020204030204"/>
                        </a:rPr>
                        <a:t>sqm</a:t>
                      </a:r>
                      <a:endParaRPr sz="1600" dirty="0">
                        <a:solidFill>
                          <a:srgbClr val="231913"/>
                        </a:solidFill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99695" marB="0">
                    <a:gradFill>
                      <a:gsLst>
                        <a:gs pos="50000">
                          <a:schemeClr val="tx1"/>
                        </a:gs>
                        <a:gs pos="0">
                          <a:schemeClr val="tx1">
                            <a:lumMod val="25000"/>
                            <a:lumOff val="75000"/>
                          </a:schemeClr>
                        </a:gs>
                        <a:gs pos="100000">
                          <a:schemeClr val="tx1">
                            <a:lumMod val="85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671830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600" spc="-50" dirty="0">
                          <a:solidFill>
                            <a:srgbClr val="231913"/>
                          </a:solidFill>
                          <a:latin typeface="Calibri" panose="020F0502020204030204"/>
                          <a:cs typeface="Calibri" panose="020F0502020204030204"/>
                        </a:rPr>
                        <a:t>6</a:t>
                      </a:r>
                      <a:endParaRPr sz="1600" spc="-50" dirty="0">
                        <a:solidFill>
                          <a:srgbClr val="231913"/>
                        </a:solidFill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99695" marB="0">
                    <a:gradFill>
                      <a:gsLst>
                        <a:gs pos="50000">
                          <a:schemeClr val="tx1"/>
                        </a:gs>
                        <a:gs pos="0">
                          <a:schemeClr val="tx1">
                            <a:lumMod val="25000"/>
                            <a:lumOff val="75000"/>
                          </a:schemeClr>
                        </a:gs>
                        <a:gs pos="100000">
                          <a:schemeClr val="tx1">
                            <a:lumMod val="85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535305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600" spc="-10" dirty="0">
                          <a:solidFill>
                            <a:srgbClr val="231913"/>
                          </a:solidFill>
                          <a:latin typeface="Calibri" panose="020F0502020204030204"/>
                          <a:cs typeface="Calibri" panose="020F0502020204030204"/>
                        </a:rPr>
                        <a:t>Included</a:t>
                      </a:r>
                      <a:endParaRPr sz="1600" spc="-10" dirty="0">
                        <a:solidFill>
                          <a:srgbClr val="231913"/>
                        </a:solidFill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99695" marB="0">
                    <a:gradFill>
                      <a:gsLst>
                        <a:gs pos="50000">
                          <a:schemeClr val="tx1"/>
                        </a:gs>
                        <a:gs pos="0">
                          <a:schemeClr val="tx1">
                            <a:lumMod val="25000"/>
                            <a:lumOff val="75000"/>
                          </a:schemeClr>
                        </a:gs>
                        <a:gs pos="100000">
                          <a:schemeClr val="tx1">
                            <a:lumMod val="85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823595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600" spc="-20" dirty="0">
                          <a:solidFill>
                            <a:srgbClr val="231913"/>
                          </a:solidFill>
                          <a:latin typeface="Calibri" panose="020F0502020204030204"/>
                          <a:cs typeface="Calibri" panose="020F0502020204030204"/>
                        </a:rPr>
                        <a:t>₹390</a:t>
                      </a:r>
                      <a:endParaRPr sz="1600" spc="-20" dirty="0">
                        <a:solidFill>
                          <a:srgbClr val="231913"/>
                        </a:solidFill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99695" marB="0">
                    <a:gradFill>
                      <a:gsLst>
                        <a:gs pos="50000">
                          <a:schemeClr val="tx1"/>
                        </a:gs>
                        <a:gs pos="0">
                          <a:schemeClr val="tx1">
                            <a:lumMod val="25000"/>
                            <a:lumOff val="75000"/>
                          </a:schemeClr>
                        </a:gs>
                        <a:gs pos="100000">
                          <a:schemeClr val="tx1">
                            <a:lumMod val="85000"/>
                          </a:schemeClr>
                        </a:gs>
                      </a:gsLst>
                      <a:lin ang="5400000" scaled="1"/>
                    </a:gradFill>
                  </a:tcPr>
                </a:tc>
              </a:tr>
            </a:tbl>
          </a:graphicData>
        </a:graphic>
      </p:graphicFrame>
      <p:sp>
        <p:nvSpPr>
          <p:cNvPr id="37" name="Date Placeholder 3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D8BD707-D9CF-40AE-B4C6-C98DA3205C09}" type="datetime1">
              <a:rPr lang="en-US"/>
            </a:fld>
            <a:endParaRPr lang="en-US"/>
          </a:p>
        </p:txBody>
      </p:sp>
      <p:sp>
        <p:nvSpPr>
          <p:cNvPr id="38" name="Slide Number Placeholder 3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381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25" dirty="0"/>
            </a:fld>
            <a:endParaRPr spc="-25" dirty="0"/>
          </a:p>
        </p:txBody>
      </p:sp>
      <p:sp>
        <p:nvSpPr>
          <p:cNvPr id="39" name="Footer Placeholder 38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t>Elite Stays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535305" y="410845"/>
            <a:ext cx="10633075" cy="972185"/>
          </a:xfrm>
          <a:prstGeom prst="rect">
            <a:avLst/>
          </a:prstGeom>
        </p:spPr>
        <p:txBody>
          <a:bodyPr vert="horz" wrap="square" lIns="0" tIns="154305" rIns="0" bIns="0" rtlCol="0">
            <a:noAutofit/>
          </a:bodyPr>
          <a:lstStyle/>
          <a:p>
            <a:pPr marL="12700">
              <a:lnSpc>
                <a:spcPct val="100000"/>
              </a:lnSpc>
              <a:spcBef>
                <a:spcPts val="1215"/>
              </a:spcBef>
            </a:pPr>
            <a:r>
              <a:rPr sz="2000" b="1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  <a:sym typeface="+mn-ea"/>
              </a:rPr>
              <a:t>W</a:t>
            </a:r>
            <a:r>
              <a:rPr sz="2000" b="1" spc="-8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2000" b="1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  <a:sym typeface="+mn-ea"/>
              </a:rPr>
              <a:t>E</a:t>
            </a:r>
            <a:r>
              <a:rPr sz="2000" b="1" spc="-7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2000" b="1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  <a:sym typeface="+mn-ea"/>
              </a:rPr>
              <a:t>B</a:t>
            </a:r>
            <a:r>
              <a:rPr sz="2000" b="1" spc="-7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2000" b="1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  <a:sym typeface="+mn-ea"/>
              </a:rPr>
              <a:t>S</a:t>
            </a:r>
            <a:r>
              <a:rPr sz="2000" b="1" spc="-7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2000" b="1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  <a:sym typeface="+mn-ea"/>
              </a:rPr>
              <a:t>I</a:t>
            </a:r>
            <a:r>
              <a:rPr sz="2000" b="1" spc="-7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2000" b="1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  <a:sym typeface="+mn-ea"/>
              </a:rPr>
              <a:t>T</a:t>
            </a:r>
            <a:r>
              <a:rPr sz="2000" b="1" spc="-8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2000" b="1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  <a:sym typeface="+mn-ea"/>
              </a:rPr>
              <a:t>E</a:t>
            </a:r>
            <a:r>
              <a:rPr sz="2000" b="1" spc="4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2000" b="1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  <a:sym typeface="+mn-ea"/>
              </a:rPr>
              <a:t>P</a:t>
            </a:r>
            <a:r>
              <a:rPr sz="2000" b="1" spc="-7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2000" b="1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  <a:sym typeface="+mn-ea"/>
              </a:rPr>
              <a:t>R</a:t>
            </a:r>
            <a:r>
              <a:rPr sz="2000" b="1" spc="-7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2000" b="1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  <a:sym typeface="+mn-ea"/>
              </a:rPr>
              <a:t>E</a:t>
            </a:r>
            <a:r>
              <a:rPr sz="2000" b="1" spc="-7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2000" b="1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  <a:sym typeface="+mn-ea"/>
              </a:rPr>
              <a:t>V</a:t>
            </a:r>
            <a:r>
              <a:rPr sz="2000" b="1" spc="-7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2000" b="1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  <a:sym typeface="+mn-ea"/>
              </a:rPr>
              <a:t>I</a:t>
            </a:r>
            <a:r>
              <a:rPr sz="2000" b="1" spc="-7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2000" b="1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  <a:sym typeface="+mn-ea"/>
              </a:rPr>
              <a:t>E</a:t>
            </a:r>
            <a:r>
              <a:rPr sz="2000" b="1" spc="-7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2000" b="1" spc="-5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  <a:sym typeface="+mn-ea"/>
              </a:rPr>
              <a:t>W</a:t>
            </a:r>
            <a:r>
              <a:rPr lang="en-US" sz="2600" spc="80" dirty="0">
                <a:solidFill>
                  <a:srgbClr val="FF0000"/>
                </a:solidFill>
              </a:rPr>
              <a:t>  </a:t>
            </a:r>
            <a:r>
              <a:rPr lang="en-US" sz="2600" spc="80" dirty="0">
                <a:solidFill>
                  <a:srgbClr val="231913"/>
                </a:solidFill>
              </a:rPr>
              <a:t>                                     </a:t>
            </a:r>
            <a:br>
              <a:rPr lang="en-US" sz="2600" spc="80" dirty="0">
                <a:solidFill>
                  <a:srgbClr val="231913"/>
                </a:solidFill>
              </a:rPr>
            </a:br>
            <a:r>
              <a:rPr lang="en-US" sz="2600" spc="80" dirty="0">
                <a:solidFill>
                  <a:srgbClr val="231913"/>
                </a:solidFill>
              </a:rPr>
              <a:t>                                </a:t>
            </a:r>
            <a:r>
              <a:rPr sz="2600" spc="80" dirty="0">
                <a:solidFill>
                  <a:srgbClr val="231913"/>
                </a:solidFill>
              </a:rPr>
              <a:t>Destinations</a:t>
            </a:r>
            <a:r>
              <a:rPr sz="2600" spc="-65" dirty="0">
                <a:solidFill>
                  <a:srgbClr val="231913"/>
                </a:solidFill>
              </a:rPr>
              <a:t> </a:t>
            </a:r>
            <a:r>
              <a:rPr sz="2600" dirty="0">
                <a:solidFill>
                  <a:srgbClr val="231913"/>
                </a:solidFill>
              </a:rPr>
              <a:t>C</a:t>
            </a:r>
            <a:r>
              <a:rPr sz="2600" spc="-55" dirty="0">
                <a:solidFill>
                  <a:srgbClr val="231913"/>
                </a:solidFill>
              </a:rPr>
              <a:t> </a:t>
            </a:r>
            <a:r>
              <a:rPr sz="2600" spc="-10" dirty="0">
                <a:solidFill>
                  <a:srgbClr val="231913"/>
                </a:solidFill>
              </a:rPr>
              <a:t>Gallery</a:t>
            </a:r>
            <a:endParaRPr sz="2600"/>
          </a:p>
          <a:p>
            <a:pPr marL="12700">
              <a:lnSpc>
                <a:spcPct val="100000"/>
              </a:lnSpc>
              <a:spcBef>
                <a:spcPts val="540"/>
              </a:spcBef>
            </a:pPr>
            <a:r>
              <a:rPr sz="1600" b="0" i="1" dirty="0">
                <a:solidFill>
                  <a:schemeClr val="tx1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1600" b="0" i="1" spc="-30" dirty="0">
                <a:solidFill>
                  <a:schemeClr val="tx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600" b="0" i="1" spc="-20" dirty="0">
                <a:solidFill>
                  <a:schemeClr val="tx1"/>
                </a:solidFill>
                <a:latin typeface="Calibri" panose="020F0502020204030204"/>
                <a:cs typeface="Calibri" panose="020F0502020204030204"/>
              </a:rPr>
              <a:t>14-</a:t>
            </a:r>
            <a:r>
              <a:rPr sz="1600" b="0" i="1" dirty="0">
                <a:solidFill>
                  <a:schemeClr val="tx1"/>
                </a:solidFill>
                <a:latin typeface="Calibri" panose="020F0502020204030204"/>
                <a:cs typeface="Calibri" panose="020F0502020204030204"/>
              </a:rPr>
              <a:t>city</a:t>
            </a:r>
            <a:r>
              <a:rPr sz="1600" b="0" i="1" spc="-15" dirty="0">
                <a:solidFill>
                  <a:schemeClr val="tx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600" b="0" i="1" spc="-10" dirty="0">
                <a:solidFill>
                  <a:schemeClr val="tx1"/>
                </a:solidFill>
                <a:latin typeface="Calibri" panose="020F0502020204030204"/>
                <a:cs typeface="Calibri" panose="020F0502020204030204"/>
              </a:rPr>
              <a:t>destination</a:t>
            </a:r>
            <a:r>
              <a:rPr sz="1600" b="0" i="1" spc="-15" dirty="0">
                <a:solidFill>
                  <a:schemeClr val="tx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600" b="0" i="1" dirty="0">
                <a:solidFill>
                  <a:schemeClr val="tx1"/>
                </a:solidFill>
                <a:latin typeface="Calibri" panose="020F0502020204030204"/>
                <a:cs typeface="Calibri" panose="020F0502020204030204"/>
              </a:rPr>
              <a:t>grid,</a:t>
            </a:r>
            <a:r>
              <a:rPr sz="1600" b="0" i="1" spc="-25" dirty="0">
                <a:solidFill>
                  <a:schemeClr val="tx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600" b="0" i="1" dirty="0">
                <a:solidFill>
                  <a:schemeClr val="tx1"/>
                </a:solidFill>
                <a:latin typeface="Calibri" panose="020F0502020204030204"/>
                <a:cs typeface="Calibri" panose="020F0502020204030204"/>
              </a:rPr>
              <a:t>and</a:t>
            </a:r>
            <a:r>
              <a:rPr sz="1600" b="0" i="1" spc="-15" dirty="0">
                <a:solidFill>
                  <a:schemeClr val="tx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600" b="0" i="1" dirty="0">
                <a:solidFill>
                  <a:schemeClr val="tx1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1600" b="0" i="1" spc="-15" dirty="0">
                <a:solidFill>
                  <a:schemeClr val="tx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600" b="0" i="1" dirty="0">
                <a:solidFill>
                  <a:schemeClr val="tx1"/>
                </a:solidFill>
                <a:latin typeface="Calibri" panose="020F0502020204030204"/>
                <a:cs typeface="Calibri" panose="020F0502020204030204"/>
              </a:rPr>
              <a:t>diamond</a:t>
            </a:r>
            <a:r>
              <a:rPr sz="1600" b="0" i="1" spc="-20" dirty="0">
                <a:solidFill>
                  <a:schemeClr val="tx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600" b="0" i="1" dirty="0">
                <a:solidFill>
                  <a:schemeClr val="tx1"/>
                </a:solidFill>
                <a:latin typeface="Calibri" panose="020F0502020204030204"/>
                <a:cs typeface="Calibri" panose="020F0502020204030204"/>
              </a:rPr>
              <a:t>photo</a:t>
            </a:r>
            <a:r>
              <a:rPr sz="1600" b="0" i="1" spc="-15" dirty="0">
                <a:solidFill>
                  <a:schemeClr val="tx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600" b="0" i="1" dirty="0">
                <a:solidFill>
                  <a:schemeClr val="tx1"/>
                </a:solidFill>
                <a:latin typeface="Calibri" panose="020F0502020204030204"/>
                <a:cs typeface="Calibri" panose="020F0502020204030204"/>
              </a:rPr>
              <a:t>mosaic</a:t>
            </a:r>
            <a:r>
              <a:rPr sz="1600" b="0" i="1" spc="-10" dirty="0">
                <a:solidFill>
                  <a:schemeClr val="tx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600" b="0" i="1" dirty="0">
                <a:solidFill>
                  <a:schemeClr val="tx1"/>
                </a:solidFill>
                <a:latin typeface="Calibri" panose="020F0502020204030204"/>
                <a:cs typeface="Calibri" panose="020F0502020204030204"/>
              </a:rPr>
              <a:t>that</a:t>
            </a:r>
            <a:r>
              <a:rPr sz="1600" b="0" i="1" spc="-20" dirty="0">
                <a:solidFill>
                  <a:schemeClr val="tx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600" b="0" i="1" dirty="0">
                <a:solidFill>
                  <a:schemeClr val="tx1"/>
                </a:solidFill>
                <a:latin typeface="Calibri" panose="020F0502020204030204"/>
                <a:cs typeface="Calibri" panose="020F0502020204030204"/>
              </a:rPr>
              <a:t>opens</a:t>
            </a:r>
            <a:r>
              <a:rPr sz="1600" b="0" i="1" spc="-15" dirty="0">
                <a:solidFill>
                  <a:schemeClr val="tx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600" b="0" i="1" dirty="0">
                <a:solidFill>
                  <a:schemeClr val="tx1"/>
                </a:solidFill>
                <a:latin typeface="Calibri" panose="020F0502020204030204"/>
                <a:cs typeface="Calibri" panose="020F0502020204030204"/>
              </a:rPr>
              <a:t>into</a:t>
            </a:r>
            <a:r>
              <a:rPr sz="1600" b="0" i="1" spc="-15" dirty="0">
                <a:solidFill>
                  <a:schemeClr val="tx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600" b="0" i="1" dirty="0">
                <a:solidFill>
                  <a:schemeClr val="tx1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1600" b="0" i="1" spc="-15" dirty="0">
                <a:solidFill>
                  <a:schemeClr val="tx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600" b="0" i="1" spc="-10" dirty="0">
                <a:solidFill>
                  <a:schemeClr val="tx1"/>
                </a:solidFill>
                <a:latin typeface="Calibri" panose="020F0502020204030204"/>
                <a:cs typeface="Calibri" panose="020F0502020204030204"/>
              </a:rPr>
              <a:t>lightbox</a:t>
            </a:r>
            <a:endParaRPr sz="1600" b="0" i="1" spc="-10" dirty="0">
              <a:solidFill>
                <a:schemeClr val="tx1"/>
              </a:solidFill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41566" y="1684566"/>
            <a:ext cx="5408295" cy="4493895"/>
            <a:chOff x="541566" y="1684566"/>
            <a:chExt cx="5408295" cy="4493895"/>
          </a:xfrm>
        </p:grpSpPr>
        <p:sp>
          <p:nvSpPr>
            <p:cNvPr id="5" name="object 5"/>
            <p:cNvSpPr/>
            <p:nvPr/>
          </p:nvSpPr>
          <p:spPr>
            <a:xfrm>
              <a:off x="547916" y="1690916"/>
              <a:ext cx="5395595" cy="4481195"/>
            </a:xfrm>
            <a:custGeom>
              <a:avLst/>
              <a:gdLst/>
              <a:ahLst/>
              <a:cxnLst/>
              <a:rect l="l" t="t" r="r" b="b"/>
              <a:pathLst>
                <a:path w="5395595" h="4481195">
                  <a:moveTo>
                    <a:pt x="82803" y="0"/>
                  </a:moveTo>
                  <a:lnTo>
                    <a:pt x="41401" y="11163"/>
                  </a:lnTo>
                  <a:lnTo>
                    <a:pt x="11518" y="41402"/>
                  </a:lnTo>
                  <a:lnTo>
                    <a:pt x="368" y="82448"/>
                  </a:lnTo>
                  <a:lnTo>
                    <a:pt x="0" y="4398479"/>
                  </a:lnTo>
                  <a:lnTo>
                    <a:pt x="720" y="4409247"/>
                  </a:lnTo>
                  <a:lnTo>
                    <a:pt x="731" y="4409408"/>
                  </a:lnTo>
                  <a:lnTo>
                    <a:pt x="2844" y="4419812"/>
                  </a:lnTo>
                  <a:lnTo>
                    <a:pt x="2881" y="4419995"/>
                  </a:lnTo>
                  <a:lnTo>
                    <a:pt x="6311" y="4429973"/>
                  </a:lnTo>
                  <a:lnTo>
                    <a:pt x="32374" y="4463779"/>
                  </a:lnTo>
                  <a:lnTo>
                    <a:pt x="71680" y="4480196"/>
                  </a:lnTo>
                  <a:lnTo>
                    <a:pt x="82448" y="4480928"/>
                  </a:lnTo>
                  <a:lnTo>
                    <a:pt x="5312879" y="4480928"/>
                  </a:lnTo>
                  <a:lnTo>
                    <a:pt x="5354281" y="4469765"/>
                  </a:lnTo>
                  <a:lnTo>
                    <a:pt x="5384165" y="4439526"/>
                  </a:lnTo>
                  <a:lnTo>
                    <a:pt x="5388846" y="4430174"/>
                  </a:lnTo>
                  <a:lnTo>
                    <a:pt x="5388947" y="4429973"/>
                  </a:lnTo>
                  <a:lnTo>
                    <a:pt x="5395328" y="4398479"/>
                  </a:lnTo>
                  <a:lnTo>
                    <a:pt x="5395304" y="82448"/>
                  </a:lnTo>
                  <a:lnTo>
                    <a:pt x="5384165" y="41402"/>
                  </a:lnTo>
                  <a:lnTo>
                    <a:pt x="5353926" y="11518"/>
                  </a:lnTo>
                  <a:lnTo>
                    <a:pt x="5312879" y="368"/>
                  </a:lnTo>
                  <a:lnTo>
                    <a:pt x="82803" y="0"/>
                  </a:lnTo>
                  <a:close/>
                </a:path>
              </a:pathLst>
            </a:custGeom>
            <a:solidFill>
              <a:srgbClr val="FAF0E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547916" y="1690916"/>
              <a:ext cx="5395595" cy="4481195"/>
            </a:xfrm>
            <a:custGeom>
              <a:avLst/>
              <a:gdLst/>
              <a:ahLst/>
              <a:cxnLst/>
              <a:rect l="l" t="t" r="r" b="b"/>
              <a:pathLst>
                <a:path w="5395595" h="4481195">
                  <a:moveTo>
                    <a:pt x="368" y="82448"/>
                  </a:moveTo>
                  <a:lnTo>
                    <a:pt x="1097" y="71680"/>
                  </a:lnTo>
                  <a:lnTo>
                    <a:pt x="3243" y="61115"/>
                  </a:lnTo>
                  <a:lnTo>
                    <a:pt x="24569" y="24258"/>
                  </a:lnTo>
                  <a:lnTo>
                    <a:pt x="61293" y="2881"/>
                  </a:lnTo>
                  <a:lnTo>
                    <a:pt x="82803" y="0"/>
                  </a:lnTo>
                  <a:lnTo>
                    <a:pt x="5312879" y="368"/>
                  </a:lnTo>
                  <a:lnTo>
                    <a:pt x="5353926" y="11518"/>
                  </a:lnTo>
                  <a:lnTo>
                    <a:pt x="5384165" y="41402"/>
                  </a:lnTo>
                  <a:lnTo>
                    <a:pt x="5395328" y="82804"/>
                  </a:lnTo>
                  <a:lnTo>
                    <a:pt x="5395328" y="4398479"/>
                  </a:lnTo>
                  <a:lnTo>
                    <a:pt x="5394596" y="4409247"/>
                  </a:lnTo>
                  <a:lnTo>
                    <a:pt x="5392446" y="4419812"/>
                  </a:lnTo>
                  <a:lnTo>
                    <a:pt x="5371114" y="4456669"/>
                  </a:lnTo>
                  <a:lnTo>
                    <a:pt x="5334395" y="4478046"/>
                  </a:lnTo>
                  <a:lnTo>
                    <a:pt x="5312879" y="4480928"/>
                  </a:lnTo>
                  <a:lnTo>
                    <a:pt x="82448" y="4480928"/>
                  </a:lnTo>
                  <a:lnTo>
                    <a:pt x="41401" y="4469765"/>
                  </a:lnTo>
                  <a:lnTo>
                    <a:pt x="11163" y="4439881"/>
                  </a:lnTo>
                  <a:lnTo>
                    <a:pt x="0" y="4398479"/>
                  </a:lnTo>
                  <a:lnTo>
                    <a:pt x="368" y="82448"/>
                  </a:lnTo>
                  <a:close/>
                </a:path>
              </a:pathLst>
            </a:custGeom>
            <a:ln w="12599">
              <a:solidFill>
                <a:srgbClr val="E5D7C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809904" y="1922310"/>
            <a:ext cx="191643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solidFill>
                  <a:srgbClr val="8A1919"/>
                </a:solidFill>
                <a:latin typeface="Times New Roman" panose="02020603050405020304"/>
                <a:cs typeface="Times New Roman" panose="02020603050405020304"/>
              </a:rPr>
              <a:t>Explore </a:t>
            </a:r>
            <a:r>
              <a:rPr sz="1600" b="1" spc="-10" dirty="0">
                <a:solidFill>
                  <a:srgbClr val="8A1919"/>
                </a:solidFill>
                <a:latin typeface="Times New Roman" panose="02020603050405020304"/>
                <a:cs typeface="Times New Roman" panose="02020603050405020304"/>
              </a:rPr>
              <a:t>Destinations</a:t>
            </a:r>
            <a:endParaRPr sz="16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822960" y="2377084"/>
            <a:ext cx="2331720" cy="457200"/>
          </a:xfrm>
          <a:custGeom>
            <a:avLst/>
            <a:gdLst/>
            <a:ahLst/>
            <a:cxnLst/>
            <a:rect l="l" t="t" r="r" b="b"/>
            <a:pathLst>
              <a:path w="2331720" h="457200">
                <a:moveTo>
                  <a:pt x="2103120" y="0"/>
                </a:moveTo>
                <a:lnTo>
                  <a:pt x="228600" y="0"/>
                </a:lnTo>
                <a:lnTo>
                  <a:pt x="198766" y="1946"/>
                </a:lnTo>
                <a:lnTo>
                  <a:pt x="141119" y="17311"/>
                </a:lnTo>
                <a:lnTo>
                  <a:pt x="89328" y="47297"/>
                </a:lnTo>
                <a:lnTo>
                  <a:pt x="47294" y="89473"/>
                </a:lnTo>
                <a:lnTo>
                  <a:pt x="17311" y="141267"/>
                </a:lnTo>
                <a:lnTo>
                  <a:pt x="1946" y="198766"/>
                </a:lnTo>
                <a:lnTo>
                  <a:pt x="0" y="228600"/>
                </a:lnTo>
                <a:lnTo>
                  <a:pt x="1946" y="258431"/>
                </a:lnTo>
                <a:lnTo>
                  <a:pt x="17311" y="316075"/>
                </a:lnTo>
                <a:lnTo>
                  <a:pt x="47299" y="367871"/>
                </a:lnTo>
                <a:lnTo>
                  <a:pt x="89478" y="409900"/>
                </a:lnTo>
                <a:lnTo>
                  <a:pt x="141269" y="439883"/>
                </a:lnTo>
                <a:lnTo>
                  <a:pt x="198772" y="455253"/>
                </a:lnTo>
                <a:lnTo>
                  <a:pt x="228600" y="457200"/>
                </a:lnTo>
                <a:lnTo>
                  <a:pt x="2103120" y="457200"/>
                </a:lnTo>
                <a:lnTo>
                  <a:pt x="2162249" y="449459"/>
                </a:lnTo>
                <a:lnTo>
                  <a:pt x="2217597" y="426592"/>
                </a:lnTo>
                <a:lnTo>
                  <a:pt x="2264757" y="390236"/>
                </a:lnTo>
                <a:lnTo>
                  <a:pt x="2301125" y="343077"/>
                </a:lnTo>
                <a:lnTo>
                  <a:pt x="2323980" y="287724"/>
                </a:lnTo>
                <a:lnTo>
                  <a:pt x="2331720" y="228600"/>
                </a:lnTo>
                <a:lnTo>
                  <a:pt x="2329773" y="198766"/>
                </a:lnTo>
                <a:lnTo>
                  <a:pt x="2314408" y="141267"/>
                </a:lnTo>
                <a:lnTo>
                  <a:pt x="2284425" y="89473"/>
                </a:lnTo>
                <a:lnTo>
                  <a:pt x="2242391" y="47297"/>
                </a:lnTo>
                <a:lnTo>
                  <a:pt x="2190600" y="17311"/>
                </a:lnTo>
                <a:lnTo>
                  <a:pt x="2132953" y="1946"/>
                </a:lnTo>
                <a:lnTo>
                  <a:pt x="2103120" y="0"/>
                </a:lnTo>
                <a:close/>
              </a:path>
            </a:pathLst>
          </a:custGeom>
          <a:solidFill>
            <a:srgbClr val="49090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1814296" y="2513063"/>
            <a:ext cx="348615" cy="1854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50" b="1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Dubai</a:t>
            </a:r>
            <a:endParaRPr sz="105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337559" y="2377084"/>
            <a:ext cx="2331720" cy="457200"/>
          </a:xfrm>
          <a:custGeom>
            <a:avLst/>
            <a:gdLst/>
            <a:ahLst/>
            <a:cxnLst/>
            <a:rect l="l" t="t" r="r" b="b"/>
            <a:pathLst>
              <a:path w="2331720" h="457200">
                <a:moveTo>
                  <a:pt x="2103119" y="0"/>
                </a:moveTo>
                <a:lnTo>
                  <a:pt x="228600" y="0"/>
                </a:lnTo>
                <a:lnTo>
                  <a:pt x="198772" y="1946"/>
                </a:lnTo>
                <a:lnTo>
                  <a:pt x="141269" y="17311"/>
                </a:lnTo>
                <a:lnTo>
                  <a:pt x="89478" y="47297"/>
                </a:lnTo>
                <a:lnTo>
                  <a:pt x="47299" y="89473"/>
                </a:lnTo>
                <a:lnTo>
                  <a:pt x="17311" y="141267"/>
                </a:lnTo>
                <a:lnTo>
                  <a:pt x="1946" y="198766"/>
                </a:lnTo>
                <a:lnTo>
                  <a:pt x="0" y="228600"/>
                </a:lnTo>
                <a:lnTo>
                  <a:pt x="1946" y="258431"/>
                </a:lnTo>
                <a:lnTo>
                  <a:pt x="17311" y="316075"/>
                </a:lnTo>
                <a:lnTo>
                  <a:pt x="47299" y="367871"/>
                </a:lnTo>
                <a:lnTo>
                  <a:pt x="89478" y="409900"/>
                </a:lnTo>
                <a:lnTo>
                  <a:pt x="141269" y="439883"/>
                </a:lnTo>
                <a:lnTo>
                  <a:pt x="198772" y="455253"/>
                </a:lnTo>
                <a:lnTo>
                  <a:pt x="228600" y="457200"/>
                </a:lnTo>
                <a:lnTo>
                  <a:pt x="2103119" y="457200"/>
                </a:lnTo>
                <a:lnTo>
                  <a:pt x="2162249" y="449459"/>
                </a:lnTo>
                <a:lnTo>
                  <a:pt x="2217597" y="426592"/>
                </a:lnTo>
                <a:lnTo>
                  <a:pt x="2264757" y="390236"/>
                </a:lnTo>
                <a:lnTo>
                  <a:pt x="2301125" y="343077"/>
                </a:lnTo>
                <a:lnTo>
                  <a:pt x="2323980" y="287724"/>
                </a:lnTo>
                <a:lnTo>
                  <a:pt x="2331719" y="228600"/>
                </a:lnTo>
                <a:lnTo>
                  <a:pt x="2329773" y="198766"/>
                </a:lnTo>
                <a:lnTo>
                  <a:pt x="2314408" y="141267"/>
                </a:lnTo>
                <a:lnTo>
                  <a:pt x="2284425" y="89473"/>
                </a:lnTo>
                <a:lnTo>
                  <a:pt x="2242391" y="47297"/>
                </a:lnTo>
                <a:lnTo>
                  <a:pt x="2190600" y="17311"/>
                </a:lnTo>
                <a:lnTo>
                  <a:pt x="2132953" y="1946"/>
                </a:lnTo>
                <a:lnTo>
                  <a:pt x="2103119" y="0"/>
                </a:lnTo>
                <a:close/>
              </a:path>
            </a:pathLst>
          </a:custGeom>
          <a:solidFill>
            <a:srgbClr val="49090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4241419" y="2513063"/>
            <a:ext cx="523240" cy="1854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50" b="1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Maldives</a:t>
            </a:r>
            <a:endParaRPr sz="105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822960" y="2971444"/>
            <a:ext cx="2331720" cy="457200"/>
          </a:xfrm>
          <a:custGeom>
            <a:avLst/>
            <a:gdLst/>
            <a:ahLst/>
            <a:cxnLst/>
            <a:rect l="l" t="t" r="r" b="b"/>
            <a:pathLst>
              <a:path w="2331720" h="457200">
                <a:moveTo>
                  <a:pt x="2103120" y="0"/>
                </a:moveTo>
                <a:lnTo>
                  <a:pt x="228600" y="0"/>
                </a:lnTo>
                <a:lnTo>
                  <a:pt x="198766" y="1946"/>
                </a:lnTo>
                <a:lnTo>
                  <a:pt x="141119" y="17311"/>
                </a:lnTo>
                <a:lnTo>
                  <a:pt x="89328" y="47297"/>
                </a:lnTo>
                <a:lnTo>
                  <a:pt x="47294" y="89473"/>
                </a:lnTo>
                <a:lnTo>
                  <a:pt x="17311" y="141267"/>
                </a:lnTo>
                <a:lnTo>
                  <a:pt x="1946" y="198766"/>
                </a:lnTo>
                <a:lnTo>
                  <a:pt x="0" y="228600"/>
                </a:lnTo>
                <a:lnTo>
                  <a:pt x="1946" y="258431"/>
                </a:lnTo>
                <a:lnTo>
                  <a:pt x="17311" y="316075"/>
                </a:lnTo>
                <a:lnTo>
                  <a:pt x="47299" y="367871"/>
                </a:lnTo>
                <a:lnTo>
                  <a:pt x="89478" y="409900"/>
                </a:lnTo>
                <a:lnTo>
                  <a:pt x="141269" y="439883"/>
                </a:lnTo>
                <a:lnTo>
                  <a:pt x="198772" y="455253"/>
                </a:lnTo>
                <a:lnTo>
                  <a:pt x="228600" y="457200"/>
                </a:lnTo>
                <a:lnTo>
                  <a:pt x="2103120" y="457200"/>
                </a:lnTo>
                <a:lnTo>
                  <a:pt x="2162249" y="449459"/>
                </a:lnTo>
                <a:lnTo>
                  <a:pt x="2217597" y="426593"/>
                </a:lnTo>
                <a:lnTo>
                  <a:pt x="2264757" y="390236"/>
                </a:lnTo>
                <a:lnTo>
                  <a:pt x="2301125" y="343077"/>
                </a:lnTo>
                <a:lnTo>
                  <a:pt x="2323980" y="287724"/>
                </a:lnTo>
                <a:lnTo>
                  <a:pt x="2331720" y="228600"/>
                </a:lnTo>
                <a:lnTo>
                  <a:pt x="2329773" y="198766"/>
                </a:lnTo>
                <a:lnTo>
                  <a:pt x="2314408" y="141267"/>
                </a:lnTo>
                <a:lnTo>
                  <a:pt x="2284425" y="89473"/>
                </a:lnTo>
                <a:lnTo>
                  <a:pt x="2242391" y="47297"/>
                </a:lnTo>
                <a:lnTo>
                  <a:pt x="2190600" y="17311"/>
                </a:lnTo>
                <a:lnTo>
                  <a:pt x="2132953" y="1946"/>
                </a:lnTo>
                <a:lnTo>
                  <a:pt x="2103120" y="0"/>
                </a:lnTo>
                <a:close/>
              </a:path>
            </a:pathLst>
          </a:custGeom>
          <a:solidFill>
            <a:srgbClr val="49090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1865414" y="3107423"/>
            <a:ext cx="246379" cy="1854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50" b="1" spc="-2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Goa</a:t>
            </a:r>
            <a:endParaRPr sz="105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3337559" y="2971444"/>
            <a:ext cx="2331720" cy="457200"/>
          </a:xfrm>
          <a:custGeom>
            <a:avLst/>
            <a:gdLst/>
            <a:ahLst/>
            <a:cxnLst/>
            <a:rect l="l" t="t" r="r" b="b"/>
            <a:pathLst>
              <a:path w="2331720" h="457200">
                <a:moveTo>
                  <a:pt x="2103119" y="0"/>
                </a:moveTo>
                <a:lnTo>
                  <a:pt x="228600" y="0"/>
                </a:lnTo>
                <a:lnTo>
                  <a:pt x="198772" y="1946"/>
                </a:lnTo>
                <a:lnTo>
                  <a:pt x="141269" y="17311"/>
                </a:lnTo>
                <a:lnTo>
                  <a:pt x="89478" y="47297"/>
                </a:lnTo>
                <a:lnTo>
                  <a:pt x="47299" y="89473"/>
                </a:lnTo>
                <a:lnTo>
                  <a:pt x="17311" y="141267"/>
                </a:lnTo>
                <a:lnTo>
                  <a:pt x="1946" y="198766"/>
                </a:lnTo>
                <a:lnTo>
                  <a:pt x="0" y="228600"/>
                </a:lnTo>
                <a:lnTo>
                  <a:pt x="1946" y="258431"/>
                </a:lnTo>
                <a:lnTo>
                  <a:pt x="17311" y="316075"/>
                </a:lnTo>
                <a:lnTo>
                  <a:pt x="47299" y="367871"/>
                </a:lnTo>
                <a:lnTo>
                  <a:pt x="89478" y="409900"/>
                </a:lnTo>
                <a:lnTo>
                  <a:pt x="141269" y="439883"/>
                </a:lnTo>
                <a:lnTo>
                  <a:pt x="198772" y="455253"/>
                </a:lnTo>
                <a:lnTo>
                  <a:pt x="228600" y="457200"/>
                </a:lnTo>
                <a:lnTo>
                  <a:pt x="2103119" y="457200"/>
                </a:lnTo>
                <a:lnTo>
                  <a:pt x="2162249" y="449459"/>
                </a:lnTo>
                <a:lnTo>
                  <a:pt x="2217597" y="426593"/>
                </a:lnTo>
                <a:lnTo>
                  <a:pt x="2264757" y="390236"/>
                </a:lnTo>
                <a:lnTo>
                  <a:pt x="2301125" y="343077"/>
                </a:lnTo>
                <a:lnTo>
                  <a:pt x="2323980" y="287724"/>
                </a:lnTo>
                <a:lnTo>
                  <a:pt x="2331719" y="228600"/>
                </a:lnTo>
                <a:lnTo>
                  <a:pt x="2329773" y="198766"/>
                </a:lnTo>
                <a:lnTo>
                  <a:pt x="2314408" y="141267"/>
                </a:lnTo>
                <a:lnTo>
                  <a:pt x="2284425" y="89473"/>
                </a:lnTo>
                <a:lnTo>
                  <a:pt x="2242391" y="47297"/>
                </a:lnTo>
                <a:lnTo>
                  <a:pt x="2190600" y="17311"/>
                </a:lnTo>
                <a:lnTo>
                  <a:pt x="2132953" y="1946"/>
                </a:lnTo>
                <a:lnTo>
                  <a:pt x="2103119" y="0"/>
                </a:lnTo>
                <a:close/>
              </a:path>
            </a:pathLst>
          </a:custGeom>
          <a:solidFill>
            <a:srgbClr val="49090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4357700" y="3107423"/>
            <a:ext cx="290195" cy="1854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50" b="1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Paris</a:t>
            </a:r>
            <a:endParaRPr sz="105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822960" y="3565804"/>
            <a:ext cx="2331720" cy="457200"/>
          </a:xfrm>
          <a:custGeom>
            <a:avLst/>
            <a:gdLst/>
            <a:ahLst/>
            <a:cxnLst/>
            <a:rect l="l" t="t" r="r" b="b"/>
            <a:pathLst>
              <a:path w="2331720" h="457200">
                <a:moveTo>
                  <a:pt x="2103120" y="0"/>
                </a:moveTo>
                <a:lnTo>
                  <a:pt x="228600" y="0"/>
                </a:lnTo>
                <a:lnTo>
                  <a:pt x="198766" y="1946"/>
                </a:lnTo>
                <a:lnTo>
                  <a:pt x="141119" y="17311"/>
                </a:lnTo>
                <a:lnTo>
                  <a:pt x="89328" y="47297"/>
                </a:lnTo>
                <a:lnTo>
                  <a:pt x="47294" y="89473"/>
                </a:lnTo>
                <a:lnTo>
                  <a:pt x="17311" y="141267"/>
                </a:lnTo>
                <a:lnTo>
                  <a:pt x="1946" y="198766"/>
                </a:lnTo>
                <a:lnTo>
                  <a:pt x="0" y="228600"/>
                </a:lnTo>
                <a:lnTo>
                  <a:pt x="1946" y="258431"/>
                </a:lnTo>
                <a:lnTo>
                  <a:pt x="17311" y="316075"/>
                </a:lnTo>
                <a:lnTo>
                  <a:pt x="47299" y="367871"/>
                </a:lnTo>
                <a:lnTo>
                  <a:pt x="89478" y="409900"/>
                </a:lnTo>
                <a:lnTo>
                  <a:pt x="141269" y="439883"/>
                </a:lnTo>
                <a:lnTo>
                  <a:pt x="198772" y="455253"/>
                </a:lnTo>
                <a:lnTo>
                  <a:pt x="228600" y="457200"/>
                </a:lnTo>
                <a:lnTo>
                  <a:pt x="2103120" y="457200"/>
                </a:lnTo>
                <a:lnTo>
                  <a:pt x="2162249" y="449459"/>
                </a:lnTo>
                <a:lnTo>
                  <a:pt x="2217597" y="426593"/>
                </a:lnTo>
                <a:lnTo>
                  <a:pt x="2264757" y="390236"/>
                </a:lnTo>
                <a:lnTo>
                  <a:pt x="2301125" y="343077"/>
                </a:lnTo>
                <a:lnTo>
                  <a:pt x="2323980" y="287724"/>
                </a:lnTo>
                <a:lnTo>
                  <a:pt x="2331720" y="228600"/>
                </a:lnTo>
                <a:lnTo>
                  <a:pt x="2329773" y="198766"/>
                </a:lnTo>
                <a:lnTo>
                  <a:pt x="2314408" y="141267"/>
                </a:lnTo>
                <a:lnTo>
                  <a:pt x="2284425" y="89473"/>
                </a:lnTo>
                <a:lnTo>
                  <a:pt x="2242391" y="47297"/>
                </a:lnTo>
                <a:lnTo>
                  <a:pt x="2190600" y="17311"/>
                </a:lnTo>
                <a:lnTo>
                  <a:pt x="2132953" y="1946"/>
                </a:lnTo>
                <a:lnTo>
                  <a:pt x="2103120" y="0"/>
                </a:lnTo>
                <a:close/>
              </a:path>
            </a:pathLst>
          </a:custGeom>
          <a:solidFill>
            <a:srgbClr val="49090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1770735" y="3701783"/>
            <a:ext cx="434975" cy="1854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50" b="1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London</a:t>
            </a:r>
            <a:endParaRPr sz="105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3337559" y="3565804"/>
            <a:ext cx="2331720" cy="457200"/>
          </a:xfrm>
          <a:custGeom>
            <a:avLst/>
            <a:gdLst/>
            <a:ahLst/>
            <a:cxnLst/>
            <a:rect l="l" t="t" r="r" b="b"/>
            <a:pathLst>
              <a:path w="2331720" h="457200">
                <a:moveTo>
                  <a:pt x="2103119" y="0"/>
                </a:moveTo>
                <a:lnTo>
                  <a:pt x="228600" y="0"/>
                </a:lnTo>
                <a:lnTo>
                  <a:pt x="198772" y="1946"/>
                </a:lnTo>
                <a:lnTo>
                  <a:pt x="141269" y="17311"/>
                </a:lnTo>
                <a:lnTo>
                  <a:pt x="89478" y="47297"/>
                </a:lnTo>
                <a:lnTo>
                  <a:pt x="47299" y="89473"/>
                </a:lnTo>
                <a:lnTo>
                  <a:pt x="17311" y="141267"/>
                </a:lnTo>
                <a:lnTo>
                  <a:pt x="1946" y="198766"/>
                </a:lnTo>
                <a:lnTo>
                  <a:pt x="0" y="228600"/>
                </a:lnTo>
                <a:lnTo>
                  <a:pt x="1946" y="258431"/>
                </a:lnTo>
                <a:lnTo>
                  <a:pt x="17311" y="316075"/>
                </a:lnTo>
                <a:lnTo>
                  <a:pt x="47299" y="367871"/>
                </a:lnTo>
                <a:lnTo>
                  <a:pt x="89478" y="409900"/>
                </a:lnTo>
                <a:lnTo>
                  <a:pt x="141269" y="439883"/>
                </a:lnTo>
                <a:lnTo>
                  <a:pt x="198772" y="455253"/>
                </a:lnTo>
                <a:lnTo>
                  <a:pt x="228600" y="457200"/>
                </a:lnTo>
                <a:lnTo>
                  <a:pt x="2103119" y="457200"/>
                </a:lnTo>
                <a:lnTo>
                  <a:pt x="2162249" y="449459"/>
                </a:lnTo>
                <a:lnTo>
                  <a:pt x="2217597" y="426593"/>
                </a:lnTo>
                <a:lnTo>
                  <a:pt x="2264757" y="390236"/>
                </a:lnTo>
                <a:lnTo>
                  <a:pt x="2301125" y="343077"/>
                </a:lnTo>
                <a:lnTo>
                  <a:pt x="2323980" y="287724"/>
                </a:lnTo>
                <a:lnTo>
                  <a:pt x="2331719" y="228600"/>
                </a:lnTo>
                <a:lnTo>
                  <a:pt x="2329773" y="198766"/>
                </a:lnTo>
                <a:lnTo>
                  <a:pt x="2314408" y="141267"/>
                </a:lnTo>
                <a:lnTo>
                  <a:pt x="2284425" y="89473"/>
                </a:lnTo>
                <a:lnTo>
                  <a:pt x="2242391" y="47297"/>
                </a:lnTo>
                <a:lnTo>
                  <a:pt x="2190600" y="17311"/>
                </a:lnTo>
                <a:lnTo>
                  <a:pt x="2132953" y="1946"/>
                </a:lnTo>
                <a:lnTo>
                  <a:pt x="2103119" y="0"/>
                </a:lnTo>
                <a:close/>
              </a:path>
            </a:pathLst>
          </a:custGeom>
          <a:solidFill>
            <a:srgbClr val="49090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4388294" y="3701783"/>
            <a:ext cx="229870" cy="1854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50" b="1" spc="-2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Bali</a:t>
            </a:r>
            <a:endParaRPr sz="105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822960" y="4160164"/>
            <a:ext cx="2331720" cy="457200"/>
          </a:xfrm>
          <a:custGeom>
            <a:avLst/>
            <a:gdLst/>
            <a:ahLst/>
            <a:cxnLst/>
            <a:rect l="l" t="t" r="r" b="b"/>
            <a:pathLst>
              <a:path w="2331720" h="457200">
                <a:moveTo>
                  <a:pt x="2103120" y="0"/>
                </a:moveTo>
                <a:lnTo>
                  <a:pt x="228600" y="0"/>
                </a:lnTo>
                <a:lnTo>
                  <a:pt x="198766" y="1946"/>
                </a:lnTo>
                <a:lnTo>
                  <a:pt x="141119" y="17311"/>
                </a:lnTo>
                <a:lnTo>
                  <a:pt x="89328" y="47297"/>
                </a:lnTo>
                <a:lnTo>
                  <a:pt x="47294" y="89473"/>
                </a:lnTo>
                <a:lnTo>
                  <a:pt x="17311" y="141267"/>
                </a:lnTo>
                <a:lnTo>
                  <a:pt x="1946" y="198766"/>
                </a:lnTo>
                <a:lnTo>
                  <a:pt x="0" y="228600"/>
                </a:lnTo>
                <a:lnTo>
                  <a:pt x="1946" y="258431"/>
                </a:lnTo>
                <a:lnTo>
                  <a:pt x="17311" y="316075"/>
                </a:lnTo>
                <a:lnTo>
                  <a:pt x="47299" y="367871"/>
                </a:lnTo>
                <a:lnTo>
                  <a:pt x="89478" y="409900"/>
                </a:lnTo>
                <a:lnTo>
                  <a:pt x="141269" y="439883"/>
                </a:lnTo>
                <a:lnTo>
                  <a:pt x="198772" y="455253"/>
                </a:lnTo>
                <a:lnTo>
                  <a:pt x="228600" y="457200"/>
                </a:lnTo>
                <a:lnTo>
                  <a:pt x="2103120" y="457200"/>
                </a:lnTo>
                <a:lnTo>
                  <a:pt x="2162249" y="449459"/>
                </a:lnTo>
                <a:lnTo>
                  <a:pt x="2217597" y="426593"/>
                </a:lnTo>
                <a:lnTo>
                  <a:pt x="2264757" y="390236"/>
                </a:lnTo>
                <a:lnTo>
                  <a:pt x="2301125" y="343077"/>
                </a:lnTo>
                <a:lnTo>
                  <a:pt x="2323980" y="287724"/>
                </a:lnTo>
                <a:lnTo>
                  <a:pt x="2331720" y="228600"/>
                </a:lnTo>
                <a:lnTo>
                  <a:pt x="2329773" y="198766"/>
                </a:lnTo>
                <a:lnTo>
                  <a:pt x="2314408" y="141267"/>
                </a:lnTo>
                <a:lnTo>
                  <a:pt x="2284425" y="89473"/>
                </a:lnTo>
                <a:lnTo>
                  <a:pt x="2242391" y="47297"/>
                </a:lnTo>
                <a:lnTo>
                  <a:pt x="2190600" y="17311"/>
                </a:lnTo>
                <a:lnTo>
                  <a:pt x="2132953" y="1946"/>
                </a:lnTo>
                <a:lnTo>
                  <a:pt x="2103120" y="0"/>
                </a:lnTo>
                <a:close/>
              </a:path>
            </a:pathLst>
          </a:custGeom>
          <a:solidFill>
            <a:srgbClr val="49090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1815020" y="4296143"/>
            <a:ext cx="346710" cy="1854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50" b="1" spc="-2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Tokyo</a:t>
            </a:r>
            <a:endParaRPr sz="105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3337559" y="4160164"/>
            <a:ext cx="2331720" cy="457200"/>
          </a:xfrm>
          <a:custGeom>
            <a:avLst/>
            <a:gdLst/>
            <a:ahLst/>
            <a:cxnLst/>
            <a:rect l="l" t="t" r="r" b="b"/>
            <a:pathLst>
              <a:path w="2331720" h="457200">
                <a:moveTo>
                  <a:pt x="2103119" y="0"/>
                </a:moveTo>
                <a:lnTo>
                  <a:pt x="228600" y="0"/>
                </a:lnTo>
                <a:lnTo>
                  <a:pt x="198772" y="1946"/>
                </a:lnTo>
                <a:lnTo>
                  <a:pt x="141269" y="17311"/>
                </a:lnTo>
                <a:lnTo>
                  <a:pt x="89478" y="47297"/>
                </a:lnTo>
                <a:lnTo>
                  <a:pt x="47299" y="89473"/>
                </a:lnTo>
                <a:lnTo>
                  <a:pt x="17311" y="141267"/>
                </a:lnTo>
                <a:lnTo>
                  <a:pt x="1946" y="198766"/>
                </a:lnTo>
                <a:lnTo>
                  <a:pt x="0" y="228600"/>
                </a:lnTo>
                <a:lnTo>
                  <a:pt x="1946" y="258431"/>
                </a:lnTo>
                <a:lnTo>
                  <a:pt x="17311" y="316075"/>
                </a:lnTo>
                <a:lnTo>
                  <a:pt x="47299" y="367871"/>
                </a:lnTo>
                <a:lnTo>
                  <a:pt x="89478" y="409900"/>
                </a:lnTo>
                <a:lnTo>
                  <a:pt x="141269" y="439883"/>
                </a:lnTo>
                <a:lnTo>
                  <a:pt x="198772" y="455253"/>
                </a:lnTo>
                <a:lnTo>
                  <a:pt x="228600" y="457200"/>
                </a:lnTo>
                <a:lnTo>
                  <a:pt x="2103119" y="457200"/>
                </a:lnTo>
                <a:lnTo>
                  <a:pt x="2162249" y="449459"/>
                </a:lnTo>
                <a:lnTo>
                  <a:pt x="2217597" y="426593"/>
                </a:lnTo>
                <a:lnTo>
                  <a:pt x="2264757" y="390236"/>
                </a:lnTo>
                <a:lnTo>
                  <a:pt x="2301125" y="343077"/>
                </a:lnTo>
                <a:lnTo>
                  <a:pt x="2323980" y="287724"/>
                </a:lnTo>
                <a:lnTo>
                  <a:pt x="2331719" y="228600"/>
                </a:lnTo>
                <a:lnTo>
                  <a:pt x="2329773" y="198766"/>
                </a:lnTo>
                <a:lnTo>
                  <a:pt x="2314408" y="141267"/>
                </a:lnTo>
                <a:lnTo>
                  <a:pt x="2284425" y="89473"/>
                </a:lnTo>
                <a:lnTo>
                  <a:pt x="2242391" y="47297"/>
                </a:lnTo>
                <a:lnTo>
                  <a:pt x="2190600" y="17311"/>
                </a:lnTo>
                <a:lnTo>
                  <a:pt x="2132953" y="1946"/>
                </a:lnTo>
                <a:lnTo>
                  <a:pt x="2103119" y="0"/>
                </a:lnTo>
                <a:close/>
              </a:path>
            </a:pathLst>
          </a:custGeom>
          <a:solidFill>
            <a:srgbClr val="49090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4242143" y="4296143"/>
            <a:ext cx="522605" cy="1854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50" b="1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Santorini</a:t>
            </a:r>
            <a:endParaRPr sz="105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822960" y="4754524"/>
            <a:ext cx="2331720" cy="457200"/>
          </a:xfrm>
          <a:custGeom>
            <a:avLst/>
            <a:gdLst/>
            <a:ahLst/>
            <a:cxnLst/>
            <a:rect l="l" t="t" r="r" b="b"/>
            <a:pathLst>
              <a:path w="2331720" h="457200">
                <a:moveTo>
                  <a:pt x="2103120" y="0"/>
                </a:moveTo>
                <a:lnTo>
                  <a:pt x="228600" y="0"/>
                </a:lnTo>
                <a:lnTo>
                  <a:pt x="198766" y="1946"/>
                </a:lnTo>
                <a:lnTo>
                  <a:pt x="141119" y="17311"/>
                </a:lnTo>
                <a:lnTo>
                  <a:pt x="89328" y="47297"/>
                </a:lnTo>
                <a:lnTo>
                  <a:pt x="47294" y="89473"/>
                </a:lnTo>
                <a:lnTo>
                  <a:pt x="17311" y="141267"/>
                </a:lnTo>
                <a:lnTo>
                  <a:pt x="1946" y="198766"/>
                </a:lnTo>
                <a:lnTo>
                  <a:pt x="0" y="228600"/>
                </a:lnTo>
                <a:lnTo>
                  <a:pt x="1946" y="258431"/>
                </a:lnTo>
                <a:lnTo>
                  <a:pt x="17311" y="316075"/>
                </a:lnTo>
                <a:lnTo>
                  <a:pt x="47299" y="367871"/>
                </a:lnTo>
                <a:lnTo>
                  <a:pt x="89478" y="409900"/>
                </a:lnTo>
                <a:lnTo>
                  <a:pt x="141269" y="439883"/>
                </a:lnTo>
                <a:lnTo>
                  <a:pt x="198772" y="455253"/>
                </a:lnTo>
                <a:lnTo>
                  <a:pt x="228600" y="457200"/>
                </a:lnTo>
                <a:lnTo>
                  <a:pt x="2103120" y="457200"/>
                </a:lnTo>
                <a:lnTo>
                  <a:pt x="2162249" y="449459"/>
                </a:lnTo>
                <a:lnTo>
                  <a:pt x="2217597" y="426592"/>
                </a:lnTo>
                <a:lnTo>
                  <a:pt x="2264757" y="390236"/>
                </a:lnTo>
                <a:lnTo>
                  <a:pt x="2301125" y="343077"/>
                </a:lnTo>
                <a:lnTo>
                  <a:pt x="2323980" y="287724"/>
                </a:lnTo>
                <a:lnTo>
                  <a:pt x="2331720" y="228600"/>
                </a:lnTo>
                <a:lnTo>
                  <a:pt x="2329773" y="198766"/>
                </a:lnTo>
                <a:lnTo>
                  <a:pt x="2314408" y="141267"/>
                </a:lnTo>
                <a:lnTo>
                  <a:pt x="2284425" y="89473"/>
                </a:lnTo>
                <a:lnTo>
                  <a:pt x="2242391" y="47297"/>
                </a:lnTo>
                <a:lnTo>
                  <a:pt x="2190600" y="17311"/>
                </a:lnTo>
                <a:lnTo>
                  <a:pt x="2132953" y="1946"/>
                </a:lnTo>
                <a:lnTo>
                  <a:pt x="2103120" y="0"/>
                </a:lnTo>
                <a:close/>
              </a:path>
            </a:pathLst>
          </a:custGeom>
          <a:solidFill>
            <a:srgbClr val="49090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1803501" y="4890503"/>
            <a:ext cx="369570" cy="1854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50" b="1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Kerala</a:t>
            </a:r>
            <a:endParaRPr sz="105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3337559" y="4754524"/>
            <a:ext cx="2331720" cy="457200"/>
          </a:xfrm>
          <a:custGeom>
            <a:avLst/>
            <a:gdLst/>
            <a:ahLst/>
            <a:cxnLst/>
            <a:rect l="l" t="t" r="r" b="b"/>
            <a:pathLst>
              <a:path w="2331720" h="457200">
                <a:moveTo>
                  <a:pt x="2103119" y="0"/>
                </a:moveTo>
                <a:lnTo>
                  <a:pt x="228600" y="0"/>
                </a:lnTo>
                <a:lnTo>
                  <a:pt x="198772" y="1946"/>
                </a:lnTo>
                <a:lnTo>
                  <a:pt x="141269" y="17311"/>
                </a:lnTo>
                <a:lnTo>
                  <a:pt x="89478" y="47297"/>
                </a:lnTo>
                <a:lnTo>
                  <a:pt x="47299" y="89473"/>
                </a:lnTo>
                <a:lnTo>
                  <a:pt x="17311" y="141267"/>
                </a:lnTo>
                <a:lnTo>
                  <a:pt x="1946" y="198766"/>
                </a:lnTo>
                <a:lnTo>
                  <a:pt x="0" y="228600"/>
                </a:lnTo>
                <a:lnTo>
                  <a:pt x="1946" y="258431"/>
                </a:lnTo>
                <a:lnTo>
                  <a:pt x="17311" y="316075"/>
                </a:lnTo>
                <a:lnTo>
                  <a:pt x="47299" y="367871"/>
                </a:lnTo>
                <a:lnTo>
                  <a:pt x="89478" y="409900"/>
                </a:lnTo>
                <a:lnTo>
                  <a:pt x="141269" y="439883"/>
                </a:lnTo>
                <a:lnTo>
                  <a:pt x="198772" y="455253"/>
                </a:lnTo>
                <a:lnTo>
                  <a:pt x="228600" y="457200"/>
                </a:lnTo>
                <a:lnTo>
                  <a:pt x="2103119" y="457200"/>
                </a:lnTo>
                <a:lnTo>
                  <a:pt x="2162249" y="449459"/>
                </a:lnTo>
                <a:lnTo>
                  <a:pt x="2217597" y="426592"/>
                </a:lnTo>
                <a:lnTo>
                  <a:pt x="2264757" y="390236"/>
                </a:lnTo>
                <a:lnTo>
                  <a:pt x="2301125" y="343077"/>
                </a:lnTo>
                <a:lnTo>
                  <a:pt x="2323980" y="287724"/>
                </a:lnTo>
                <a:lnTo>
                  <a:pt x="2331719" y="228600"/>
                </a:lnTo>
                <a:lnTo>
                  <a:pt x="2329773" y="198766"/>
                </a:lnTo>
                <a:lnTo>
                  <a:pt x="2314408" y="141267"/>
                </a:lnTo>
                <a:lnTo>
                  <a:pt x="2284425" y="89473"/>
                </a:lnTo>
                <a:lnTo>
                  <a:pt x="2242391" y="47297"/>
                </a:lnTo>
                <a:lnTo>
                  <a:pt x="2190600" y="17311"/>
                </a:lnTo>
                <a:lnTo>
                  <a:pt x="2132953" y="1946"/>
                </a:lnTo>
                <a:lnTo>
                  <a:pt x="2103119" y="0"/>
                </a:lnTo>
                <a:close/>
              </a:path>
            </a:pathLst>
          </a:custGeom>
          <a:solidFill>
            <a:srgbClr val="49090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 txBox="1"/>
          <p:nvPr/>
        </p:nvSpPr>
        <p:spPr>
          <a:xfrm>
            <a:off x="4266260" y="4890503"/>
            <a:ext cx="471805" cy="1854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50" b="1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Chennai</a:t>
            </a:r>
            <a:endParaRPr sz="105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6217196" y="1690916"/>
            <a:ext cx="5395595" cy="4481195"/>
          </a:xfrm>
          <a:custGeom>
            <a:avLst/>
            <a:gdLst/>
            <a:ahLst/>
            <a:cxnLst/>
            <a:rect l="l" t="t" r="r" b="b"/>
            <a:pathLst>
              <a:path w="5395595" h="4481195">
                <a:moveTo>
                  <a:pt x="368" y="82448"/>
                </a:moveTo>
                <a:lnTo>
                  <a:pt x="1097" y="71680"/>
                </a:lnTo>
                <a:lnTo>
                  <a:pt x="3243" y="61115"/>
                </a:lnTo>
                <a:lnTo>
                  <a:pt x="24569" y="24258"/>
                </a:lnTo>
                <a:lnTo>
                  <a:pt x="61293" y="2881"/>
                </a:lnTo>
                <a:lnTo>
                  <a:pt x="82803" y="0"/>
                </a:lnTo>
                <a:lnTo>
                  <a:pt x="5312879" y="368"/>
                </a:lnTo>
                <a:lnTo>
                  <a:pt x="5353926" y="11518"/>
                </a:lnTo>
                <a:lnTo>
                  <a:pt x="5384165" y="41402"/>
                </a:lnTo>
                <a:lnTo>
                  <a:pt x="5395328" y="82804"/>
                </a:lnTo>
                <a:lnTo>
                  <a:pt x="5395328" y="4398479"/>
                </a:lnTo>
                <a:lnTo>
                  <a:pt x="5394596" y="4409247"/>
                </a:lnTo>
                <a:lnTo>
                  <a:pt x="5392446" y="4419812"/>
                </a:lnTo>
                <a:lnTo>
                  <a:pt x="5371114" y="4456669"/>
                </a:lnTo>
                <a:lnTo>
                  <a:pt x="5334395" y="4478046"/>
                </a:lnTo>
                <a:lnTo>
                  <a:pt x="5312879" y="4480928"/>
                </a:lnTo>
                <a:lnTo>
                  <a:pt x="82448" y="4480928"/>
                </a:lnTo>
                <a:lnTo>
                  <a:pt x="41401" y="4469765"/>
                </a:lnTo>
                <a:lnTo>
                  <a:pt x="11163" y="4439881"/>
                </a:lnTo>
                <a:lnTo>
                  <a:pt x="0" y="4398479"/>
                </a:lnTo>
                <a:lnTo>
                  <a:pt x="368" y="82448"/>
                </a:lnTo>
                <a:close/>
              </a:path>
            </a:pathLst>
          </a:custGeom>
          <a:ln w="12599">
            <a:solidFill>
              <a:srgbClr val="E5D7C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 txBox="1"/>
          <p:nvPr/>
        </p:nvSpPr>
        <p:spPr>
          <a:xfrm>
            <a:off x="6479184" y="1922310"/>
            <a:ext cx="221170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solidFill>
                  <a:srgbClr val="8A1919"/>
                </a:solidFill>
                <a:latin typeface="Times New Roman" panose="02020603050405020304"/>
                <a:cs typeface="Times New Roman" panose="02020603050405020304"/>
              </a:rPr>
              <a:t>Explore</a:t>
            </a:r>
            <a:r>
              <a:rPr sz="1600" b="1" spc="15" dirty="0">
                <a:solidFill>
                  <a:srgbClr val="8A1919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dirty="0">
                <a:solidFill>
                  <a:srgbClr val="8A1919"/>
                </a:solidFill>
                <a:latin typeface="Times New Roman" panose="02020603050405020304"/>
                <a:cs typeface="Times New Roman" panose="02020603050405020304"/>
              </a:rPr>
              <a:t>Through</a:t>
            </a:r>
            <a:r>
              <a:rPr sz="1600" b="1" spc="10" dirty="0">
                <a:solidFill>
                  <a:srgbClr val="8A1919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10" dirty="0">
                <a:solidFill>
                  <a:srgbClr val="8A1919"/>
                </a:solidFill>
                <a:latin typeface="Times New Roman" panose="02020603050405020304"/>
                <a:cs typeface="Times New Roman" panose="02020603050405020304"/>
              </a:rPr>
              <a:t>Photos</a:t>
            </a:r>
            <a:endParaRPr sz="1600">
              <a:latin typeface="Times New Roman" panose="02020603050405020304"/>
              <a:cs typeface="Times New Roman" panose="02020603050405020304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6949084" y="2331364"/>
            <a:ext cx="3338195" cy="1336040"/>
            <a:chOff x="6949084" y="2331364"/>
            <a:chExt cx="3338195" cy="1336040"/>
          </a:xfrm>
        </p:grpSpPr>
        <p:sp>
          <p:nvSpPr>
            <p:cNvPr id="31" name="object 31"/>
            <p:cNvSpPr/>
            <p:nvPr/>
          </p:nvSpPr>
          <p:spPr>
            <a:xfrm>
              <a:off x="6949084" y="2514244"/>
              <a:ext cx="594995" cy="594995"/>
            </a:xfrm>
            <a:custGeom>
              <a:avLst/>
              <a:gdLst/>
              <a:ahLst/>
              <a:cxnLst/>
              <a:rect l="l" t="t" r="r" b="b"/>
              <a:pathLst>
                <a:path w="594995" h="594994">
                  <a:moveTo>
                    <a:pt x="38150" y="0"/>
                  </a:moveTo>
                  <a:lnTo>
                    <a:pt x="6476" y="23037"/>
                  </a:lnTo>
                  <a:lnTo>
                    <a:pt x="2514" y="29870"/>
                  </a:lnTo>
                  <a:lnTo>
                    <a:pt x="355" y="37795"/>
                  </a:lnTo>
                  <a:lnTo>
                    <a:pt x="0" y="556920"/>
                  </a:lnTo>
                  <a:lnTo>
                    <a:pt x="2158" y="564832"/>
                  </a:lnTo>
                  <a:lnTo>
                    <a:pt x="6121" y="572033"/>
                  </a:lnTo>
                  <a:lnTo>
                    <a:pt x="10071" y="578878"/>
                  </a:lnTo>
                  <a:lnTo>
                    <a:pt x="15836" y="584631"/>
                  </a:lnTo>
                  <a:lnTo>
                    <a:pt x="23037" y="588594"/>
                  </a:lnTo>
                  <a:lnTo>
                    <a:pt x="29870" y="592556"/>
                  </a:lnTo>
                  <a:lnTo>
                    <a:pt x="37795" y="594715"/>
                  </a:lnTo>
                  <a:lnTo>
                    <a:pt x="556920" y="594715"/>
                  </a:lnTo>
                  <a:lnTo>
                    <a:pt x="588594" y="571677"/>
                  </a:lnTo>
                  <a:lnTo>
                    <a:pt x="592556" y="564832"/>
                  </a:lnTo>
                  <a:lnTo>
                    <a:pt x="594715" y="556920"/>
                  </a:lnTo>
                  <a:lnTo>
                    <a:pt x="594618" y="37795"/>
                  </a:lnTo>
                  <a:lnTo>
                    <a:pt x="592556" y="30238"/>
                  </a:lnTo>
                  <a:lnTo>
                    <a:pt x="588594" y="23037"/>
                  </a:lnTo>
                  <a:lnTo>
                    <a:pt x="584631" y="16192"/>
                  </a:lnTo>
                  <a:lnTo>
                    <a:pt x="578878" y="10439"/>
                  </a:lnTo>
                  <a:lnTo>
                    <a:pt x="571677" y="6477"/>
                  </a:lnTo>
                  <a:lnTo>
                    <a:pt x="564832" y="2514"/>
                  </a:lnTo>
                  <a:lnTo>
                    <a:pt x="556920" y="355"/>
                  </a:lnTo>
                  <a:lnTo>
                    <a:pt x="38150" y="0"/>
                  </a:lnTo>
                  <a:close/>
                </a:path>
              </a:pathLst>
            </a:custGeom>
            <a:solidFill>
              <a:srgbClr val="8A191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7634884" y="2331364"/>
              <a:ext cx="594995" cy="594995"/>
            </a:xfrm>
            <a:custGeom>
              <a:avLst/>
              <a:gdLst/>
              <a:ahLst/>
              <a:cxnLst/>
              <a:rect l="l" t="t" r="r" b="b"/>
              <a:pathLst>
                <a:path w="594995" h="594994">
                  <a:moveTo>
                    <a:pt x="38150" y="0"/>
                  </a:moveTo>
                  <a:lnTo>
                    <a:pt x="6476" y="23037"/>
                  </a:lnTo>
                  <a:lnTo>
                    <a:pt x="2514" y="29870"/>
                  </a:lnTo>
                  <a:lnTo>
                    <a:pt x="355" y="37795"/>
                  </a:lnTo>
                  <a:lnTo>
                    <a:pt x="0" y="556920"/>
                  </a:lnTo>
                  <a:lnTo>
                    <a:pt x="2158" y="564832"/>
                  </a:lnTo>
                  <a:lnTo>
                    <a:pt x="6121" y="572033"/>
                  </a:lnTo>
                  <a:lnTo>
                    <a:pt x="10071" y="578878"/>
                  </a:lnTo>
                  <a:lnTo>
                    <a:pt x="15836" y="584631"/>
                  </a:lnTo>
                  <a:lnTo>
                    <a:pt x="23037" y="588594"/>
                  </a:lnTo>
                  <a:lnTo>
                    <a:pt x="29870" y="592556"/>
                  </a:lnTo>
                  <a:lnTo>
                    <a:pt x="37795" y="594715"/>
                  </a:lnTo>
                  <a:lnTo>
                    <a:pt x="556920" y="594715"/>
                  </a:lnTo>
                  <a:lnTo>
                    <a:pt x="588594" y="571677"/>
                  </a:lnTo>
                  <a:lnTo>
                    <a:pt x="592556" y="564832"/>
                  </a:lnTo>
                  <a:lnTo>
                    <a:pt x="594715" y="556920"/>
                  </a:lnTo>
                  <a:lnTo>
                    <a:pt x="594618" y="37795"/>
                  </a:lnTo>
                  <a:lnTo>
                    <a:pt x="592556" y="30238"/>
                  </a:lnTo>
                  <a:lnTo>
                    <a:pt x="588594" y="23037"/>
                  </a:lnTo>
                  <a:lnTo>
                    <a:pt x="584631" y="16192"/>
                  </a:lnTo>
                  <a:lnTo>
                    <a:pt x="578878" y="10439"/>
                  </a:lnTo>
                  <a:lnTo>
                    <a:pt x="571677" y="6476"/>
                  </a:lnTo>
                  <a:lnTo>
                    <a:pt x="564832" y="2514"/>
                  </a:lnTo>
                  <a:lnTo>
                    <a:pt x="556920" y="355"/>
                  </a:lnTo>
                  <a:lnTo>
                    <a:pt x="38150" y="0"/>
                  </a:lnTo>
                  <a:close/>
                </a:path>
              </a:pathLst>
            </a:custGeom>
            <a:solidFill>
              <a:srgbClr val="0E756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8320684" y="2514244"/>
              <a:ext cx="594995" cy="594995"/>
            </a:xfrm>
            <a:custGeom>
              <a:avLst/>
              <a:gdLst/>
              <a:ahLst/>
              <a:cxnLst/>
              <a:rect l="l" t="t" r="r" b="b"/>
              <a:pathLst>
                <a:path w="594995" h="594994">
                  <a:moveTo>
                    <a:pt x="38150" y="0"/>
                  </a:moveTo>
                  <a:lnTo>
                    <a:pt x="6476" y="23037"/>
                  </a:lnTo>
                  <a:lnTo>
                    <a:pt x="2514" y="29870"/>
                  </a:lnTo>
                  <a:lnTo>
                    <a:pt x="355" y="37795"/>
                  </a:lnTo>
                  <a:lnTo>
                    <a:pt x="0" y="556920"/>
                  </a:lnTo>
                  <a:lnTo>
                    <a:pt x="2158" y="564832"/>
                  </a:lnTo>
                  <a:lnTo>
                    <a:pt x="6121" y="572033"/>
                  </a:lnTo>
                  <a:lnTo>
                    <a:pt x="10071" y="578878"/>
                  </a:lnTo>
                  <a:lnTo>
                    <a:pt x="15836" y="584631"/>
                  </a:lnTo>
                  <a:lnTo>
                    <a:pt x="23037" y="588594"/>
                  </a:lnTo>
                  <a:lnTo>
                    <a:pt x="29870" y="592556"/>
                  </a:lnTo>
                  <a:lnTo>
                    <a:pt x="37795" y="594715"/>
                  </a:lnTo>
                  <a:lnTo>
                    <a:pt x="556920" y="594715"/>
                  </a:lnTo>
                  <a:lnTo>
                    <a:pt x="588594" y="571677"/>
                  </a:lnTo>
                  <a:lnTo>
                    <a:pt x="592556" y="564832"/>
                  </a:lnTo>
                  <a:lnTo>
                    <a:pt x="594715" y="556920"/>
                  </a:lnTo>
                  <a:lnTo>
                    <a:pt x="594618" y="37795"/>
                  </a:lnTo>
                  <a:lnTo>
                    <a:pt x="592556" y="30238"/>
                  </a:lnTo>
                  <a:lnTo>
                    <a:pt x="588594" y="23037"/>
                  </a:lnTo>
                  <a:lnTo>
                    <a:pt x="584631" y="16192"/>
                  </a:lnTo>
                  <a:lnTo>
                    <a:pt x="578878" y="10439"/>
                  </a:lnTo>
                  <a:lnTo>
                    <a:pt x="571677" y="6477"/>
                  </a:lnTo>
                  <a:lnTo>
                    <a:pt x="564832" y="2514"/>
                  </a:lnTo>
                  <a:lnTo>
                    <a:pt x="556920" y="355"/>
                  </a:lnTo>
                  <a:lnTo>
                    <a:pt x="38150" y="0"/>
                  </a:lnTo>
                  <a:close/>
                </a:path>
              </a:pathLst>
            </a:custGeom>
            <a:solidFill>
              <a:srgbClr val="E7B82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9006484" y="2331364"/>
              <a:ext cx="594995" cy="594995"/>
            </a:xfrm>
            <a:custGeom>
              <a:avLst/>
              <a:gdLst/>
              <a:ahLst/>
              <a:cxnLst/>
              <a:rect l="l" t="t" r="r" b="b"/>
              <a:pathLst>
                <a:path w="594995" h="594994">
                  <a:moveTo>
                    <a:pt x="38150" y="0"/>
                  </a:moveTo>
                  <a:lnTo>
                    <a:pt x="6476" y="23037"/>
                  </a:lnTo>
                  <a:lnTo>
                    <a:pt x="2514" y="29870"/>
                  </a:lnTo>
                  <a:lnTo>
                    <a:pt x="355" y="37795"/>
                  </a:lnTo>
                  <a:lnTo>
                    <a:pt x="0" y="556920"/>
                  </a:lnTo>
                  <a:lnTo>
                    <a:pt x="2158" y="564832"/>
                  </a:lnTo>
                  <a:lnTo>
                    <a:pt x="6121" y="572033"/>
                  </a:lnTo>
                  <a:lnTo>
                    <a:pt x="10071" y="578878"/>
                  </a:lnTo>
                  <a:lnTo>
                    <a:pt x="15836" y="584631"/>
                  </a:lnTo>
                  <a:lnTo>
                    <a:pt x="23037" y="588594"/>
                  </a:lnTo>
                  <a:lnTo>
                    <a:pt x="29870" y="592556"/>
                  </a:lnTo>
                  <a:lnTo>
                    <a:pt x="37795" y="594715"/>
                  </a:lnTo>
                  <a:lnTo>
                    <a:pt x="556920" y="594715"/>
                  </a:lnTo>
                  <a:lnTo>
                    <a:pt x="588594" y="571677"/>
                  </a:lnTo>
                  <a:lnTo>
                    <a:pt x="592556" y="564832"/>
                  </a:lnTo>
                  <a:lnTo>
                    <a:pt x="594715" y="556920"/>
                  </a:lnTo>
                  <a:lnTo>
                    <a:pt x="594618" y="37795"/>
                  </a:lnTo>
                  <a:lnTo>
                    <a:pt x="592556" y="30238"/>
                  </a:lnTo>
                  <a:lnTo>
                    <a:pt x="588594" y="23037"/>
                  </a:lnTo>
                  <a:lnTo>
                    <a:pt x="584631" y="16192"/>
                  </a:lnTo>
                  <a:lnTo>
                    <a:pt x="578878" y="10439"/>
                  </a:lnTo>
                  <a:lnTo>
                    <a:pt x="571677" y="6476"/>
                  </a:lnTo>
                  <a:lnTo>
                    <a:pt x="564832" y="2514"/>
                  </a:lnTo>
                  <a:lnTo>
                    <a:pt x="556920" y="355"/>
                  </a:lnTo>
                  <a:lnTo>
                    <a:pt x="38150" y="0"/>
                  </a:lnTo>
                  <a:close/>
                </a:path>
              </a:pathLst>
            </a:custGeom>
            <a:solidFill>
              <a:srgbClr val="6A0E0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9692284" y="2514244"/>
              <a:ext cx="594995" cy="594995"/>
            </a:xfrm>
            <a:custGeom>
              <a:avLst/>
              <a:gdLst/>
              <a:ahLst/>
              <a:cxnLst/>
              <a:rect l="l" t="t" r="r" b="b"/>
              <a:pathLst>
                <a:path w="594995" h="594994">
                  <a:moveTo>
                    <a:pt x="38150" y="0"/>
                  </a:moveTo>
                  <a:lnTo>
                    <a:pt x="6476" y="23037"/>
                  </a:lnTo>
                  <a:lnTo>
                    <a:pt x="2514" y="29870"/>
                  </a:lnTo>
                  <a:lnTo>
                    <a:pt x="355" y="37795"/>
                  </a:lnTo>
                  <a:lnTo>
                    <a:pt x="0" y="556920"/>
                  </a:lnTo>
                  <a:lnTo>
                    <a:pt x="2158" y="564832"/>
                  </a:lnTo>
                  <a:lnTo>
                    <a:pt x="6121" y="572033"/>
                  </a:lnTo>
                  <a:lnTo>
                    <a:pt x="10071" y="578878"/>
                  </a:lnTo>
                  <a:lnTo>
                    <a:pt x="15836" y="584631"/>
                  </a:lnTo>
                  <a:lnTo>
                    <a:pt x="23037" y="588594"/>
                  </a:lnTo>
                  <a:lnTo>
                    <a:pt x="29870" y="592556"/>
                  </a:lnTo>
                  <a:lnTo>
                    <a:pt x="37795" y="594715"/>
                  </a:lnTo>
                  <a:lnTo>
                    <a:pt x="556920" y="594715"/>
                  </a:lnTo>
                  <a:lnTo>
                    <a:pt x="588594" y="571677"/>
                  </a:lnTo>
                  <a:lnTo>
                    <a:pt x="592556" y="564832"/>
                  </a:lnTo>
                  <a:lnTo>
                    <a:pt x="594715" y="556920"/>
                  </a:lnTo>
                  <a:lnTo>
                    <a:pt x="594618" y="37795"/>
                  </a:lnTo>
                  <a:lnTo>
                    <a:pt x="592556" y="30238"/>
                  </a:lnTo>
                  <a:lnTo>
                    <a:pt x="588594" y="23037"/>
                  </a:lnTo>
                  <a:lnTo>
                    <a:pt x="584631" y="16192"/>
                  </a:lnTo>
                  <a:lnTo>
                    <a:pt x="578878" y="10439"/>
                  </a:lnTo>
                  <a:lnTo>
                    <a:pt x="571677" y="6477"/>
                  </a:lnTo>
                  <a:lnTo>
                    <a:pt x="564832" y="2514"/>
                  </a:lnTo>
                  <a:lnTo>
                    <a:pt x="556920" y="355"/>
                  </a:lnTo>
                  <a:lnTo>
                    <a:pt x="38150" y="0"/>
                  </a:lnTo>
                  <a:close/>
                </a:path>
              </a:pathLst>
            </a:custGeom>
            <a:solidFill>
              <a:srgbClr val="8A191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7287475" y="3062884"/>
              <a:ext cx="594995" cy="594995"/>
            </a:xfrm>
            <a:custGeom>
              <a:avLst/>
              <a:gdLst/>
              <a:ahLst/>
              <a:cxnLst/>
              <a:rect l="l" t="t" r="r" b="b"/>
              <a:pathLst>
                <a:path w="594995" h="594995">
                  <a:moveTo>
                    <a:pt x="38163" y="0"/>
                  </a:moveTo>
                  <a:lnTo>
                    <a:pt x="6489" y="23037"/>
                  </a:lnTo>
                  <a:lnTo>
                    <a:pt x="2527" y="29870"/>
                  </a:lnTo>
                  <a:lnTo>
                    <a:pt x="368" y="37795"/>
                  </a:lnTo>
                  <a:lnTo>
                    <a:pt x="0" y="556920"/>
                  </a:lnTo>
                  <a:lnTo>
                    <a:pt x="2158" y="564832"/>
                  </a:lnTo>
                  <a:lnTo>
                    <a:pt x="6121" y="572033"/>
                  </a:lnTo>
                  <a:lnTo>
                    <a:pt x="10083" y="578878"/>
                  </a:lnTo>
                  <a:lnTo>
                    <a:pt x="15849" y="584631"/>
                  </a:lnTo>
                  <a:lnTo>
                    <a:pt x="23037" y="588594"/>
                  </a:lnTo>
                  <a:lnTo>
                    <a:pt x="29883" y="592556"/>
                  </a:lnTo>
                  <a:lnTo>
                    <a:pt x="37807" y="594715"/>
                  </a:lnTo>
                  <a:lnTo>
                    <a:pt x="556920" y="594715"/>
                  </a:lnTo>
                  <a:lnTo>
                    <a:pt x="588606" y="571677"/>
                  </a:lnTo>
                  <a:lnTo>
                    <a:pt x="592569" y="564832"/>
                  </a:lnTo>
                  <a:lnTo>
                    <a:pt x="594728" y="556920"/>
                  </a:lnTo>
                  <a:lnTo>
                    <a:pt x="594631" y="37795"/>
                  </a:lnTo>
                  <a:lnTo>
                    <a:pt x="592569" y="30238"/>
                  </a:lnTo>
                  <a:lnTo>
                    <a:pt x="588606" y="23037"/>
                  </a:lnTo>
                  <a:lnTo>
                    <a:pt x="584644" y="16192"/>
                  </a:lnTo>
                  <a:lnTo>
                    <a:pt x="578878" y="10439"/>
                  </a:lnTo>
                  <a:lnTo>
                    <a:pt x="571677" y="6476"/>
                  </a:lnTo>
                  <a:lnTo>
                    <a:pt x="564845" y="2514"/>
                  </a:lnTo>
                  <a:lnTo>
                    <a:pt x="556920" y="355"/>
                  </a:lnTo>
                  <a:lnTo>
                    <a:pt x="38163" y="0"/>
                  </a:lnTo>
                  <a:close/>
                </a:path>
              </a:pathLst>
            </a:custGeom>
            <a:solidFill>
              <a:srgbClr val="0E756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7287475" y="3062884"/>
              <a:ext cx="594995" cy="594995"/>
            </a:xfrm>
            <a:custGeom>
              <a:avLst/>
              <a:gdLst/>
              <a:ahLst/>
              <a:cxnLst/>
              <a:rect l="l" t="t" r="r" b="b"/>
              <a:pathLst>
                <a:path w="594995" h="594995">
                  <a:moveTo>
                    <a:pt x="368" y="45719"/>
                  </a:moveTo>
                  <a:lnTo>
                    <a:pt x="368" y="37795"/>
                  </a:lnTo>
                  <a:lnTo>
                    <a:pt x="2527" y="29870"/>
                  </a:lnTo>
                  <a:lnTo>
                    <a:pt x="6489" y="23037"/>
                  </a:lnTo>
                  <a:lnTo>
                    <a:pt x="10439" y="15836"/>
                  </a:lnTo>
                  <a:lnTo>
                    <a:pt x="16205" y="10071"/>
                  </a:lnTo>
                  <a:lnTo>
                    <a:pt x="23037" y="6121"/>
                  </a:lnTo>
                  <a:lnTo>
                    <a:pt x="30238" y="2158"/>
                  </a:lnTo>
                  <a:lnTo>
                    <a:pt x="38163" y="0"/>
                  </a:lnTo>
                  <a:lnTo>
                    <a:pt x="46088" y="0"/>
                  </a:lnTo>
                  <a:lnTo>
                    <a:pt x="549008" y="355"/>
                  </a:lnTo>
                  <a:lnTo>
                    <a:pt x="556920" y="355"/>
                  </a:lnTo>
                  <a:lnTo>
                    <a:pt x="564845" y="2514"/>
                  </a:lnTo>
                  <a:lnTo>
                    <a:pt x="571677" y="6476"/>
                  </a:lnTo>
                  <a:lnTo>
                    <a:pt x="578878" y="10439"/>
                  </a:lnTo>
                  <a:lnTo>
                    <a:pt x="584644" y="16192"/>
                  </a:lnTo>
                  <a:lnTo>
                    <a:pt x="588606" y="23037"/>
                  </a:lnTo>
                  <a:lnTo>
                    <a:pt x="592569" y="30238"/>
                  </a:lnTo>
                  <a:lnTo>
                    <a:pt x="594728" y="38150"/>
                  </a:lnTo>
                  <a:lnTo>
                    <a:pt x="594728" y="46075"/>
                  </a:lnTo>
                  <a:lnTo>
                    <a:pt x="594728" y="548995"/>
                  </a:lnTo>
                  <a:lnTo>
                    <a:pt x="594728" y="556920"/>
                  </a:lnTo>
                  <a:lnTo>
                    <a:pt x="592569" y="564832"/>
                  </a:lnTo>
                  <a:lnTo>
                    <a:pt x="588606" y="571677"/>
                  </a:lnTo>
                  <a:lnTo>
                    <a:pt x="584644" y="578878"/>
                  </a:lnTo>
                  <a:lnTo>
                    <a:pt x="578878" y="584631"/>
                  </a:lnTo>
                  <a:lnTo>
                    <a:pt x="572046" y="588594"/>
                  </a:lnTo>
                  <a:lnTo>
                    <a:pt x="564845" y="592556"/>
                  </a:lnTo>
                  <a:lnTo>
                    <a:pt x="556920" y="594715"/>
                  </a:lnTo>
                  <a:lnTo>
                    <a:pt x="549008" y="594715"/>
                  </a:lnTo>
                  <a:lnTo>
                    <a:pt x="45720" y="594715"/>
                  </a:lnTo>
                  <a:lnTo>
                    <a:pt x="37807" y="594715"/>
                  </a:lnTo>
                  <a:lnTo>
                    <a:pt x="29883" y="592556"/>
                  </a:lnTo>
                  <a:lnTo>
                    <a:pt x="23037" y="588594"/>
                  </a:lnTo>
                  <a:lnTo>
                    <a:pt x="15849" y="584631"/>
                  </a:lnTo>
                  <a:lnTo>
                    <a:pt x="10083" y="578878"/>
                  </a:lnTo>
                  <a:lnTo>
                    <a:pt x="6121" y="572033"/>
                  </a:lnTo>
                  <a:lnTo>
                    <a:pt x="2158" y="564832"/>
                  </a:lnTo>
                  <a:lnTo>
                    <a:pt x="0" y="556920"/>
                  </a:lnTo>
                  <a:lnTo>
                    <a:pt x="0" y="548995"/>
                  </a:lnTo>
                  <a:lnTo>
                    <a:pt x="368" y="45719"/>
                  </a:lnTo>
                  <a:close/>
                </a:path>
              </a:pathLst>
            </a:custGeom>
            <a:ln w="1907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7973275" y="2880004"/>
              <a:ext cx="594995" cy="594995"/>
            </a:xfrm>
            <a:custGeom>
              <a:avLst/>
              <a:gdLst/>
              <a:ahLst/>
              <a:cxnLst/>
              <a:rect l="l" t="t" r="r" b="b"/>
              <a:pathLst>
                <a:path w="594995" h="594995">
                  <a:moveTo>
                    <a:pt x="38163" y="0"/>
                  </a:moveTo>
                  <a:lnTo>
                    <a:pt x="6489" y="23037"/>
                  </a:lnTo>
                  <a:lnTo>
                    <a:pt x="2527" y="29870"/>
                  </a:lnTo>
                  <a:lnTo>
                    <a:pt x="368" y="37795"/>
                  </a:lnTo>
                  <a:lnTo>
                    <a:pt x="0" y="556920"/>
                  </a:lnTo>
                  <a:lnTo>
                    <a:pt x="2158" y="564832"/>
                  </a:lnTo>
                  <a:lnTo>
                    <a:pt x="6121" y="572033"/>
                  </a:lnTo>
                  <a:lnTo>
                    <a:pt x="10083" y="578878"/>
                  </a:lnTo>
                  <a:lnTo>
                    <a:pt x="15849" y="584631"/>
                  </a:lnTo>
                  <a:lnTo>
                    <a:pt x="23037" y="588594"/>
                  </a:lnTo>
                  <a:lnTo>
                    <a:pt x="29883" y="592556"/>
                  </a:lnTo>
                  <a:lnTo>
                    <a:pt x="37807" y="594715"/>
                  </a:lnTo>
                  <a:lnTo>
                    <a:pt x="556920" y="594715"/>
                  </a:lnTo>
                  <a:lnTo>
                    <a:pt x="588606" y="571677"/>
                  </a:lnTo>
                  <a:lnTo>
                    <a:pt x="592569" y="564832"/>
                  </a:lnTo>
                  <a:lnTo>
                    <a:pt x="594728" y="556920"/>
                  </a:lnTo>
                  <a:lnTo>
                    <a:pt x="594631" y="37795"/>
                  </a:lnTo>
                  <a:lnTo>
                    <a:pt x="592569" y="30238"/>
                  </a:lnTo>
                  <a:lnTo>
                    <a:pt x="588606" y="23037"/>
                  </a:lnTo>
                  <a:lnTo>
                    <a:pt x="584644" y="16192"/>
                  </a:lnTo>
                  <a:lnTo>
                    <a:pt x="578878" y="10439"/>
                  </a:lnTo>
                  <a:lnTo>
                    <a:pt x="571677" y="6476"/>
                  </a:lnTo>
                  <a:lnTo>
                    <a:pt x="564845" y="2514"/>
                  </a:lnTo>
                  <a:lnTo>
                    <a:pt x="556920" y="355"/>
                  </a:lnTo>
                  <a:lnTo>
                    <a:pt x="38163" y="0"/>
                  </a:lnTo>
                  <a:close/>
                </a:path>
              </a:pathLst>
            </a:custGeom>
            <a:solidFill>
              <a:srgbClr val="E7B82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7973275" y="2880004"/>
              <a:ext cx="594995" cy="594995"/>
            </a:xfrm>
            <a:custGeom>
              <a:avLst/>
              <a:gdLst/>
              <a:ahLst/>
              <a:cxnLst/>
              <a:rect l="l" t="t" r="r" b="b"/>
              <a:pathLst>
                <a:path w="594995" h="594995">
                  <a:moveTo>
                    <a:pt x="368" y="45720"/>
                  </a:moveTo>
                  <a:lnTo>
                    <a:pt x="368" y="37795"/>
                  </a:lnTo>
                  <a:lnTo>
                    <a:pt x="2527" y="29870"/>
                  </a:lnTo>
                  <a:lnTo>
                    <a:pt x="6489" y="23037"/>
                  </a:lnTo>
                  <a:lnTo>
                    <a:pt x="10439" y="15836"/>
                  </a:lnTo>
                  <a:lnTo>
                    <a:pt x="16205" y="10071"/>
                  </a:lnTo>
                  <a:lnTo>
                    <a:pt x="23037" y="6121"/>
                  </a:lnTo>
                  <a:lnTo>
                    <a:pt x="30238" y="2159"/>
                  </a:lnTo>
                  <a:lnTo>
                    <a:pt x="38163" y="0"/>
                  </a:lnTo>
                  <a:lnTo>
                    <a:pt x="46088" y="0"/>
                  </a:lnTo>
                  <a:lnTo>
                    <a:pt x="549008" y="355"/>
                  </a:lnTo>
                  <a:lnTo>
                    <a:pt x="556920" y="355"/>
                  </a:lnTo>
                  <a:lnTo>
                    <a:pt x="564845" y="2514"/>
                  </a:lnTo>
                  <a:lnTo>
                    <a:pt x="571677" y="6476"/>
                  </a:lnTo>
                  <a:lnTo>
                    <a:pt x="578878" y="10439"/>
                  </a:lnTo>
                  <a:lnTo>
                    <a:pt x="584644" y="16192"/>
                  </a:lnTo>
                  <a:lnTo>
                    <a:pt x="588606" y="23037"/>
                  </a:lnTo>
                  <a:lnTo>
                    <a:pt x="592569" y="30238"/>
                  </a:lnTo>
                  <a:lnTo>
                    <a:pt x="594728" y="38150"/>
                  </a:lnTo>
                  <a:lnTo>
                    <a:pt x="594728" y="46075"/>
                  </a:lnTo>
                  <a:lnTo>
                    <a:pt x="594728" y="548995"/>
                  </a:lnTo>
                  <a:lnTo>
                    <a:pt x="594728" y="556920"/>
                  </a:lnTo>
                  <a:lnTo>
                    <a:pt x="592569" y="564832"/>
                  </a:lnTo>
                  <a:lnTo>
                    <a:pt x="588606" y="571677"/>
                  </a:lnTo>
                  <a:lnTo>
                    <a:pt x="584644" y="578878"/>
                  </a:lnTo>
                  <a:lnTo>
                    <a:pt x="578878" y="584631"/>
                  </a:lnTo>
                  <a:lnTo>
                    <a:pt x="572046" y="588594"/>
                  </a:lnTo>
                  <a:lnTo>
                    <a:pt x="564845" y="592556"/>
                  </a:lnTo>
                  <a:lnTo>
                    <a:pt x="556920" y="594715"/>
                  </a:lnTo>
                  <a:lnTo>
                    <a:pt x="549008" y="594715"/>
                  </a:lnTo>
                  <a:lnTo>
                    <a:pt x="45720" y="594715"/>
                  </a:lnTo>
                  <a:lnTo>
                    <a:pt x="37807" y="594715"/>
                  </a:lnTo>
                  <a:lnTo>
                    <a:pt x="29883" y="592556"/>
                  </a:lnTo>
                  <a:lnTo>
                    <a:pt x="23037" y="588594"/>
                  </a:lnTo>
                  <a:lnTo>
                    <a:pt x="15849" y="584631"/>
                  </a:lnTo>
                  <a:lnTo>
                    <a:pt x="10083" y="578878"/>
                  </a:lnTo>
                  <a:lnTo>
                    <a:pt x="6121" y="572033"/>
                  </a:lnTo>
                  <a:lnTo>
                    <a:pt x="2158" y="564832"/>
                  </a:lnTo>
                  <a:lnTo>
                    <a:pt x="0" y="556920"/>
                  </a:lnTo>
                  <a:lnTo>
                    <a:pt x="0" y="548995"/>
                  </a:lnTo>
                  <a:lnTo>
                    <a:pt x="368" y="45720"/>
                  </a:lnTo>
                  <a:close/>
                </a:path>
              </a:pathLst>
            </a:custGeom>
            <a:ln w="1907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8659075" y="3062884"/>
              <a:ext cx="594995" cy="594995"/>
            </a:xfrm>
            <a:custGeom>
              <a:avLst/>
              <a:gdLst/>
              <a:ahLst/>
              <a:cxnLst/>
              <a:rect l="l" t="t" r="r" b="b"/>
              <a:pathLst>
                <a:path w="594995" h="594995">
                  <a:moveTo>
                    <a:pt x="38163" y="0"/>
                  </a:moveTo>
                  <a:lnTo>
                    <a:pt x="6489" y="23037"/>
                  </a:lnTo>
                  <a:lnTo>
                    <a:pt x="2527" y="29870"/>
                  </a:lnTo>
                  <a:lnTo>
                    <a:pt x="368" y="37795"/>
                  </a:lnTo>
                  <a:lnTo>
                    <a:pt x="0" y="556920"/>
                  </a:lnTo>
                  <a:lnTo>
                    <a:pt x="2158" y="564832"/>
                  </a:lnTo>
                  <a:lnTo>
                    <a:pt x="6121" y="572033"/>
                  </a:lnTo>
                  <a:lnTo>
                    <a:pt x="10083" y="578878"/>
                  </a:lnTo>
                  <a:lnTo>
                    <a:pt x="15849" y="584631"/>
                  </a:lnTo>
                  <a:lnTo>
                    <a:pt x="23037" y="588594"/>
                  </a:lnTo>
                  <a:lnTo>
                    <a:pt x="29883" y="592556"/>
                  </a:lnTo>
                  <a:lnTo>
                    <a:pt x="37807" y="594715"/>
                  </a:lnTo>
                  <a:lnTo>
                    <a:pt x="556920" y="594715"/>
                  </a:lnTo>
                  <a:lnTo>
                    <a:pt x="588606" y="571677"/>
                  </a:lnTo>
                  <a:lnTo>
                    <a:pt x="592569" y="564832"/>
                  </a:lnTo>
                  <a:lnTo>
                    <a:pt x="594728" y="556920"/>
                  </a:lnTo>
                  <a:lnTo>
                    <a:pt x="594631" y="37795"/>
                  </a:lnTo>
                  <a:lnTo>
                    <a:pt x="592569" y="30238"/>
                  </a:lnTo>
                  <a:lnTo>
                    <a:pt x="588606" y="23037"/>
                  </a:lnTo>
                  <a:lnTo>
                    <a:pt x="584644" y="16192"/>
                  </a:lnTo>
                  <a:lnTo>
                    <a:pt x="578878" y="10439"/>
                  </a:lnTo>
                  <a:lnTo>
                    <a:pt x="571677" y="6476"/>
                  </a:lnTo>
                  <a:lnTo>
                    <a:pt x="564845" y="2514"/>
                  </a:lnTo>
                  <a:lnTo>
                    <a:pt x="556920" y="355"/>
                  </a:lnTo>
                  <a:lnTo>
                    <a:pt x="38163" y="0"/>
                  </a:lnTo>
                  <a:close/>
                </a:path>
              </a:pathLst>
            </a:custGeom>
            <a:solidFill>
              <a:srgbClr val="6A0E0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/>
            <p:cNvSpPr/>
            <p:nvPr/>
          </p:nvSpPr>
          <p:spPr>
            <a:xfrm>
              <a:off x="8659075" y="3062884"/>
              <a:ext cx="594995" cy="594995"/>
            </a:xfrm>
            <a:custGeom>
              <a:avLst/>
              <a:gdLst/>
              <a:ahLst/>
              <a:cxnLst/>
              <a:rect l="l" t="t" r="r" b="b"/>
              <a:pathLst>
                <a:path w="594995" h="594995">
                  <a:moveTo>
                    <a:pt x="368" y="45719"/>
                  </a:moveTo>
                  <a:lnTo>
                    <a:pt x="368" y="37795"/>
                  </a:lnTo>
                  <a:lnTo>
                    <a:pt x="2527" y="29870"/>
                  </a:lnTo>
                  <a:lnTo>
                    <a:pt x="6489" y="23037"/>
                  </a:lnTo>
                  <a:lnTo>
                    <a:pt x="10439" y="15836"/>
                  </a:lnTo>
                  <a:lnTo>
                    <a:pt x="16205" y="10071"/>
                  </a:lnTo>
                  <a:lnTo>
                    <a:pt x="23037" y="6121"/>
                  </a:lnTo>
                  <a:lnTo>
                    <a:pt x="30238" y="2158"/>
                  </a:lnTo>
                  <a:lnTo>
                    <a:pt x="38163" y="0"/>
                  </a:lnTo>
                  <a:lnTo>
                    <a:pt x="46088" y="0"/>
                  </a:lnTo>
                  <a:lnTo>
                    <a:pt x="549008" y="355"/>
                  </a:lnTo>
                  <a:lnTo>
                    <a:pt x="556920" y="355"/>
                  </a:lnTo>
                  <a:lnTo>
                    <a:pt x="564845" y="2514"/>
                  </a:lnTo>
                  <a:lnTo>
                    <a:pt x="571677" y="6476"/>
                  </a:lnTo>
                  <a:lnTo>
                    <a:pt x="578878" y="10439"/>
                  </a:lnTo>
                  <a:lnTo>
                    <a:pt x="584644" y="16192"/>
                  </a:lnTo>
                  <a:lnTo>
                    <a:pt x="588606" y="23037"/>
                  </a:lnTo>
                  <a:lnTo>
                    <a:pt x="592569" y="30238"/>
                  </a:lnTo>
                  <a:lnTo>
                    <a:pt x="594728" y="38150"/>
                  </a:lnTo>
                  <a:lnTo>
                    <a:pt x="594728" y="46075"/>
                  </a:lnTo>
                  <a:lnTo>
                    <a:pt x="594728" y="548995"/>
                  </a:lnTo>
                  <a:lnTo>
                    <a:pt x="594728" y="556920"/>
                  </a:lnTo>
                  <a:lnTo>
                    <a:pt x="592569" y="564832"/>
                  </a:lnTo>
                  <a:lnTo>
                    <a:pt x="588606" y="571677"/>
                  </a:lnTo>
                  <a:lnTo>
                    <a:pt x="584644" y="578878"/>
                  </a:lnTo>
                  <a:lnTo>
                    <a:pt x="578878" y="584631"/>
                  </a:lnTo>
                  <a:lnTo>
                    <a:pt x="572046" y="588594"/>
                  </a:lnTo>
                  <a:lnTo>
                    <a:pt x="564845" y="592556"/>
                  </a:lnTo>
                  <a:lnTo>
                    <a:pt x="556920" y="594715"/>
                  </a:lnTo>
                  <a:lnTo>
                    <a:pt x="549008" y="594715"/>
                  </a:lnTo>
                  <a:lnTo>
                    <a:pt x="45720" y="594715"/>
                  </a:lnTo>
                  <a:lnTo>
                    <a:pt x="37807" y="594715"/>
                  </a:lnTo>
                  <a:lnTo>
                    <a:pt x="29883" y="592556"/>
                  </a:lnTo>
                  <a:lnTo>
                    <a:pt x="23037" y="588594"/>
                  </a:lnTo>
                  <a:lnTo>
                    <a:pt x="15849" y="584631"/>
                  </a:lnTo>
                  <a:lnTo>
                    <a:pt x="10083" y="578878"/>
                  </a:lnTo>
                  <a:lnTo>
                    <a:pt x="6121" y="572033"/>
                  </a:lnTo>
                  <a:lnTo>
                    <a:pt x="2158" y="564832"/>
                  </a:lnTo>
                  <a:lnTo>
                    <a:pt x="0" y="556920"/>
                  </a:lnTo>
                  <a:lnTo>
                    <a:pt x="0" y="548995"/>
                  </a:lnTo>
                  <a:lnTo>
                    <a:pt x="368" y="45719"/>
                  </a:lnTo>
                  <a:close/>
                </a:path>
              </a:pathLst>
            </a:custGeom>
            <a:ln w="1907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9344875" y="2880004"/>
              <a:ext cx="594995" cy="594995"/>
            </a:xfrm>
            <a:custGeom>
              <a:avLst/>
              <a:gdLst/>
              <a:ahLst/>
              <a:cxnLst/>
              <a:rect l="l" t="t" r="r" b="b"/>
              <a:pathLst>
                <a:path w="594995" h="594995">
                  <a:moveTo>
                    <a:pt x="38163" y="0"/>
                  </a:moveTo>
                  <a:lnTo>
                    <a:pt x="6489" y="23037"/>
                  </a:lnTo>
                  <a:lnTo>
                    <a:pt x="2527" y="29870"/>
                  </a:lnTo>
                  <a:lnTo>
                    <a:pt x="368" y="37795"/>
                  </a:lnTo>
                  <a:lnTo>
                    <a:pt x="0" y="556920"/>
                  </a:lnTo>
                  <a:lnTo>
                    <a:pt x="2158" y="564832"/>
                  </a:lnTo>
                  <a:lnTo>
                    <a:pt x="6121" y="572033"/>
                  </a:lnTo>
                  <a:lnTo>
                    <a:pt x="10083" y="578878"/>
                  </a:lnTo>
                  <a:lnTo>
                    <a:pt x="15849" y="584631"/>
                  </a:lnTo>
                  <a:lnTo>
                    <a:pt x="23037" y="588594"/>
                  </a:lnTo>
                  <a:lnTo>
                    <a:pt x="29883" y="592556"/>
                  </a:lnTo>
                  <a:lnTo>
                    <a:pt x="37807" y="594715"/>
                  </a:lnTo>
                  <a:lnTo>
                    <a:pt x="556920" y="594715"/>
                  </a:lnTo>
                  <a:lnTo>
                    <a:pt x="588606" y="571677"/>
                  </a:lnTo>
                  <a:lnTo>
                    <a:pt x="592569" y="564832"/>
                  </a:lnTo>
                  <a:lnTo>
                    <a:pt x="594728" y="556920"/>
                  </a:lnTo>
                  <a:lnTo>
                    <a:pt x="594631" y="37795"/>
                  </a:lnTo>
                  <a:lnTo>
                    <a:pt x="592569" y="30238"/>
                  </a:lnTo>
                  <a:lnTo>
                    <a:pt x="588606" y="23037"/>
                  </a:lnTo>
                  <a:lnTo>
                    <a:pt x="584644" y="16192"/>
                  </a:lnTo>
                  <a:lnTo>
                    <a:pt x="578878" y="10439"/>
                  </a:lnTo>
                  <a:lnTo>
                    <a:pt x="571677" y="6476"/>
                  </a:lnTo>
                  <a:lnTo>
                    <a:pt x="564845" y="2514"/>
                  </a:lnTo>
                  <a:lnTo>
                    <a:pt x="556920" y="355"/>
                  </a:lnTo>
                  <a:lnTo>
                    <a:pt x="38163" y="0"/>
                  </a:lnTo>
                  <a:close/>
                </a:path>
              </a:pathLst>
            </a:custGeom>
            <a:solidFill>
              <a:srgbClr val="8A191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/>
            <p:cNvSpPr/>
            <p:nvPr/>
          </p:nvSpPr>
          <p:spPr>
            <a:xfrm>
              <a:off x="9344875" y="2880004"/>
              <a:ext cx="594995" cy="594995"/>
            </a:xfrm>
            <a:custGeom>
              <a:avLst/>
              <a:gdLst/>
              <a:ahLst/>
              <a:cxnLst/>
              <a:rect l="l" t="t" r="r" b="b"/>
              <a:pathLst>
                <a:path w="594995" h="594995">
                  <a:moveTo>
                    <a:pt x="368" y="45720"/>
                  </a:moveTo>
                  <a:lnTo>
                    <a:pt x="368" y="37795"/>
                  </a:lnTo>
                  <a:lnTo>
                    <a:pt x="2527" y="29870"/>
                  </a:lnTo>
                  <a:lnTo>
                    <a:pt x="6489" y="23037"/>
                  </a:lnTo>
                  <a:lnTo>
                    <a:pt x="10439" y="15836"/>
                  </a:lnTo>
                  <a:lnTo>
                    <a:pt x="16205" y="10071"/>
                  </a:lnTo>
                  <a:lnTo>
                    <a:pt x="23037" y="6121"/>
                  </a:lnTo>
                  <a:lnTo>
                    <a:pt x="30238" y="2159"/>
                  </a:lnTo>
                  <a:lnTo>
                    <a:pt x="38163" y="0"/>
                  </a:lnTo>
                  <a:lnTo>
                    <a:pt x="46088" y="0"/>
                  </a:lnTo>
                  <a:lnTo>
                    <a:pt x="549008" y="355"/>
                  </a:lnTo>
                  <a:lnTo>
                    <a:pt x="556920" y="355"/>
                  </a:lnTo>
                  <a:lnTo>
                    <a:pt x="564845" y="2514"/>
                  </a:lnTo>
                  <a:lnTo>
                    <a:pt x="571677" y="6476"/>
                  </a:lnTo>
                  <a:lnTo>
                    <a:pt x="578878" y="10439"/>
                  </a:lnTo>
                  <a:lnTo>
                    <a:pt x="584644" y="16192"/>
                  </a:lnTo>
                  <a:lnTo>
                    <a:pt x="588606" y="23037"/>
                  </a:lnTo>
                  <a:lnTo>
                    <a:pt x="592569" y="30238"/>
                  </a:lnTo>
                  <a:lnTo>
                    <a:pt x="594728" y="38150"/>
                  </a:lnTo>
                  <a:lnTo>
                    <a:pt x="594728" y="46075"/>
                  </a:lnTo>
                  <a:lnTo>
                    <a:pt x="594728" y="548995"/>
                  </a:lnTo>
                  <a:lnTo>
                    <a:pt x="594728" y="556920"/>
                  </a:lnTo>
                  <a:lnTo>
                    <a:pt x="592569" y="564832"/>
                  </a:lnTo>
                  <a:lnTo>
                    <a:pt x="588606" y="571677"/>
                  </a:lnTo>
                  <a:lnTo>
                    <a:pt x="584644" y="578878"/>
                  </a:lnTo>
                  <a:lnTo>
                    <a:pt x="578878" y="584631"/>
                  </a:lnTo>
                  <a:lnTo>
                    <a:pt x="572046" y="588594"/>
                  </a:lnTo>
                  <a:lnTo>
                    <a:pt x="564845" y="592556"/>
                  </a:lnTo>
                  <a:lnTo>
                    <a:pt x="556920" y="594715"/>
                  </a:lnTo>
                  <a:lnTo>
                    <a:pt x="549008" y="594715"/>
                  </a:lnTo>
                  <a:lnTo>
                    <a:pt x="45720" y="594715"/>
                  </a:lnTo>
                  <a:lnTo>
                    <a:pt x="37807" y="594715"/>
                  </a:lnTo>
                  <a:lnTo>
                    <a:pt x="29883" y="592556"/>
                  </a:lnTo>
                  <a:lnTo>
                    <a:pt x="23037" y="588594"/>
                  </a:lnTo>
                  <a:lnTo>
                    <a:pt x="15849" y="584631"/>
                  </a:lnTo>
                  <a:lnTo>
                    <a:pt x="10083" y="578878"/>
                  </a:lnTo>
                  <a:lnTo>
                    <a:pt x="6121" y="572033"/>
                  </a:lnTo>
                  <a:lnTo>
                    <a:pt x="2158" y="564832"/>
                  </a:lnTo>
                  <a:lnTo>
                    <a:pt x="0" y="556920"/>
                  </a:lnTo>
                  <a:lnTo>
                    <a:pt x="0" y="548995"/>
                  </a:lnTo>
                  <a:lnTo>
                    <a:pt x="368" y="45720"/>
                  </a:lnTo>
                  <a:close/>
                </a:path>
              </a:pathLst>
            </a:custGeom>
            <a:ln w="1907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4" name="object 44"/>
          <p:cNvSpPr txBox="1"/>
          <p:nvPr/>
        </p:nvSpPr>
        <p:spPr>
          <a:xfrm>
            <a:off x="6479184" y="4239701"/>
            <a:ext cx="4829810" cy="9721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0000"/>
              </a:lnSpc>
              <a:spcBef>
                <a:spcPts val="100"/>
              </a:spcBef>
            </a:pPr>
            <a:r>
              <a:rPr sz="1600" dirty="0">
                <a:solidFill>
                  <a:schemeClr val="tx1"/>
                </a:solidFill>
                <a:latin typeface="Calibri" panose="020F0502020204030204"/>
                <a:cs typeface="Calibri" panose="020F0502020204030204"/>
              </a:rPr>
              <a:t>9</a:t>
            </a:r>
            <a:r>
              <a:rPr sz="1600" spc="-25" dirty="0">
                <a:solidFill>
                  <a:schemeClr val="tx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600" spc="-10" dirty="0">
                <a:solidFill>
                  <a:schemeClr val="tx1"/>
                </a:solidFill>
                <a:latin typeface="Calibri" panose="020F0502020204030204"/>
                <a:cs typeface="Calibri" panose="020F0502020204030204"/>
              </a:rPr>
              <a:t>curated property</a:t>
            </a:r>
            <a:r>
              <a:rPr sz="1600" spc="-20" dirty="0">
                <a:solidFill>
                  <a:schemeClr val="tx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600" spc="-10" dirty="0">
                <a:solidFill>
                  <a:schemeClr val="tx1"/>
                </a:solidFill>
                <a:latin typeface="Calibri" panose="020F0502020204030204"/>
                <a:cs typeface="Calibri" panose="020F0502020204030204"/>
              </a:rPr>
              <a:t>photographs </a:t>
            </a:r>
            <a:r>
              <a:rPr sz="1600" dirty="0">
                <a:solidFill>
                  <a:schemeClr val="tx1"/>
                </a:solidFill>
                <a:latin typeface="Calibri" panose="020F0502020204030204"/>
                <a:cs typeface="Calibri" panose="020F0502020204030204"/>
              </a:rPr>
              <a:t>—</a:t>
            </a:r>
            <a:r>
              <a:rPr sz="1600" spc="-25" dirty="0">
                <a:solidFill>
                  <a:schemeClr val="tx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600" spc="-10" dirty="0">
                <a:solidFill>
                  <a:schemeClr val="tx1"/>
                </a:solidFill>
                <a:latin typeface="Calibri" panose="020F0502020204030204"/>
                <a:cs typeface="Calibri" panose="020F0502020204030204"/>
              </a:rPr>
              <a:t>lobby, </a:t>
            </a:r>
            <a:r>
              <a:rPr sz="1600" dirty="0">
                <a:solidFill>
                  <a:schemeClr val="tx1"/>
                </a:solidFill>
                <a:latin typeface="Calibri" panose="020F0502020204030204"/>
                <a:cs typeface="Calibri" panose="020F0502020204030204"/>
              </a:rPr>
              <a:t>suites,</a:t>
            </a:r>
            <a:r>
              <a:rPr sz="1600" spc="-15" dirty="0">
                <a:solidFill>
                  <a:schemeClr val="tx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solidFill>
                  <a:schemeClr val="tx1"/>
                </a:solidFill>
                <a:latin typeface="Calibri" panose="020F0502020204030204"/>
                <a:cs typeface="Calibri" panose="020F0502020204030204"/>
              </a:rPr>
              <a:t>spa,</a:t>
            </a:r>
            <a:r>
              <a:rPr sz="1600" spc="-25" dirty="0">
                <a:solidFill>
                  <a:schemeClr val="tx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solidFill>
                  <a:schemeClr val="tx1"/>
                </a:solidFill>
                <a:latin typeface="Calibri" panose="020F0502020204030204"/>
                <a:cs typeface="Calibri" panose="020F0502020204030204"/>
              </a:rPr>
              <a:t>dining</a:t>
            </a:r>
            <a:r>
              <a:rPr sz="1600" spc="-20" dirty="0">
                <a:solidFill>
                  <a:schemeClr val="tx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solidFill>
                  <a:schemeClr val="tx1"/>
                </a:solidFill>
                <a:latin typeface="Calibri" panose="020F0502020204030204"/>
                <a:cs typeface="Calibri" panose="020F0502020204030204"/>
              </a:rPr>
              <a:t>and</a:t>
            </a:r>
            <a:r>
              <a:rPr sz="1600" spc="-20" dirty="0">
                <a:solidFill>
                  <a:schemeClr val="tx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600" spc="-10" dirty="0">
                <a:solidFill>
                  <a:schemeClr val="tx1"/>
                </a:solidFill>
                <a:latin typeface="Calibri" panose="020F0502020204030204"/>
                <a:cs typeface="Calibri" panose="020F0502020204030204"/>
              </a:rPr>
              <a:t>rooftop</a:t>
            </a:r>
            <a:r>
              <a:rPr sz="1600" spc="-20" dirty="0">
                <a:solidFill>
                  <a:schemeClr val="tx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solidFill>
                  <a:schemeClr val="tx1"/>
                </a:solidFill>
                <a:latin typeface="Calibri" panose="020F0502020204030204"/>
                <a:cs typeface="Calibri" panose="020F0502020204030204"/>
              </a:rPr>
              <a:t>views</a:t>
            </a:r>
            <a:r>
              <a:rPr sz="1600" spc="-15" dirty="0">
                <a:solidFill>
                  <a:schemeClr val="tx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600" spc="-50" dirty="0">
                <a:solidFill>
                  <a:schemeClr val="tx1"/>
                </a:solidFill>
                <a:latin typeface="Calibri" panose="020F0502020204030204"/>
                <a:cs typeface="Calibri" panose="020F0502020204030204"/>
              </a:rPr>
              <a:t>— </a:t>
            </a:r>
            <a:r>
              <a:rPr sz="1600" spc="-10" dirty="0">
                <a:solidFill>
                  <a:schemeClr val="tx1"/>
                </a:solidFill>
                <a:latin typeface="Calibri" panose="020F0502020204030204"/>
                <a:cs typeface="Calibri" panose="020F0502020204030204"/>
              </a:rPr>
              <a:t>arranged</a:t>
            </a:r>
            <a:r>
              <a:rPr sz="1600" spc="-15" dirty="0">
                <a:solidFill>
                  <a:schemeClr val="tx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solidFill>
                  <a:schemeClr val="tx1"/>
                </a:solidFill>
                <a:latin typeface="Calibri" panose="020F0502020204030204"/>
                <a:cs typeface="Calibri" panose="020F0502020204030204"/>
              </a:rPr>
              <a:t>in</a:t>
            </a:r>
            <a:r>
              <a:rPr sz="1600" spc="-15" dirty="0">
                <a:solidFill>
                  <a:schemeClr val="tx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solidFill>
                  <a:schemeClr val="tx1"/>
                </a:solidFill>
                <a:latin typeface="Calibri" panose="020F0502020204030204"/>
                <a:cs typeface="Calibri" panose="020F0502020204030204"/>
              </a:rPr>
              <a:t>an</a:t>
            </a:r>
            <a:r>
              <a:rPr sz="1600" spc="-15" dirty="0">
                <a:solidFill>
                  <a:schemeClr val="tx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600" spc="-10" dirty="0">
                <a:solidFill>
                  <a:schemeClr val="tx1"/>
                </a:solidFill>
                <a:latin typeface="Calibri" panose="020F0502020204030204"/>
                <a:cs typeface="Calibri" panose="020F0502020204030204"/>
              </a:rPr>
              <a:t>offset </a:t>
            </a:r>
            <a:r>
              <a:rPr sz="1600" dirty="0">
                <a:solidFill>
                  <a:schemeClr val="tx1"/>
                </a:solidFill>
                <a:latin typeface="Calibri" panose="020F0502020204030204"/>
                <a:cs typeface="Calibri" panose="020F0502020204030204"/>
              </a:rPr>
              <a:t>diamond</a:t>
            </a:r>
            <a:r>
              <a:rPr sz="1600" spc="-15" dirty="0">
                <a:solidFill>
                  <a:schemeClr val="tx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solidFill>
                  <a:schemeClr val="tx1"/>
                </a:solidFill>
                <a:latin typeface="Calibri" panose="020F0502020204030204"/>
                <a:cs typeface="Calibri" panose="020F0502020204030204"/>
              </a:rPr>
              <a:t>grid.</a:t>
            </a:r>
            <a:r>
              <a:rPr sz="1600" spc="-10" dirty="0">
                <a:solidFill>
                  <a:schemeClr val="tx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solidFill>
                  <a:schemeClr val="tx1"/>
                </a:solidFill>
                <a:latin typeface="Calibri" panose="020F0502020204030204"/>
                <a:cs typeface="Calibri" panose="020F0502020204030204"/>
              </a:rPr>
              <a:t>Each</a:t>
            </a:r>
            <a:r>
              <a:rPr sz="1600" spc="-15" dirty="0">
                <a:solidFill>
                  <a:schemeClr val="tx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solidFill>
                  <a:schemeClr val="tx1"/>
                </a:solidFill>
                <a:latin typeface="Calibri" panose="020F0502020204030204"/>
                <a:cs typeface="Calibri" panose="020F0502020204030204"/>
              </a:rPr>
              <a:t>thumbnail</a:t>
            </a:r>
            <a:r>
              <a:rPr sz="1600" spc="-20" dirty="0">
                <a:solidFill>
                  <a:schemeClr val="tx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solidFill>
                  <a:schemeClr val="tx1"/>
                </a:solidFill>
                <a:latin typeface="Calibri" panose="020F0502020204030204"/>
                <a:cs typeface="Calibri" panose="020F0502020204030204"/>
              </a:rPr>
              <a:t>opens</a:t>
            </a:r>
            <a:r>
              <a:rPr sz="1600" spc="-15" dirty="0">
                <a:solidFill>
                  <a:schemeClr val="tx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solidFill>
                  <a:schemeClr val="tx1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1600" spc="-15" dirty="0">
                <a:solidFill>
                  <a:schemeClr val="tx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600" spc="-10" dirty="0">
                <a:solidFill>
                  <a:schemeClr val="tx1"/>
                </a:solidFill>
                <a:latin typeface="Calibri" panose="020F0502020204030204"/>
                <a:cs typeface="Calibri" panose="020F0502020204030204"/>
              </a:rPr>
              <a:t>full-</a:t>
            </a:r>
            <a:r>
              <a:rPr sz="1600" dirty="0">
                <a:solidFill>
                  <a:schemeClr val="tx1"/>
                </a:solidFill>
                <a:latin typeface="Calibri" panose="020F0502020204030204"/>
                <a:cs typeface="Calibri" panose="020F0502020204030204"/>
              </a:rPr>
              <a:t>screen</a:t>
            </a:r>
            <a:r>
              <a:rPr sz="1600" spc="-15" dirty="0">
                <a:solidFill>
                  <a:schemeClr val="tx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600" spc="-10" dirty="0">
                <a:solidFill>
                  <a:schemeClr val="tx1"/>
                </a:solidFill>
                <a:latin typeface="Calibri" panose="020F0502020204030204"/>
                <a:cs typeface="Calibri" panose="020F0502020204030204"/>
              </a:rPr>
              <a:t>lightbox.</a:t>
            </a:r>
            <a:endParaRPr sz="1600" spc="-10" dirty="0">
              <a:solidFill>
                <a:schemeClr val="tx1"/>
              </a:solidFill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6" name="Date Placeholder 45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D8BD707-D9CF-40AE-B4C6-C98DA3205C09}" type="datetime1">
              <a:rPr lang="en-US"/>
            </a:fld>
            <a:endParaRPr lang="en-US"/>
          </a:p>
        </p:txBody>
      </p:sp>
      <p:sp>
        <p:nvSpPr>
          <p:cNvPr id="47" name="Slide Number Placeholder 4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381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25" dirty="0"/>
            </a:fld>
            <a:endParaRPr spc="-25" dirty="0"/>
          </a:p>
        </p:txBody>
      </p:sp>
      <p:sp>
        <p:nvSpPr>
          <p:cNvPr id="48" name="Footer Placeholder 4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t>Elite Stays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609600" y="587375"/>
            <a:ext cx="10972800" cy="830580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10" dirty="0">
                <a:solidFill>
                  <a:srgbClr val="FF0000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D</a:t>
            </a:r>
            <a:r>
              <a:rPr sz="2000" b="1" spc="-75" dirty="0">
                <a:solidFill>
                  <a:srgbClr val="FF0000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 </a:t>
            </a:r>
            <a:r>
              <a:rPr sz="2000" b="1" spc="-10" dirty="0">
                <a:solidFill>
                  <a:srgbClr val="FF0000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E</a:t>
            </a:r>
            <a:r>
              <a:rPr sz="2000" b="1" spc="-95" dirty="0">
                <a:solidFill>
                  <a:srgbClr val="FF0000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 </a:t>
            </a:r>
            <a:r>
              <a:rPr sz="2000" b="1" dirty="0">
                <a:solidFill>
                  <a:srgbClr val="FF0000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S</a:t>
            </a:r>
            <a:r>
              <a:rPr sz="2000" b="1" spc="-65" dirty="0">
                <a:solidFill>
                  <a:srgbClr val="FF0000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 </a:t>
            </a:r>
            <a:r>
              <a:rPr sz="2000" b="1" spc="-10" dirty="0">
                <a:solidFill>
                  <a:srgbClr val="FF0000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I</a:t>
            </a:r>
            <a:r>
              <a:rPr sz="2000" b="1" spc="-75" dirty="0">
                <a:solidFill>
                  <a:srgbClr val="FF0000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 </a:t>
            </a:r>
            <a:r>
              <a:rPr sz="2000" b="1" dirty="0">
                <a:solidFill>
                  <a:srgbClr val="FF0000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G</a:t>
            </a:r>
            <a:r>
              <a:rPr sz="2000" b="1" spc="-70" dirty="0">
                <a:solidFill>
                  <a:srgbClr val="FF0000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 </a:t>
            </a:r>
            <a:r>
              <a:rPr sz="2000" b="1" dirty="0">
                <a:solidFill>
                  <a:srgbClr val="FF0000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N</a:t>
            </a:r>
            <a:r>
              <a:rPr sz="2000" b="1" spc="400" dirty="0">
                <a:solidFill>
                  <a:srgbClr val="FF0000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 </a:t>
            </a:r>
            <a:r>
              <a:rPr sz="2000" b="1" dirty="0">
                <a:solidFill>
                  <a:srgbClr val="FF0000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S</a:t>
            </a:r>
            <a:r>
              <a:rPr sz="2000" b="1" spc="-85" dirty="0">
                <a:solidFill>
                  <a:srgbClr val="FF0000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 </a:t>
            </a:r>
            <a:r>
              <a:rPr sz="2000" b="1" spc="-10" dirty="0">
                <a:solidFill>
                  <a:srgbClr val="FF0000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Y</a:t>
            </a:r>
            <a:r>
              <a:rPr sz="2000" b="1" spc="-95" dirty="0">
                <a:solidFill>
                  <a:srgbClr val="FF0000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 </a:t>
            </a:r>
            <a:r>
              <a:rPr sz="2000" b="1" dirty="0">
                <a:solidFill>
                  <a:srgbClr val="FF0000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S</a:t>
            </a:r>
            <a:r>
              <a:rPr sz="2000" b="1" spc="-75" dirty="0">
                <a:solidFill>
                  <a:srgbClr val="FF0000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 </a:t>
            </a:r>
            <a:r>
              <a:rPr sz="2000" b="1" spc="-10" dirty="0">
                <a:solidFill>
                  <a:srgbClr val="FF0000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T</a:t>
            </a:r>
            <a:r>
              <a:rPr sz="2000" b="1" spc="-75" dirty="0">
                <a:solidFill>
                  <a:srgbClr val="FF0000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 </a:t>
            </a:r>
            <a:r>
              <a:rPr sz="2000" b="1" spc="-10" dirty="0">
                <a:solidFill>
                  <a:srgbClr val="FF0000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E</a:t>
            </a:r>
            <a:r>
              <a:rPr sz="2000" b="1" spc="-70" dirty="0">
                <a:solidFill>
                  <a:srgbClr val="FF0000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 </a:t>
            </a:r>
            <a:r>
              <a:rPr sz="2000" b="1" spc="-50" dirty="0">
                <a:solidFill>
                  <a:srgbClr val="FF0000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M</a:t>
            </a:r>
            <a:br>
              <a:rPr sz="3200" dirty="0">
                <a:solidFill>
                  <a:srgbClr val="FF0000"/>
                </a:solidFill>
                <a:latin typeface="Cambria" panose="02040503050406030204" charset="0"/>
                <a:cs typeface="Cambria" panose="02040503050406030204" charset="0"/>
              </a:rPr>
            </a:br>
            <a:r>
              <a:rPr lang="en-US" sz="3200" dirty="0">
                <a:solidFill>
                  <a:srgbClr val="231913"/>
                </a:solidFill>
                <a:latin typeface="Cambria" panose="02040503050406030204" charset="0"/>
                <a:cs typeface="Cambria" panose="02040503050406030204" charset="0"/>
              </a:rPr>
              <a:t>                                     </a:t>
            </a:r>
            <a:r>
              <a:rPr dirty="0">
                <a:solidFill>
                  <a:srgbClr val="231913"/>
                </a:solidFill>
              </a:rPr>
              <a:t>Colours,</a:t>
            </a:r>
            <a:r>
              <a:rPr spc="-100" dirty="0">
                <a:solidFill>
                  <a:srgbClr val="231913"/>
                </a:solidFill>
              </a:rPr>
              <a:t> </a:t>
            </a:r>
            <a:r>
              <a:rPr dirty="0">
                <a:solidFill>
                  <a:srgbClr val="231913"/>
                </a:solidFill>
              </a:rPr>
              <a:t>Type</a:t>
            </a:r>
            <a:r>
              <a:rPr spc="-85" dirty="0">
                <a:solidFill>
                  <a:srgbClr val="231913"/>
                </a:solidFill>
              </a:rPr>
              <a:t> </a:t>
            </a:r>
            <a:r>
              <a:rPr dirty="0">
                <a:solidFill>
                  <a:srgbClr val="231913"/>
                </a:solidFill>
              </a:rPr>
              <a:t>C</a:t>
            </a:r>
            <a:r>
              <a:rPr spc="-95" dirty="0">
                <a:solidFill>
                  <a:srgbClr val="231913"/>
                </a:solidFill>
              </a:rPr>
              <a:t> </a:t>
            </a:r>
            <a:r>
              <a:rPr spc="-10" dirty="0">
                <a:solidFill>
                  <a:srgbClr val="231913"/>
                </a:solidFill>
              </a:rPr>
              <a:t>Motif</a:t>
            </a:r>
            <a:endParaRPr spc="-10" dirty="0">
              <a:solidFill>
                <a:srgbClr val="231913"/>
              </a:solidFill>
            </a:endParaRPr>
          </a:p>
        </p:txBody>
      </p:sp>
      <p:grpSp>
        <p:nvGrpSpPr>
          <p:cNvPr id="4" name="object 4"/>
          <p:cNvGrpSpPr/>
          <p:nvPr>
            <p:custDataLst>
              <p:tags r:id="rId1"/>
            </p:custDataLst>
          </p:nvPr>
        </p:nvGrpSpPr>
        <p:grpSpPr>
          <a:xfrm>
            <a:off x="541984" y="1684616"/>
            <a:ext cx="2527935" cy="1384935"/>
            <a:chOff x="541984" y="1684616"/>
            <a:chExt cx="2527935" cy="1384935"/>
          </a:xfrm>
        </p:grpSpPr>
        <p:sp>
          <p:nvSpPr>
            <p:cNvPr id="5" name="object 5"/>
            <p:cNvSpPr/>
            <p:nvPr>
              <p:custDataLst>
                <p:tags r:id="rId2"/>
              </p:custDataLst>
            </p:nvPr>
          </p:nvSpPr>
          <p:spPr>
            <a:xfrm>
              <a:off x="548284" y="1690916"/>
              <a:ext cx="2515235" cy="1372235"/>
            </a:xfrm>
            <a:custGeom>
              <a:avLst/>
              <a:gdLst/>
              <a:ahLst/>
              <a:cxnLst/>
              <a:rect l="l" t="t" r="r" b="b"/>
              <a:pathLst>
                <a:path w="2515235" h="1372235">
                  <a:moveTo>
                    <a:pt x="82791" y="0"/>
                  </a:moveTo>
                  <a:lnTo>
                    <a:pt x="41389" y="11163"/>
                  </a:lnTo>
                  <a:lnTo>
                    <a:pt x="11518" y="41402"/>
                  </a:lnTo>
                  <a:lnTo>
                    <a:pt x="355" y="82448"/>
                  </a:lnTo>
                  <a:lnTo>
                    <a:pt x="0" y="1289519"/>
                  </a:lnTo>
                  <a:lnTo>
                    <a:pt x="718" y="1300287"/>
                  </a:lnTo>
                  <a:lnTo>
                    <a:pt x="729" y="1300448"/>
                  </a:lnTo>
                  <a:lnTo>
                    <a:pt x="2837" y="1310852"/>
                  </a:lnTo>
                  <a:lnTo>
                    <a:pt x="2874" y="1311035"/>
                  </a:lnTo>
                  <a:lnTo>
                    <a:pt x="6301" y="1321013"/>
                  </a:lnTo>
                  <a:lnTo>
                    <a:pt x="6370" y="1321214"/>
                  </a:lnTo>
                  <a:lnTo>
                    <a:pt x="11150" y="1330921"/>
                  </a:lnTo>
                  <a:lnTo>
                    <a:pt x="41389" y="1360805"/>
                  </a:lnTo>
                  <a:lnTo>
                    <a:pt x="82435" y="1371968"/>
                  </a:lnTo>
                  <a:lnTo>
                    <a:pt x="2432519" y="1371968"/>
                  </a:lnTo>
                  <a:lnTo>
                    <a:pt x="2473921" y="1360805"/>
                  </a:lnTo>
                  <a:lnTo>
                    <a:pt x="2503792" y="1330566"/>
                  </a:lnTo>
                  <a:lnTo>
                    <a:pt x="2508473" y="1321214"/>
                  </a:lnTo>
                  <a:lnTo>
                    <a:pt x="2508574" y="1321013"/>
                  </a:lnTo>
                  <a:lnTo>
                    <a:pt x="2512011" y="1311035"/>
                  </a:lnTo>
                  <a:lnTo>
                    <a:pt x="2512074" y="1310852"/>
                  </a:lnTo>
                  <a:lnTo>
                    <a:pt x="2514191" y="1300448"/>
                  </a:lnTo>
                  <a:lnTo>
                    <a:pt x="2514223" y="1300287"/>
                  </a:lnTo>
                  <a:lnTo>
                    <a:pt x="2514955" y="1289519"/>
                  </a:lnTo>
                  <a:lnTo>
                    <a:pt x="2514931" y="82448"/>
                  </a:lnTo>
                  <a:lnTo>
                    <a:pt x="2503792" y="41402"/>
                  </a:lnTo>
                  <a:lnTo>
                    <a:pt x="2473553" y="11518"/>
                  </a:lnTo>
                  <a:lnTo>
                    <a:pt x="2432519" y="368"/>
                  </a:lnTo>
                  <a:lnTo>
                    <a:pt x="82791" y="0"/>
                  </a:lnTo>
                  <a:close/>
                </a:path>
              </a:pathLst>
            </a:custGeom>
            <a:solidFill>
              <a:srgbClr val="49090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>
              <p:custDataLst>
                <p:tags r:id="rId3"/>
              </p:custDataLst>
            </p:nvPr>
          </p:nvSpPr>
          <p:spPr>
            <a:xfrm>
              <a:off x="548284" y="1690916"/>
              <a:ext cx="2515235" cy="1372235"/>
            </a:xfrm>
            <a:custGeom>
              <a:avLst/>
              <a:gdLst/>
              <a:ahLst/>
              <a:cxnLst/>
              <a:rect l="l" t="t" r="r" b="b"/>
              <a:pathLst>
                <a:path w="2515235" h="1372235">
                  <a:moveTo>
                    <a:pt x="355" y="82448"/>
                  </a:moveTo>
                  <a:lnTo>
                    <a:pt x="1087" y="71680"/>
                  </a:lnTo>
                  <a:lnTo>
                    <a:pt x="3236" y="61115"/>
                  </a:lnTo>
                  <a:lnTo>
                    <a:pt x="24568" y="24258"/>
                  </a:lnTo>
                  <a:lnTo>
                    <a:pt x="61285" y="2881"/>
                  </a:lnTo>
                  <a:lnTo>
                    <a:pt x="82791" y="0"/>
                  </a:lnTo>
                  <a:lnTo>
                    <a:pt x="2432519" y="368"/>
                  </a:lnTo>
                  <a:lnTo>
                    <a:pt x="2473553" y="11518"/>
                  </a:lnTo>
                  <a:lnTo>
                    <a:pt x="2503792" y="41402"/>
                  </a:lnTo>
                  <a:lnTo>
                    <a:pt x="2514955" y="82804"/>
                  </a:lnTo>
                  <a:lnTo>
                    <a:pt x="2514955" y="1289519"/>
                  </a:lnTo>
                  <a:lnTo>
                    <a:pt x="2514223" y="1300287"/>
                  </a:lnTo>
                  <a:lnTo>
                    <a:pt x="2512074" y="1310852"/>
                  </a:lnTo>
                  <a:lnTo>
                    <a:pt x="2490743" y="1347709"/>
                  </a:lnTo>
                  <a:lnTo>
                    <a:pt x="2454025" y="1369086"/>
                  </a:lnTo>
                  <a:lnTo>
                    <a:pt x="2432519" y="1371968"/>
                  </a:lnTo>
                  <a:lnTo>
                    <a:pt x="82435" y="1371968"/>
                  </a:lnTo>
                  <a:lnTo>
                    <a:pt x="41389" y="1360805"/>
                  </a:lnTo>
                  <a:lnTo>
                    <a:pt x="11150" y="1330921"/>
                  </a:lnTo>
                  <a:lnTo>
                    <a:pt x="0" y="1289519"/>
                  </a:lnTo>
                  <a:lnTo>
                    <a:pt x="355" y="82448"/>
                  </a:lnTo>
                  <a:close/>
                </a:path>
              </a:pathLst>
            </a:custGeom>
            <a:ln w="12599">
              <a:solidFill>
                <a:srgbClr val="E5D7C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>
            <p:custDataLst>
              <p:tags r:id="rId4"/>
            </p:custDataLst>
          </p:nvPr>
        </p:nvSpPr>
        <p:spPr>
          <a:xfrm>
            <a:off x="686079" y="3276599"/>
            <a:ext cx="861060" cy="1892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b="1" dirty="0">
                <a:solidFill>
                  <a:srgbClr val="231913"/>
                </a:solidFill>
                <a:latin typeface="Calibri" panose="020F0502020204030204"/>
                <a:cs typeface="Calibri" panose="020F0502020204030204"/>
              </a:rPr>
              <a:t>Deep</a:t>
            </a:r>
            <a:r>
              <a:rPr sz="1150" b="1" spc="-20" dirty="0">
                <a:solidFill>
                  <a:srgbClr val="231913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150" b="1" spc="-10" dirty="0">
                <a:solidFill>
                  <a:srgbClr val="231913"/>
                </a:solidFill>
                <a:latin typeface="Calibri" panose="020F0502020204030204"/>
                <a:cs typeface="Calibri" panose="020F0502020204030204"/>
              </a:rPr>
              <a:t>Maroon</a:t>
            </a:r>
            <a:endParaRPr sz="1150"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10" name="object 10"/>
          <p:cNvGrpSpPr/>
          <p:nvPr>
            <p:custDataLst>
              <p:tags r:id="rId5"/>
            </p:custDataLst>
          </p:nvPr>
        </p:nvGrpSpPr>
        <p:grpSpPr>
          <a:xfrm>
            <a:off x="3285184" y="1684616"/>
            <a:ext cx="2527935" cy="1384935"/>
            <a:chOff x="3285184" y="1684616"/>
            <a:chExt cx="2527935" cy="1384935"/>
          </a:xfrm>
        </p:grpSpPr>
        <p:sp>
          <p:nvSpPr>
            <p:cNvPr id="11" name="object 11"/>
            <p:cNvSpPr/>
            <p:nvPr>
              <p:custDataLst>
                <p:tags r:id="rId6"/>
              </p:custDataLst>
            </p:nvPr>
          </p:nvSpPr>
          <p:spPr>
            <a:xfrm>
              <a:off x="3291484" y="1690916"/>
              <a:ext cx="2515235" cy="1372235"/>
            </a:xfrm>
            <a:custGeom>
              <a:avLst/>
              <a:gdLst/>
              <a:ahLst/>
              <a:cxnLst/>
              <a:rect l="l" t="t" r="r" b="b"/>
              <a:pathLst>
                <a:path w="2515235" h="1372235">
                  <a:moveTo>
                    <a:pt x="82791" y="0"/>
                  </a:moveTo>
                  <a:lnTo>
                    <a:pt x="41389" y="11163"/>
                  </a:lnTo>
                  <a:lnTo>
                    <a:pt x="11518" y="41402"/>
                  </a:lnTo>
                  <a:lnTo>
                    <a:pt x="355" y="82448"/>
                  </a:lnTo>
                  <a:lnTo>
                    <a:pt x="0" y="1289519"/>
                  </a:lnTo>
                  <a:lnTo>
                    <a:pt x="718" y="1300287"/>
                  </a:lnTo>
                  <a:lnTo>
                    <a:pt x="729" y="1300448"/>
                  </a:lnTo>
                  <a:lnTo>
                    <a:pt x="2837" y="1310852"/>
                  </a:lnTo>
                  <a:lnTo>
                    <a:pt x="2874" y="1311035"/>
                  </a:lnTo>
                  <a:lnTo>
                    <a:pt x="6301" y="1321013"/>
                  </a:lnTo>
                  <a:lnTo>
                    <a:pt x="6370" y="1321214"/>
                  </a:lnTo>
                  <a:lnTo>
                    <a:pt x="11150" y="1330921"/>
                  </a:lnTo>
                  <a:lnTo>
                    <a:pt x="17039" y="1339593"/>
                  </a:lnTo>
                  <a:lnTo>
                    <a:pt x="17141" y="1339743"/>
                  </a:lnTo>
                  <a:lnTo>
                    <a:pt x="50942" y="1365587"/>
                  </a:lnTo>
                  <a:lnTo>
                    <a:pt x="82435" y="1371968"/>
                  </a:lnTo>
                  <a:lnTo>
                    <a:pt x="2432519" y="1371968"/>
                  </a:lnTo>
                  <a:lnTo>
                    <a:pt x="2473921" y="1360805"/>
                  </a:lnTo>
                  <a:lnTo>
                    <a:pt x="2503792" y="1330566"/>
                  </a:lnTo>
                  <a:lnTo>
                    <a:pt x="2514191" y="1300448"/>
                  </a:lnTo>
                  <a:lnTo>
                    <a:pt x="2514223" y="1300287"/>
                  </a:lnTo>
                  <a:lnTo>
                    <a:pt x="2514955" y="1289519"/>
                  </a:lnTo>
                  <a:lnTo>
                    <a:pt x="2514931" y="82448"/>
                  </a:lnTo>
                  <a:lnTo>
                    <a:pt x="2514223" y="71880"/>
                  </a:lnTo>
                  <a:lnTo>
                    <a:pt x="2497801" y="32580"/>
                  </a:lnTo>
                  <a:lnTo>
                    <a:pt x="2464002" y="6738"/>
                  </a:lnTo>
                  <a:lnTo>
                    <a:pt x="2432519" y="368"/>
                  </a:lnTo>
                  <a:lnTo>
                    <a:pt x="82791" y="0"/>
                  </a:lnTo>
                  <a:close/>
                </a:path>
              </a:pathLst>
            </a:custGeom>
            <a:solidFill>
              <a:srgbClr val="C8A12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>
              <p:custDataLst>
                <p:tags r:id="rId7"/>
              </p:custDataLst>
            </p:nvPr>
          </p:nvSpPr>
          <p:spPr>
            <a:xfrm>
              <a:off x="3291484" y="1690916"/>
              <a:ext cx="2515235" cy="1372235"/>
            </a:xfrm>
            <a:custGeom>
              <a:avLst/>
              <a:gdLst/>
              <a:ahLst/>
              <a:cxnLst/>
              <a:rect l="l" t="t" r="r" b="b"/>
              <a:pathLst>
                <a:path w="2515235" h="1372235">
                  <a:moveTo>
                    <a:pt x="355" y="82448"/>
                  </a:moveTo>
                  <a:lnTo>
                    <a:pt x="1087" y="71680"/>
                  </a:lnTo>
                  <a:lnTo>
                    <a:pt x="3236" y="61115"/>
                  </a:lnTo>
                  <a:lnTo>
                    <a:pt x="24568" y="24258"/>
                  </a:lnTo>
                  <a:lnTo>
                    <a:pt x="61285" y="2881"/>
                  </a:lnTo>
                  <a:lnTo>
                    <a:pt x="82791" y="0"/>
                  </a:lnTo>
                  <a:lnTo>
                    <a:pt x="2432519" y="368"/>
                  </a:lnTo>
                  <a:lnTo>
                    <a:pt x="2473553" y="11518"/>
                  </a:lnTo>
                  <a:lnTo>
                    <a:pt x="2503792" y="41402"/>
                  </a:lnTo>
                  <a:lnTo>
                    <a:pt x="2514955" y="82804"/>
                  </a:lnTo>
                  <a:lnTo>
                    <a:pt x="2514955" y="1289519"/>
                  </a:lnTo>
                  <a:lnTo>
                    <a:pt x="2514223" y="1300287"/>
                  </a:lnTo>
                  <a:lnTo>
                    <a:pt x="2512074" y="1310852"/>
                  </a:lnTo>
                  <a:lnTo>
                    <a:pt x="2490743" y="1347709"/>
                  </a:lnTo>
                  <a:lnTo>
                    <a:pt x="2454025" y="1369086"/>
                  </a:lnTo>
                  <a:lnTo>
                    <a:pt x="2432519" y="1371968"/>
                  </a:lnTo>
                  <a:lnTo>
                    <a:pt x="82435" y="1371968"/>
                  </a:lnTo>
                  <a:lnTo>
                    <a:pt x="41389" y="1360805"/>
                  </a:lnTo>
                  <a:lnTo>
                    <a:pt x="11150" y="1330921"/>
                  </a:lnTo>
                  <a:lnTo>
                    <a:pt x="0" y="1289519"/>
                  </a:lnTo>
                  <a:lnTo>
                    <a:pt x="355" y="82448"/>
                  </a:lnTo>
                  <a:close/>
                </a:path>
              </a:pathLst>
            </a:custGeom>
            <a:ln w="12599">
              <a:solidFill>
                <a:srgbClr val="E5D7C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/>
          <p:nvPr>
            <p:custDataLst>
              <p:tags r:id="rId8"/>
            </p:custDataLst>
          </p:nvPr>
        </p:nvSpPr>
        <p:spPr>
          <a:xfrm>
            <a:off x="3429279" y="3260089"/>
            <a:ext cx="715010" cy="1892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b="1" spc="-10" dirty="0">
                <a:solidFill>
                  <a:srgbClr val="231913"/>
                </a:solidFill>
                <a:latin typeface="Calibri" panose="020F0502020204030204"/>
                <a:cs typeface="Calibri" panose="020F0502020204030204"/>
              </a:rPr>
              <a:t>Warm</a:t>
            </a:r>
            <a:r>
              <a:rPr sz="1150" b="1" spc="-30" dirty="0">
                <a:solidFill>
                  <a:srgbClr val="231913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150" b="1" spc="-20" dirty="0">
                <a:solidFill>
                  <a:srgbClr val="231913"/>
                </a:solidFill>
                <a:latin typeface="Calibri" panose="020F0502020204030204"/>
                <a:cs typeface="Calibri" panose="020F0502020204030204"/>
              </a:rPr>
              <a:t>Gold</a:t>
            </a:r>
            <a:endParaRPr sz="1150"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16" name="object 16"/>
          <p:cNvGrpSpPr/>
          <p:nvPr>
            <p:custDataLst>
              <p:tags r:id="rId9"/>
            </p:custDataLst>
          </p:nvPr>
        </p:nvGrpSpPr>
        <p:grpSpPr>
          <a:xfrm>
            <a:off x="6028384" y="1684616"/>
            <a:ext cx="2527935" cy="1384935"/>
            <a:chOff x="6028384" y="1684616"/>
            <a:chExt cx="2527935" cy="1384935"/>
          </a:xfrm>
        </p:grpSpPr>
        <p:sp>
          <p:nvSpPr>
            <p:cNvPr id="17" name="object 17"/>
            <p:cNvSpPr/>
            <p:nvPr>
              <p:custDataLst>
                <p:tags r:id="rId10"/>
              </p:custDataLst>
            </p:nvPr>
          </p:nvSpPr>
          <p:spPr>
            <a:xfrm>
              <a:off x="6034684" y="1690916"/>
              <a:ext cx="2515235" cy="1372235"/>
            </a:xfrm>
            <a:custGeom>
              <a:avLst/>
              <a:gdLst/>
              <a:ahLst/>
              <a:cxnLst/>
              <a:rect l="l" t="t" r="r" b="b"/>
              <a:pathLst>
                <a:path w="2515234" h="1372235">
                  <a:moveTo>
                    <a:pt x="82791" y="0"/>
                  </a:moveTo>
                  <a:lnTo>
                    <a:pt x="41389" y="11163"/>
                  </a:lnTo>
                  <a:lnTo>
                    <a:pt x="11518" y="41402"/>
                  </a:lnTo>
                  <a:lnTo>
                    <a:pt x="355" y="82448"/>
                  </a:lnTo>
                  <a:lnTo>
                    <a:pt x="0" y="1289519"/>
                  </a:lnTo>
                  <a:lnTo>
                    <a:pt x="718" y="1300287"/>
                  </a:lnTo>
                  <a:lnTo>
                    <a:pt x="729" y="1300448"/>
                  </a:lnTo>
                  <a:lnTo>
                    <a:pt x="2837" y="1310852"/>
                  </a:lnTo>
                  <a:lnTo>
                    <a:pt x="2874" y="1311035"/>
                  </a:lnTo>
                  <a:lnTo>
                    <a:pt x="6301" y="1321013"/>
                  </a:lnTo>
                  <a:lnTo>
                    <a:pt x="6370" y="1321214"/>
                  </a:lnTo>
                  <a:lnTo>
                    <a:pt x="11150" y="1330921"/>
                  </a:lnTo>
                  <a:lnTo>
                    <a:pt x="17039" y="1339593"/>
                  </a:lnTo>
                  <a:lnTo>
                    <a:pt x="17141" y="1339743"/>
                  </a:lnTo>
                  <a:lnTo>
                    <a:pt x="50942" y="1365587"/>
                  </a:lnTo>
                  <a:lnTo>
                    <a:pt x="82435" y="1371968"/>
                  </a:lnTo>
                  <a:lnTo>
                    <a:pt x="2432519" y="1371968"/>
                  </a:lnTo>
                  <a:lnTo>
                    <a:pt x="2473921" y="1360805"/>
                  </a:lnTo>
                  <a:lnTo>
                    <a:pt x="2503792" y="1330566"/>
                  </a:lnTo>
                  <a:lnTo>
                    <a:pt x="2508473" y="1321214"/>
                  </a:lnTo>
                  <a:lnTo>
                    <a:pt x="2508574" y="1321013"/>
                  </a:lnTo>
                  <a:lnTo>
                    <a:pt x="2512011" y="1311035"/>
                  </a:lnTo>
                  <a:lnTo>
                    <a:pt x="2512074" y="1310852"/>
                  </a:lnTo>
                  <a:lnTo>
                    <a:pt x="2514191" y="1300448"/>
                  </a:lnTo>
                  <a:lnTo>
                    <a:pt x="2514223" y="1300287"/>
                  </a:lnTo>
                  <a:lnTo>
                    <a:pt x="2514955" y="1289519"/>
                  </a:lnTo>
                  <a:lnTo>
                    <a:pt x="2514931" y="82448"/>
                  </a:lnTo>
                  <a:lnTo>
                    <a:pt x="2503792" y="41402"/>
                  </a:lnTo>
                  <a:lnTo>
                    <a:pt x="2473553" y="11518"/>
                  </a:lnTo>
                  <a:lnTo>
                    <a:pt x="2432519" y="368"/>
                  </a:lnTo>
                  <a:lnTo>
                    <a:pt x="82791" y="0"/>
                  </a:lnTo>
                  <a:close/>
                </a:path>
              </a:pathLst>
            </a:custGeom>
            <a:solidFill>
              <a:srgbClr val="0E756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>
              <p:custDataLst>
                <p:tags r:id="rId11"/>
              </p:custDataLst>
            </p:nvPr>
          </p:nvSpPr>
          <p:spPr>
            <a:xfrm>
              <a:off x="6034684" y="1690916"/>
              <a:ext cx="2515235" cy="1372235"/>
            </a:xfrm>
            <a:custGeom>
              <a:avLst/>
              <a:gdLst/>
              <a:ahLst/>
              <a:cxnLst/>
              <a:rect l="l" t="t" r="r" b="b"/>
              <a:pathLst>
                <a:path w="2515234" h="1372235">
                  <a:moveTo>
                    <a:pt x="355" y="82448"/>
                  </a:moveTo>
                  <a:lnTo>
                    <a:pt x="1087" y="71680"/>
                  </a:lnTo>
                  <a:lnTo>
                    <a:pt x="3236" y="61115"/>
                  </a:lnTo>
                  <a:lnTo>
                    <a:pt x="24568" y="24258"/>
                  </a:lnTo>
                  <a:lnTo>
                    <a:pt x="61285" y="2881"/>
                  </a:lnTo>
                  <a:lnTo>
                    <a:pt x="82791" y="0"/>
                  </a:lnTo>
                  <a:lnTo>
                    <a:pt x="2432519" y="368"/>
                  </a:lnTo>
                  <a:lnTo>
                    <a:pt x="2473553" y="11518"/>
                  </a:lnTo>
                  <a:lnTo>
                    <a:pt x="2503792" y="41402"/>
                  </a:lnTo>
                  <a:lnTo>
                    <a:pt x="2514955" y="82804"/>
                  </a:lnTo>
                  <a:lnTo>
                    <a:pt x="2514955" y="1289519"/>
                  </a:lnTo>
                  <a:lnTo>
                    <a:pt x="2514223" y="1300287"/>
                  </a:lnTo>
                  <a:lnTo>
                    <a:pt x="2512074" y="1310852"/>
                  </a:lnTo>
                  <a:lnTo>
                    <a:pt x="2490743" y="1347709"/>
                  </a:lnTo>
                  <a:lnTo>
                    <a:pt x="2454025" y="1369086"/>
                  </a:lnTo>
                  <a:lnTo>
                    <a:pt x="2432519" y="1371968"/>
                  </a:lnTo>
                  <a:lnTo>
                    <a:pt x="82435" y="1371968"/>
                  </a:lnTo>
                  <a:lnTo>
                    <a:pt x="41389" y="1360805"/>
                  </a:lnTo>
                  <a:lnTo>
                    <a:pt x="11150" y="1330921"/>
                  </a:lnTo>
                  <a:lnTo>
                    <a:pt x="0" y="1289519"/>
                  </a:lnTo>
                  <a:lnTo>
                    <a:pt x="355" y="82448"/>
                  </a:lnTo>
                  <a:close/>
                </a:path>
              </a:pathLst>
            </a:custGeom>
            <a:ln w="12599">
              <a:solidFill>
                <a:srgbClr val="E5D7C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/>
          <p:cNvSpPr txBox="1"/>
          <p:nvPr>
            <p:custDataLst>
              <p:tags r:id="rId12"/>
            </p:custDataLst>
          </p:nvPr>
        </p:nvSpPr>
        <p:spPr>
          <a:xfrm>
            <a:off x="6096279" y="3276599"/>
            <a:ext cx="266065" cy="1892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b="1" spc="-20" dirty="0">
                <a:solidFill>
                  <a:srgbClr val="231913"/>
                </a:solidFill>
                <a:latin typeface="Calibri" panose="020F0502020204030204"/>
                <a:cs typeface="Calibri" panose="020F0502020204030204"/>
              </a:rPr>
              <a:t>Teal</a:t>
            </a:r>
            <a:endParaRPr sz="1150"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22" name="object 22"/>
          <p:cNvGrpSpPr/>
          <p:nvPr>
            <p:custDataLst>
              <p:tags r:id="rId13"/>
            </p:custDataLst>
          </p:nvPr>
        </p:nvGrpSpPr>
        <p:grpSpPr>
          <a:xfrm>
            <a:off x="8771584" y="1684616"/>
            <a:ext cx="2527935" cy="1384935"/>
            <a:chOff x="8771584" y="1684616"/>
            <a:chExt cx="2527935" cy="1384935"/>
          </a:xfrm>
        </p:grpSpPr>
        <p:sp>
          <p:nvSpPr>
            <p:cNvPr id="23" name="object 23"/>
            <p:cNvSpPr/>
            <p:nvPr>
              <p:custDataLst>
                <p:tags r:id="rId14"/>
              </p:custDataLst>
            </p:nvPr>
          </p:nvSpPr>
          <p:spPr>
            <a:xfrm>
              <a:off x="8777884" y="1690916"/>
              <a:ext cx="2515235" cy="1372235"/>
            </a:xfrm>
            <a:custGeom>
              <a:avLst/>
              <a:gdLst/>
              <a:ahLst/>
              <a:cxnLst/>
              <a:rect l="l" t="t" r="r" b="b"/>
              <a:pathLst>
                <a:path w="2515234" h="1372235">
                  <a:moveTo>
                    <a:pt x="82791" y="0"/>
                  </a:moveTo>
                  <a:lnTo>
                    <a:pt x="41389" y="11163"/>
                  </a:lnTo>
                  <a:lnTo>
                    <a:pt x="11518" y="41402"/>
                  </a:lnTo>
                  <a:lnTo>
                    <a:pt x="355" y="82448"/>
                  </a:lnTo>
                  <a:lnTo>
                    <a:pt x="0" y="1289519"/>
                  </a:lnTo>
                  <a:lnTo>
                    <a:pt x="718" y="1300287"/>
                  </a:lnTo>
                  <a:lnTo>
                    <a:pt x="729" y="1300448"/>
                  </a:lnTo>
                  <a:lnTo>
                    <a:pt x="2837" y="1310852"/>
                  </a:lnTo>
                  <a:lnTo>
                    <a:pt x="2874" y="1311035"/>
                  </a:lnTo>
                  <a:lnTo>
                    <a:pt x="6301" y="1321013"/>
                  </a:lnTo>
                  <a:lnTo>
                    <a:pt x="6370" y="1321214"/>
                  </a:lnTo>
                  <a:lnTo>
                    <a:pt x="32362" y="1354819"/>
                  </a:lnTo>
                  <a:lnTo>
                    <a:pt x="71668" y="1371236"/>
                  </a:lnTo>
                  <a:lnTo>
                    <a:pt x="82435" y="1371968"/>
                  </a:lnTo>
                  <a:lnTo>
                    <a:pt x="2432519" y="1371968"/>
                  </a:lnTo>
                  <a:lnTo>
                    <a:pt x="2473921" y="1360805"/>
                  </a:lnTo>
                  <a:lnTo>
                    <a:pt x="2503792" y="1330566"/>
                  </a:lnTo>
                  <a:lnTo>
                    <a:pt x="2508473" y="1321214"/>
                  </a:lnTo>
                  <a:lnTo>
                    <a:pt x="2508574" y="1321013"/>
                  </a:lnTo>
                  <a:lnTo>
                    <a:pt x="2512011" y="1311035"/>
                  </a:lnTo>
                  <a:lnTo>
                    <a:pt x="2512074" y="1310852"/>
                  </a:lnTo>
                  <a:lnTo>
                    <a:pt x="2514191" y="1300448"/>
                  </a:lnTo>
                  <a:lnTo>
                    <a:pt x="2514223" y="1300287"/>
                  </a:lnTo>
                  <a:lnTo>
                    <a:pt x="2514955" y="1289519"/>
                  </a:lnTo>
                  <a:lnTo>
                    <a:pt x="2514931" y="82448"/>
                  </a:lnTo>
                  <a:lnTo>
                    <a:pt x="2503792" y="41402"/>
                  </a:lnTo>
                  <a:lnTo>
                    <a:pt x="2473553" y="11518"/>
                  </a:lnTo>
                  <a:lnTo>
                    <a:pt x="2432519" y="368"/>
                  </a:lnTo>
                  <a:lnTo>
                    <a:pt x="82791" y="0"/>
                  </a:lnTo>
                  <a:close/>
                </a:path>
              </a:pathLst>
            </a:custGeom>
            <a:solidFill>
              <a:srgbClr val="FAF0E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>
              <p:custDataLst>
                <p:tags r:id="rId15"/>
              </p:custDataLst>
            </p:nvPr>
          </p:nvSpPr>
          <p:spPr>
            <a:xfrm>
              <a:off x="8777884" y="1690916"/>
              <a:ext cx="2515235" cy="1372235"/>
            </a:xfrm>
            <a:custGeom>
              <a:avLst/>
              <a:gdLst/>
              <a:ahLst/>
              <a:cxnLst/>
              <a:rect l="l" t="t" r="r" b="b"/>
              <a:pathLst>
                <a:path w="2515234" h="1372235">
                  <a:moveTo>
                    <a:pt x="355" y="82448"/>
                  </a:moveTo>
                  <a:lnTo>
                    <a:pt x="1087" y="71680"/>
                  </a:lnTo>
                  <a:lnTo>
                    <a:pt x="3236" y="61115"/>
                  </a:lnTo>
                  <a:lnTo>
                    <a:pt x="24568" y="24258"/>
                  </a:lnTo>
                  <a:lnTo>
                    <a:pt x="61285" y="2881"/>
                  </a:lnTo>
                  <a:lnTo>
                    <a:pt x="82791" y="0"/>
                  </a:lnTo>
                  <a:lnTo>
                    <a:pt x="2432519" y="368"/>
                  </a:lnTo>
                  <a:lnTo>
                    <a:pt x="2473553" y="11518"/>
                  </a:lnTo>
                  <a:lnTo>
                    <a:pt x="2503792" y="41402"/>
                  </a:lnTo>
                  <a:lnTo>
                    <a:pt x="2514955" y="82804"/>
                  </a:lnTo>
                  <a:lnTo>
                    <a:pt x="2514955" y="1289519"/>
                  </a:lnTo>
                  <a:lnTo>
                    <a:pt x="2514223" y="1300287"/>
                  </a:lnTo>
                  <a:lnTo>
                    <a:pt x="2512074" y="1310852"/>
                  </a:lnTo>
                  <a:lnTo>
                    <a:pt x="2490743" y="1347709"/>
                  </a:lnTo>
                  <a:lnTo>
                    <a:pt x="2454025" y="1369086"/>
                  </a:lnTo>
                  <a:lnTo>
                    <a:pt x="2432519" y="1371968"/>
                  </a:lnTo>
                  <a:lnTo>
                    <a:pt x="82435" y="1371968"/>
                  </a:lnTo>
                  <a:lnTo>
                    <a:pt x="41389" y="1360805"/>
                  </a:lnTo>
                  <a:lnTo>
                    <a:pt x="11150" y="1330921"/>
                  </a:lnTo>
                  <a:lnTo>
                    <a:pt x="0" y="1289519"/>
                  </a:lnTo>
                  <a:lnTo>
                    <a:pt x="355" y="82448"/>
                  </a:lnTo>
                  <a:close/>
                </a:path>
              </a:pathLst>
            </a:custGeom>
            <a:ln w="12599">
              <a:solidFill>
                <a:srgbClr val="E5D7C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" name="object 26"/>
          <p:cNvSpPr txBox="1"/>
          <p:nvPr>
            <p:custDataLst>
              <p:tags r:id="rId16"/>
            </p:custDataLst>
          </p:nvPr>
        </p:nvSpPr>
        <p:spPr>
          <a:xfrm>
            <a:off x="8902344" y="3200399"/>
            <a:ext cx="691515" cy="1892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b="1" dirty="0">
                <a:solidFill>
                  <a:srgbClr val="231913"/>
                </a:solidFill>
                <a:latin typeface="Calibri" panose="020F0502020204030204"/>
                <a:cs typeface="Calibri" panose="020F0502020204030204"/>
              </a:rPr>
              <a:t>Soft</a:t>
            </a:r>
            <a:r>
              <a:rPr sz="1150" b="1" spc="-45" dirty="0">
                <a:solidFill>
                  <a:srgbClr val="231913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150" b="1" spc="-10" dirty="0">
                <a:solidFill>
                  <a:srgbClr val="231913"/>
                </a:solidFill>
                <a:latin typeface="Calibri" panose="020F0502020204030204"/>
                <a:cs typeface="Calibri" panose="020F0502020204030204"/>
              </a:rPr>
              <a:t>Cream</a:t>
            </a:r>
            <a:endParaRPr sz="115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35584" y="4071149"/>
            <a:ext cx="110236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solidFill>
                  <a:srgbClr val="8A1919"/>
                </a:solidFill>
                <a:latin typeface="Times New Roman" panose="02020603050405020304"/>
                <a:cs typeface="Times New Roman" panose="02020603050405020304"/>
              </a:rPr>
              <a:t>Typography</a:t>
            </a:r>
            <a:endParaRPr sz="16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35584" y="4563328"/>
            <a:ext cx="4807585" cy="5715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0000"/>
              </a:lnSpc>
              <a:spcBef>
                <a:spcPts val="100"/>
              </a:spcBef>
            </a:pPr>
            <a:r>
              <a:rPr sz="1400" dirty="0">
                <a:solidFill>
                  <a:schemeClr val="tx1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1400" spc="-45" dirty="0">
                <a:solidFill>
                  <a:schemeClr val="tx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dirty="0">
                <a:solidFill>
                  <a:schemeClr val="tx1"/>
                </a:solidFill>
                <a:latin typeface="Calibri" panose="020F0502020204030204"/>
                <a:cs typeface="Calibri" panose="020F0502020204030204"/>
              </a:rPr>
              <a:t>serif</a:t>
            </a:r>
            <a:r>
              <a:rPr sz="1400" spc="-35" dirty="0">
                <a:solidFill>
                  <a:schemeClr val="tx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spc="-10" dirty="0">
                <a:solidFill>
                  <a:schemeClr val="tx1"/>
                </a:solidFill>
                <a:latin typeface="Calibri" panose="020F0502020204030204"/>
                <a:cs typeface="Calibri" panose="020F0502020204030204"/>
              </a:rPr>
              <a:t>display</a:t>
            </a:r>
            <a:r>
              <a:rPr sz="1400" spc="-35" dirty="0">
                <a:solidFill>
                  <a:schemeClr val="tx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dirty="0">
                <a:solidFill>
                  <a:schemeClr val="tx1"/>
                </a:solidFill>
                <a:latin typeface="Calibri" panose="020F0502020204030204"/>
                <a:cs typeface="Calibri" panose="020F0502020204030204"/>
              </a:rPr>
              <a:t>face</a:t>
            </a:r>
            <a:r>
              <a:rPr sz="1400" spc="-35" dirty="0">
                <a:solidFill>
                  <a:schemeClr val="tx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dirty="0">
                <a:solidFill>
                  <a:schemeClr val="tx1"/>
                </a:solidFill>
                <a:latin typeface="Calibri" panose="020F0502020204030204"/>
                <a:cs typeface="Calibri" panose="020F0502020204030204"/>
              </a:rPr>
              <a:t>for</a:t>
            </a:r>
            <a:r>
              <a:rPr sz="1400" spc="-25" dirty="0">
                <a:solidFill>
                  <a:schemeClr val="tx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dirty="0">
                <a:solidFill>
                  <a:schemeClr val="tx1"/>
                </a:solidFill>
                <a:latin typeface="Calibri" panose="020F0502020204030204"/>
                <a:cs typeface="Calibri" panose="020F0502020204030204"/>
              </a:rPr>
              <a:t>headings</a:t>
            </a:r>
            <a:r>
              <a:rPr sz="1400" spc="-30" dirty="0">
                <a:solidFill>
                  <a:schemeClr val="tx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spc="-10" dirty="0">
                <a:solidFill>
                  <a:schemeClr val="tx1"/>
                </a:solidFill>
                <a:latin typeface="Calibri" panose="020F0502020204030204"/>
                <a:cs typeface="Calibri" panose="020F0502020204030204"/>
              </a:rPr>
              <a:t>paired</a:t>
            </a:r>
            <a:r>
              <a:rPr sz="1400" spc="-35" dirty="0">
                <a:solidFill>
                  <a:schemeClr val="tx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dirty="0">
                <a:solidFill>
                  <a:schemeClr val="tx1"/>
                </a:solidFill>
                <a:latin typeface="Calibri" panose="020F0502020204030204"/>
                <a:cs typeface="Calibri" panose="020F0502020204030204"/>
              </a:rPr>
              <a:t>with</a:t>
            </a:r>
            <a:r>
              <a:rPr sz="1400" spc="-35" dirty="0">
                <a:solidFill>
                  <a:schemeClr val="tx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dirty="0">
                <a:solidFill>
                  <a:schemeClr val="tx1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1400" spc="-35" dirty="0">
                <a:solidFill>
                  <a:schemeClr val="tx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dirty="0">
                <a:solidFill>
                  <a:schemeClr val="tx1"/>
                </a:solidFill>
                <a:latin typeface="Calibri" panose="020F0502020204030204"/>
                <a:cs typeface="Calibri" panose="020F0502020204030204"/>
              </a:rPr>
              <a:t>clean</a:t>
            </a:r>
            <a:r>
              <a:rPr sz="1400" spc="-35" dirty="0">
                <a:solidFill>
                  <a:schemeClr val="tx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dirty="0">
                <a:solidFill>
                  <a:schemeClr val="tx1"/>
                </a:solidFill>
                <a:latin typeface="Calibri" panose="020F0502020204030204"/>
                <a:cs typeface="Calibri" panose="020F0502020204030204"/>
              </a:rPr>
              <a:t>sans</a:t>
            </a:r>
            <a:r>
              <a:rPr sz="1400" spc="-30" dirty="0">
                <a:solidFill>
                  <a:schemeClr val="tx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dirty="0">
                <a:solidFill>
                  <a:schemeClr val="tx1"/>
                </a:solidFill>
                <a:latin typeface="Calibri" panose="020F0502020204030204"/>
                <a:cs typeface="Calibri" panose="020F0502020204030204"/>
              </a:rPr>
              <a:t>body</a:t>
            </a:r>
            <a:r>
              <a:rPr sz="1400" spc="-30" dirty="0">
                <a:solidFill>
                  <a:schemeClr val="tx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lang="en-US" altLang="" sz="1400" spc="-30" dirty="0">
                <a:solidFill>
                  <a:schemeClr val="tx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spc="-10" dirty="0">
                <a:solidFill>
                  <a:schemeClr val="tx1"/>
                </a:solidFill>
                <a:latin typeface="Calibri" panose="020F0502020204030204"/>
                <a:cs typeface="Calibri" panose="020F0502020204030204"/>
              </a:rPr>
              <a:t>confident </a:t>
            </a:r>
            <a:r>
              <a:rPr sz="1400" dirty="0">
                <a:solidFill>
                  <a:schemeClr val="tx1"/>
                </a:solidFill>
                <a:latin typeface="Calibri" panose="020F0502020204030204"/>
                <a:cs typeface="Calibri" panose="020F0502020204030204"/>
              </a:rPr>
              <a:t>titles,</a:t>
            </a:r>
            <a:r>
              <a:rPr sz="1400" spc="-50" dirty="0">
                <a:solidFill>
                  <a:schemeClr val="tx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spc="-25" dirty="0">
                <a:solidFill>
                  <a:schemeClr val="tx1"/>
                </a:solidFill>
                <a:latin typeface="Calibri" panose="020F0502020204030204"/>
                <a:cs typeface="Calibri" panose="020F0502020204030204"/>
              </a:rPr>
              <a:t>easy-</a:t>
            </a:r>
            <a:r>
              <a:rPr sz="1400" spc="-10" dirty="0">
                <a:solidFill>
                  <a:schemeClr val="tx1"/>
                </a:solidFill>
                <a:latin typeface="Calibri" panose="020F0502020204030204"/>
                <a:cs typeface="Calibri" panose="020F0502020204030204"/>
              </a:rPr>
              <a:t>to-</a:t>
            </a:r>
            <a:r>
              <a:rPr sz="1400" dirty="0">
                <a:solidFill>
                  <a:schemeClr val="tx1"/>
                </a:solidFill>
                <a:latin typeface="Calibri" panose="020F0502020204030204"/>
                <a:cs typeface="Calibri" panose="020F0502020204030204"/>
              </a:rPr>
              <a:t>scan</a:t>
            </a:r>
            <a:r>
              <a:rPr sz="1400" spc="-45" dirty="0">
                <a:solidFill>
                  <a:schemeClr val="tx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dirty="0">
                <a:solidFill>
                  <a:schemeClr val="tx1"/>
                </a:solidFill>
                <a:latin typeface="Calibri" panose="020F0502020204030204"/>
                <a:cs typeface="Calibri" panose="020F0502020204030204"/>
              </a:rPr>
              <a:t>copy</a:t>
            </a:r>
            <a:r>
              <a:rPr sz="1400" spc="-35" dirty="0">
                <a:solidFill>
                  <a:schemeClr val="tx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dirty="0">
                <a:solidFill>
                  <a:schemeClr val="tx1"/>
                </a:solidFill>
                <a:latin typeface="Calibri" panose="020F0502020204030204"/>
                <a:cs typeface="Calibri" panose="020F0502020204030204"/>
              </a:rPr>
              <a:t>across</a:t>
            </a:r>
            <a:r>
              <a:rPr sz="1400" spc="-45" dirty="0">
                <a:solidFill>
                  <a:schemeClr val="tx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dirty="0">
                <a:solidFill>
                  <a:schemeClr val="tx1"/>
                </a:solidFill>
                <a:latin typeface="Calibri" panose="020F0502020204030204"/>
                <a:cs typeface="Calibri" panose="020F0502020204030204"/>
              </a:rPr>
              <a:t>every</a:t>
            </a:r>
            <a:r>
              <a:rPr sz="1400" spc="-45" dirty="0">
                <a:solidFill>
                  <a:schemeClr val="tx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spc="-20" dirty="0">
                <a:solidFill>
                  <a:schemeClr val="tx1"/>
                </a:solidFill>
                <a:latin typeface="Calibri" panose="020F0502020204030204"/>
                <a:cs typeface="Calibri" panose="020F0502020204030204"/>
              </a:rPr>
              <a:t>page.</a:t>
            </a:r>
            <a:endParaRPr sz="1400" spc="-20" dirty="0">
              <a:solidFill>
                <a:schemeClr val="tx1"/>
              </a:solidFill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35305" y="5320665"/>
            <a:ext cx="4399915" cy="805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231913"/>
                </a:solidFill>
                <a:latin typeface="Times New Roman" panose="02020603050405020304"/>
                <a:cs typeface="Times New Roman" panose="02020603050405020304"/>
              </a:rPr>
              <a:t>Heading</a:t>
            </a:r>
            <a:r>
              <a:rPr sz="2000" b="1" spc="180" dirty="0">
                <a:solidFill>
                  <a:srgbClr val="23191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spc="-20" dirty="0">
                <a:solidFill>
                  <a:srgbClr val="231913"/>
                </a:solidFill>
                <a:latin typeface="Times New Roman" panose="02020603050405020304"/>
                <a:cs typeface="Times New Roman" panose="02020603050405020304"/>
              </a:rPr>
              <a:t>Style</a:t>
            </a:r>
            <a:endParaRPr sz="20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1620"/>
              </a:spcBef>
            </a:pPr>
            <a:r>
              <a:rPr sz="1800" dirty="0">
                <a:solidFill>
                  <a:schemeClr val="tx1"/>
                </a:solidFill>
                <a:latin typeface="Calibri" panose="020F0502020204030204"/>
                <a:cs typeface="Calibri" panose="020F0502020204030204"/>
              </a:rPr>
              <a:t>Body</a:t>
            </a:r>
            <a:r>
              <a:rPr sz="1800" spc="-55" dirty="0">
                <a:solidFill>
                  <a:schemeClr val="tx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solidFill>
                  <a:schemeClr val="tx1"/>
                </a:solidFill>
                <a:latin typeface="Calibri" panose="020F0502020204030204"/>
                <a:cs typeface="Calibri" panose="020F0502020204030204"/>
              </a:rPr>
              <a:t>text</a:t>
            </a:r>
            <a:r>
              <a:rPr sz="1800" spc="-40" dirty="0">
                <a:solidFill>
                  <a:schemeClr val="tx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solidFill>
                  <a:schemeClr val="tx1"/>
                </a:solidFill>
                <a:latin typeface="Calibri" panose="020F0502020204030204"/>
                <a:cs typeface="Calibri" panose="020F0502020204030204"/>
              </a:rPr>
              <a:t>for</a:t>
            </a:r>
            <a:r>
              <a:rPr sz="1800" spc="-50" dirty="0">
                <a:solidFill>
                  <a:schemeClr val="tx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00" spc="-10" dirty="0">
                <a:solidFill>
                  <a:schemeClr val="tx1"/>
                </a:solidFill>
                <a:latin typeface="Calibri" panose="020F0502020204030204"/>
                <a:cs typeface="Calibri" panose="020F0502020204030204"/>
              </a:rPr>
              <a:t>descriptions,</a:t>
            </a:r>
            <a:r>
              <a:rPr sz="1800" spc="-50" dirty="0">
                <a:solidFill>
                  <a:schemeClr val="tx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solidFill>
                  <a:schemeClr val="tx1"/>
                </a:solidFill>
                <a:latin typeface="Calibri" panose="020F0502020204030204"/>
                <a:cs typeface="Calibri" panose="020F0502020204030204"/>
              </a:rPr>
              <a:t>prices</a:t>
            </a:r>
            <a:r>
              <a:rPr sz="1800" spc="-40" dirty="0">
                <a:solidFill>
                  <a:schemeClr val="tx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solidFill>
                  <a:schemeClr val="tx1"/>
                </a:solidFill>
                <a:latin typeface="Calibri" panose="020F0502020204030204"/>
                <a:cs typeface="Calibri" panose="020F0502020204030204"/>
              </a:rPr>
              <a:t>and</a:t>
            </a:r>
            <a:r>
              <a:rPr sz="1800" spc="-55" dirty="0">
                <a:solidFill>
                  <a:schemeClr val="tx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00" spc="-10" dirty="0">
                <a:solidFill>
                  <a:schemeClr val="tx1"/>
                </a:solidFill>
                <a:latin typeface="Calibri" panose="020F0502020204030204"/>
                <a:cs typeface="Calibri" panose="020F0502020204030204"/>
              </a:rPr>
              <a:t>captions.</a:t>
            </a:r>
            <a:endParaRPr sz="1800" spc="-10" dirty="0">
              <a:solidFill>
                <a:schemeClr val="tx1"/>
              </a:solidFill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6296304" y="4071149"/>
            <a:ext cx="146812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solidFill>
                  <a:srgbClr val="8A1919"/>
                </a:solidFill>
                <a:latin typeface="Times New Roman" panose="02020603050405020304"/>
                <a:cs typeface="Times New Roman" panose="02020603050405020304"/>
              </a:rPr>
              <a:t>Recurring</a:t>
            </a:r>
            <a:r>
              <a:rPr sz="1600" b="1" spc="70" dirty="0">
                <a:solidFill>
                  <a:srgbClr val="8A1919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20" dirty="0">
                <a:solidFill>
                  <a:srgbClr val="8A1919"/>
                </a:solidFill>
                <a:latin typeface="Times New Roman" panose="02020603050405020304"/>
                <a:cs typeface="Times New Roman" panose="02020603050405020304"/>
              </a:rPr>
              <a:t>Motif</a:t>
            </a:r>
            <a:endParaRPr sz="16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6240145" y="4406900"/>
            <a:ext cx="5052695" cy="1176655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12700" marR="5080">
              <a:lnSpc>
                <a:spcPct val="130000"/>
              </a:lnSpc>
              <a:spcBef>
                <a:spcPts val="100"/>
              </a:spcBef>
            </a:pPr>
            <a:r>
              <a:rPr sz="1600" spc="-10" dirty="0">
                <a:solidFill>
                  <a:schemeClr val="tx1"/>
                </a:solidFill>
                <a:latin typeface="Calibri" panose="020F0502020204030204"/>
                <a:cs typeface="Calibri" panose="020F0502020204030204"/>
              </a:rPr>
              <a:t>Rounded</a:t>
            </a:r>
            <a:r>
              <a:rPr sz="1600" spc="-35" dirty="0">
                <a:solidFill>
                  <a:schemeClr val="tx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600" spc="-10" dirty="0">
                <a:solidFill>
                  <a:schemeClr val="tx1"/>
                </a:solidFill>
                <a:latin typeface="Calibri" panose="020F0502020204030204"/>
                <a:cs typeface="Calibri" panose="020F0502020204030204"/>
              </a:rPr>
              <a:t>cards</a:t>
            </a:r>
            <a:r>
              <a:rPr sz="1600" spc="-40" dirty="0">
                <a:solidFill>
                  <a:schemeClr val="tx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solidFill>
                  <a:schemeClr val="tx1"/>
                </a:solidFill>
                <a:latin typeface="Calibri" panose="020F0502020204030204"/>
                <a:cs typeface="Calibri" panose="020F0502020204030204"/>
              </a:rPr>
              <a:t>and</a:t>
            </a:r>
            <a:r>
              <a:rPr sz="1600" spc="-45" dirty="0">
                <a:solidFill>
                  <a:schemeClr val="tx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600" spc="-10" dirty="0">
                <a:solidFill>
                  <a:schemeClr val="tx1"/>
                </a:solidFill>
                <a:latin typeface="Calibri" panose="020F0502020204030204"/>
                <a:cs typeface="Calibri" panose="020F0502020204030204"/>
              </a:rPr>
              <a:t>numbered</a:t>
            </a:r>
            <a:r>
              <a:rPr sz="1600" spc="-40" dirty="0">
                <a:solidFill>
                  <a:schemeClr val="tx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solidFill>
                  <a:schemeClr val="tx1"/>
                </a:solidFill>
                <a:latin typeface="Calibri" panose="020F0502020204030204"/>
                <a:cs typeface="Calibri" panose="020F0502020204030204"/>
              </a:rPr>
              <a:t>badges</a:t>
            </a:r>
            <a:r>
              <a:rPr sz="1600" spc="-40" dirty="0">
                <a:solidFill>
                  <a:schemeClr val="tx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solidFill>
                  <a:schemeClr val="tx1"/>
                </a:solidFill>
                <a:latin typeface="Calibri" panose="020F0502020204030204"/>
                <a:cs typeface="Calibri" panose="020F0502020204030204"/>
              </a:rPr>
              <a:t>—</a:t>
            </a:r>
            <a:r>
              <a:rPr sz="1600" spc="-35" dirty="0">
                <a:solidFill>
                  <a:schemeClr val="tx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solidFill>
                  <a:schemeClr val="tx1"/>
                </a:solidFill>
                <a:latin typeface="Calibri" panose="020F0502020204030204"/>
                <a:cs typeface="Calibri" panose="020F0502020204030204"/>
              </a:rPr>
              <a:t>cycling</a:t>
            </a:r>
            <a:r>
              <a:rPr sz="1600" spc="-35" dirty="0">
                <a:solidFill>
                  <a:schemeClr val="tx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600" spc="-10" dirty="0">
                <a:solidFill>
                  <a:schemeClr val="tx1"/>
                </a:solidFill>
                <a:latin typeface="Calibri" panose="020F0502020204030204"/>
                <a:cs typeface="Calibri" panose="020F0502020204030204"/>
              </a:rPr>
              <a:t>maroon,</a:t>
            </a:r>
            <a:r>
              <a:rPr sz="1600" spc="-30" dirty="0">
                <a:solidFill>
                  <a:schemeClr val="tx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solidFill>
                  <a:schemeClr val="tx1"/>
                </a:solidFill>
                <a:latin typeface="Calibri" panose="020F0502020204030204"/>
                <a:cs typeface="Calibri" panose="020F0502020204030204"/>
              </a:rPr>
              <a:t>teal,</a:t>
            </a:r>
            <a:r>
              <a:rPr sz="1600" spc="-45" dirty="0">
                <a:solidFill>
                  <a:schemeClr val="tx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solidFill>
                  <a:schemeClr val="tx1"/>
                </a:solidFill>
                <a:latin typeface="Calibri" panose="020F0502020204030204"/>
                <a:cs typeface="Calibri" panose="020F0502020204030204"/>
              </a:rPr>
              <a:t>yellow</a:t>
            </a:r>
            <a:r>
              <a:rPr sz="1600" spc="-35" dirty="0">
                <a:solidFill>
                  <a:schemeClr val="tx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solidFill>
                  <a:schemeClr val="tx1"/>
                </a:solidFill>
                <a:latin typeface="Calibri" panose="020F0502020204030204"/>
                <a:cs typeface="Calibri" panose="020F0502020204030204"/>
              </a:rPr>
              <a:t>and</a:t>
            </a:r>
            <a:r>
              <a:rPr sz="1600" spc="-30" dirty="0">
                <a:solidFill>
                  <a:schemeClr val="tx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600" spc="-20" dirty="0">
                <a:solidFill>
                  <a:schemeClr val="tx1"/>
                </a:solidFill>
                <a:latin typeface="Calibri" panose="020F0502020204030204"/>
                <a:cs typeface="Calibri" panose="020F0502020204030204"/>
              </a:rPr>
              <a:t>dark </a:t>
            </a:r>
            <a:r>
              <a:rPr sz="1600" dirty="0">
                <a:solidFill>
                  <a:schemeClr val="tx1"/>
                </a:solidFill>
                <a:latin typeface="Calibri" panose="020F0502020204030204"/>
                <a:cs typeface="Calibri" panose="020F0502020204030204"/>
              </a:rPr>
              <a:t>red</a:t>
            </a:r>
            <a:r>
              <a:rPr sz="1600" spc="-45" dirty="0">
                <a:solidFill>
                  <a:schemeClr val="tx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solidFill>
                  <a:schemeClr val="tx1"/>
                </a:solidFill>
                <a:latin typeface="Calibri" panose="020F0502020204030204"/>
                <a:cs typeface="Calibri" panose="020F0502020204030204"/>
              </a:rPr>
              <a:t>—</a:t>
            </a:r>
            <a:r>
              <a:rPr sz="1600" spc="-30" dirty="0">
                <a:solidFill>
                  <a:schemeClr val="tx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600" spc="-10" dirty="0">
                <a:solidFill>
                  <a:schemeClr val="tx1"/>
                </a:solidFill>
                <a:latin typeface="Calibri" panose="020F0502020204030204"/>
                <a:cs typeface="Calibri" panose="020F0502020204030204"/>
              </a:rPr>
              <a:t>repeat</a:t>
            </a:r>
            <a:r>
              <a:rPr sz="1600" spc="-35" dirty="0">
                <a:solidFill>
                  <a:schemeClr val="tx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solidFill>
                  <a:schemeClr val="tx1"/>
                </a:solidFill>
                <a:latin typeface="Calibri" panose="020F0502020204030204"/>
                <a:cs typeface="Calibri" panose="020F0502020204030204"/>
              </a:rPr>
              <a:t>across</a:t>
            </a:r>
            <a:r>
              <a:rPr sz="1600" spc="-40" dirty="0">
                <a:solidFill>
                  <a:schemeClr val="tx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solidFill>
                  <a:schemeClr val="tx1"/>
                </a:solidFill>
                <a:latin typeface="Calibri" panose="020F0502020204030204"/>
                <a:cs typeface="Calibri" panose="020F0502020204030204"/>
              </a:rPr>
              <a:t>every</a:t>
            </a:r>
            <a:r>
              <a:rPr sz="1600" spc="-30" dirty="0">
                <a:solidFill>
                  <a:schemeClr val="tx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600" spc="-10" dirty="0">
                <a:solidFill>
                  <a:schemeClr val="tx1"/>
                </a:solidFill>
                <a:latin typeface="Calibri" panose="020F0502020204030204"/>
                <a:cs typeface="Calibri" panose="020F0502020204030204"/>
              </a:rPr>
              <a:t>content</a:t>
            </a:r>
            <a:r>
              <a:rPr sz="1600" spc="-30" dirty="0">
                <a:solidFill>
                  <a:schemeClr val="tx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solidFill>
                  <a:schemeClr val="tx1"/>
                </a:solidFill>
                <a:latin typeface="Calibri" panose="020F0502020204030204"/>
                <a:cs typeface="Calibri" panose="020F0502020204030204"/>
              </a:rPr>
              <a:t>slide</a:t>
            </a:r>
            <a:r>
              <a:rPr sz="1600" spc="-45" dirty="0">
                <a:solidFill>
                  <a:schemeClr val="tx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solidFill>
                  <a:schemeClr val="tx1"/>
                </a:solidFill>
                <a:latin typeface="Calibri" panose="020F0502020204030204"/>
                <a:cs typeface="Calibri" panose="020F0502020204030204"/>
              </a:rPr>
              <a:t>and</a:t>
            </a:r>
            <a:r>
              <a:rPr sz="1600" spc="-30" dirty="0">
                <a:solidFill>
                  <a:schemeClr val="tx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solidFill>
                  <a:schemeClr val="tx1"/>
                </a:solidFill>
                <a:latin typeface="Calibri" panose="020F0502020204030204"/>
                <a:cs typeface="Calibri" panose="020F0502020204030204"/>
              </a:rPr>
              <a:t>site</a:t>
            </a:r>
            <a:r>
              <a:rPr sz="1600" spc="-40" dirty="0">
                <a:solidFill>
                  <a:schemeClr val="tx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600" spc="-10" dirty="0">
                <a:solidFill>
                  <a:schemeClr val="tx1"/>
                </a:solidFill>
                <a:latin typeface="Calibri" panose="020F0502020204030204"/>
                <a:cs typeface="Calibri" panose="020F0502020204030204"/>
              </a:rPr>
              <a:t>page.</a:t>
            </a:r>
            <a:endParaRPr sz="14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38" name="Date Placeholder 37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D8BD707-D9CF-40AE-B4C6-C98DA3205C09}" type="datetime1">
              <a:rPr lang="en-US"/>
            </a:fld>
            <a:endParaRPr lang="en-US"/>
          </a:p>
        </p:txBody>
      </p:sp>
      <p:sp>
        <p:nvSpPr>
          <p:cNvPr id="39" name="Slide Number Placeholder 3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381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25" dirty="0"/>
            </a:fld>
            <a:endParaRPr spc="-25" dirty="0"/>
          </a:p>
        </p:txBody>
      </p:sp>
      <p:sp>
        <p:nvSpPr>
          <p:cNvPr id="40" name="Footer Placeholder 39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t>Elite Stays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Text Box 5"/>
          <p:cNvSpPr txBox="1"/>
          <p:nvPr/>
        </p:nvSpPr>
        <p:spPr>
          <a:xfrm>
            <a:off x="381000" y="533400"/>
            <a:ext cx="11321415" cy="9531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FF0000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W</a:t>
            </a:r>
            <a:r>
              <a:rPr sz="2000" b="1" spc="-80" dirty="0">
                <a:solidFill>
                  <a:srgbClr val="FF0000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 </a:t>
            </a:r>
            <a:r>
              <a:rPr sz="2000" b="1" dirty="0">
                <a:solidFill>
                  <a:srgbClr val="FF0000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R</a:t>
            </a:r>
            <a:r>
              <a:rPr sz="2000" b="1" spc="-75" dirty="0">
                <a:solidFill>
                  <a:srgbClr val="FF0000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 </a:t>
            </a:r>
            <a:r>
              <a:rPr sz="2000" b="1" dirty="0">
                <a:solidFill>
                  <a:srgbClr val="FF0000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A</a:t>
            </a:r>
            <a:r>
              <a:rPr sz="2000" b="1" spc="-70" dirty="0">
                <a:solidFill>
                  <a:srgbClr val="FF0000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 </a:t>
            </a:r>
            <a:r>
              <a:rPr sz="2000" b="1" dirty="0">
                <a:solidFill>
                  <a:srgbClr val="FF0000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P</a:t>
            </a:r>
            <a:r>
              <a:rPr sz="2000" b="1" spc="-100" dirty="0">
                <a:solidFill>
                  <a:srgbClr val="FF0000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 </a:t>
            </a:r>
            <a:r>
              <a:rPr sz="2000" b="1" spc="-10" dirty="0">
                <a:solidFill>
                  <a:srgbClr val="FF0000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U</a:t>
            </a:r>
            <a:r>
              <a:rPr sz="2000" b="1" spc="-70" dirty="0">
                <a:solidFill>
                  <a:srgbClr val="FF0000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 </a:t>
            </a:r>
            <a:r>
              <a:rPr sz="2000" b="1" spc="-50" dirty="0">
                <a:solidFill>
                  <a:srgbClr val="FF0000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P</a:t>
            </a:r>
            <a:br>
              <a:rPr sz="2000" dirty="0">
                <a:solidFill>
                  <a:srgbClr val="FF0000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</a:br>
            <a:r>
              <a:rPr lang="en-US" altLang="" sz="3200" dirty="0">
                <a:latin typeface="Cambria" panose="02040503050406030204" charset="0"/>
                <a:cs typeface="Cambria" panose="02040503050406030204" charset="0"/>
                <a:sym typeface="+mn-ea"/>
              </a:rPr>
              <a:t>                 </a:t>
            </a:r>
            <a:r>
              <a:rPr sz="3600" dirty="0">
                <a:solidFill>
                  <a:srgbClr val="002060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Conclusion</a:t>
            </a:r>
            <a:r>
              <a:rPr sz="3600" spc="125" dirty="0">
                <a:solidFill>
                  <a:srgbClr val="002060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 </a:t>
            </a:r>
            <a:r>
              <a:rPr sz="3600" dirty="0">
                <a:solidFill>
                  <a:srgbClr val="002060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C</a:t>
            </a:r>
            <a:r>
              <a:rPr sz="3600" spc="125" dirty="0">
                <a:solidFill>
                  <a:srgbClr val="002060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 </a:t>
            </a:r>
            <a:r>
              <a:rPr sz="3600" dirty="0">
                <a:solidFill>
                  <a:srgbClr val="002060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Future</a:t>
            </a:r>
            <a:r>
              <a:rPr sz="3600" spc="135" dirty="0">
                <a:solidFill>
                  <a:srgbClr val="002060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 </a:t>
            </a:r>
            <a:r>
              <a:rPr sz="3600" spc="-10" dirty="0">
                <a:solidFill>
                  <a:srgbClr val="002060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Scope</a:t>
            </a:r>
            <a:endParaRPr lang="en-GB" altLang="en-US" sz="3600" spc="-10" dirty="0">
              <a:solidFill>
                <a:srgbClr val="002060"/>
              </a:solidFill>
              <a:latin typeface="Cambria" panose="02040503050406030204" charset="0"/>
              <a:cs typeface="Cambria" panose="02040503050406030204" charset="0"/>
              <a:sym typeface="+mn-e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822325" y="1906905"/>
            <a:ext cx="571500" cy="516255"/>
          </a:xfrm>
          <a:custGeom>
            <a:avLst/>
            <a:gdLst/>
            <a:ahLst/>
            <a:cxnLst/>
            <a:rect l="l" t="t" r="r" b="b"/>
            <a:pathLst>
              <a:path w="503555" h="503555">
                <a:moveTo>
                  <a:pt x="82791" y="0"/>
                </a:moveTo>
                <a:lnTo>
                  <a:pt x="41389" y="11150"/>
                </a:lnTo>
                <a:lnTo>
                  <a:pt x="11518" y="41389"/>
                </a:lnTo>
                <a:lnTo>
                  <a:pt x="355" y="82435"/>
                </a:lnTo>
                <a:lnTo>
                  <a:pt x="0" y="420839"/>
                </a:lnTo>
                <a:lnTo>
                  <a:pt x="719" y="431605"/>
                </a:lnTo>
                <a:lnTo>
                  <a:pt x="729" y="431761"/>
                </a:lnTo>
                <a:lnTo>
                  <a:pt x="2838" y="442166"/>
                </a:lnTo>
                <a:lnTo>
                  <a:pt x="2874" y="442345"/>
                </a:lnTo>
                <a:lnTo>
                  <a:pt x="6299" y="452322"/>
                </a:lnTo>
                <a:lnTo>
                  <a:pt x="6370" y="452527"/>
                </a:lnTo>
                <a:lnTo>
                  <a:pt x="11150" y="462241"/>
                </a:lnTo>
                <a:lnTo>
                  <a:pt x="17036" y="470900"/>
                </a:lnTo>
                <a:lnTo>
                  <a:pt x="17141" y="471056"/>
                </a:lnTo>
                <a:lnTo>
                  <a:pt x="50942" y="496894"/>
                </a:lnTo>
                <a:lnTo>
                  <a:pt x="82435" y="503275"/>
                </a:lnTo>
                <a:lnTo>
                  <a:pt x="420839" y="503275"/>
                </a:lnTo>
                <a:lnTo>
                  <a:pt x="462241" y="492112"/>
                </a:lnTo>
                <a:lnTo>
                  <a:pt x="492112" y="461873"/>
                </a:lnTo>
                <a:lnTo>
                  <a:pt x="502512" y="431761"/>
                </a:lnTo>
                <a:lnTo>
                  <a:pt x="502543" y="431605"/>
                </a:lnTo>
                <a:lnTo>
                  <a:pt x="503275" y="420839"/>
                </a:lnTo>
                <a:lnTo>
                  <a:pt x="503251" y="82435"/>
                </a:lnTo>
                <a:lnTo>
                  <a:pt x="502543" y="71869"/>
                </a:lnTo>
                <a:lnTo>
                  <a:pt x="486121" y="32575"/>
                </a:lnTo>
                <a:lnTo>
                  <a:pt x="452322" y="6736"/>
                </a:lnTo>
                <a:lnTo>
                  <a:pt x="420839" y="355"/>
                </a:lnTo>
                <a:lnTo>
                  <a:pt x="82791" y="0"/>
                </a:lnTo>
                <a:close/>
              </a:path>
            </a:pathLst>
          </a:custGeom>
          <a:solidFill>
            <a:srgbClr val="8A1919"/>
          </a:solidFill>
        </p:spPr>
        <p:txBody>
          <a:bodyPr wrap="square" lIns="0" tIns="0" rIns="0" bIns="0" rtlCol="0"/>
          <a:lstStyle/>
          <a:p>
            <a:r>
              <a:rPr lang="en-US" altLang="" sz="3200"/>
              <a:t> 1</a:t>
            </a:r>
            <a:endParaRPr lang="en-US" altLang="" sz="3200"/>
          </a:p>
        </p:txBody>
      </p:sp>
      <p:sp>
        <p:nvSpPr>
          <p:cNvPr id="9" name="Text Box 8"/>
          <p:cNvSpPr txBox="1"/>
          <p:nvPr/>
        </p:nvSpPr>
        <p:spPr>
          <a:xfrm>
            <a:off x="1905635" y="1981200"/>
            <a:ext cx="344678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800" b="1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  <a:sym typeface="+mn-ea"/>
              </a:rPr>
              <a:t>Successful</a:t>
            </a:r>
            <a:r>
              <a:rPr sz="1800" b="1" spc="120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1800" b="1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  <a:sym typeface="+mn-ea"/>
              </a:rPr>
              <a:t>Project</a:t>
            </a:r>
            <a:r>
              <a:rPr sz="1800" b="1" spc="120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1800" b="1" spc="-10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  <a:sym typeface="+mn-ea"/>
              </a:rPr>
              <a:t>Completion</a:t>
            </a:r>
            <a:endParaRPr lang="en-GB" altLang="en-US" sz="1800" b="1" spc="-10" dirty="0">
              <a:solidFill>
                <a:srgbClr val="FF0000"/>
              </a:solidFill>
              <a:latin typeface="Times New Roman" panose="02020603050405020304"/>
              <a:cs typeface="Times New Roman" panose="02020603050405020304"/>
              <a:sym typeface="+mn-ea"/>
            </a:endParaRPr>
          </a:p>
        </p:txBody>
      </p:sp>
      <p:sp>
        <p:nvSpPr>
          <p:cNvPr id="10" name="Text Box 9"/>
          <p:cNvSpPr txBox="1"/>
          <p:nvPr/>
        </p:nvSpPr>
        <p:spPr>
          <a:xfrm>
            <a:off x="1905635" y="2362200"/>
            <a:ext cx="9317355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E8DBCD"/>
                </a:solidFill>
                <a:latin typeface="Calibri" panose="020F0502020204030204"/>
                <a:cs typeface="Calibri" panose="020F0502020204030204"/>
                <a:sym typeface="+mn-ea"/>
              </a:rPr>
              <a:t>All</a:t>
            </a:r>
            <a:r>
              <a:rPr sz="1600" spc="-35" dirty="0">
                <a:solidFill>
                  <a:srgbClr val="E8DBCD"/>
                </a:solidFill>
                <a:latin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1600" dirty="0">
                <a:solidFill>
                  <a:srgbClr val="E8DBCD"/>
                </a:solidFill>
                <a:latin typeface="Calibri" panose="020F0502020204030204"/>
                <a:cs typeface="Calibri" panose="020F0502020204030204"/>
                <a:sym typeface="+mn-ea"/>
              </a:rPr>
              <a:t>6</a:t>
            </a:r>
            <a:r>
              <a:rPr sz="1600" spc="-30" dirty="0">
                <a:solidFill>
                  <a:srgbClr val="E8DBCD"/>
                </a:solidFill>
                <a:latin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1600" dirty="0">
                <a:solidFill>
                  <a:srgbClr val="E8DBCD"/>
                </a:solidFill>
                <a:latin typeface="Calibri" panose="020F0502020204030204"/>
                <a:cs typeface="Calibri" panose="020F0502020204030204"/>
                <a:sym typeface="+mn-ea"/>
              </a:rPr>
              <a:t>pages</a:t>
            </a:r>
            <a:r>
              <a:rPr sz="1600" spc="-20" dirty="0">
                <a:solidFill>
                  <a:srgbClr val="E8DBCD"/>
                </a:solidFill>
                <a:latin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1600" dirty="0">
                <a:solidFill>
                  <a:srgbClr val="E8DBCD"/>
                </a:solidFill>
                <a:latin typeface="Calibri" panose="020F0502020204030204"/>
                <a:cs typeface="Calibri" panose="020F0502020204030204"/>
                <a:sym typeface="+mn-ea"/>
              </a:rPr>
              <a:t>meet</a:t>
            </a:r>
            <a:r>
              <a:rPr sz="1600" spc="-25" dirty="0">
                <a:solidFill>
                  <a:srgbClr val="E8DBCD"/>
                </a:solidFill>
                <a:latin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1600" dirty="0">
                <a:solidFill>
                  <a:srgbClr val="E8DBCD"/>
                </a:solidFill>
                <a:latin typeface="Calibri" panose="020F0502020204030204"/>
                <a:cs typeface="Calibri" panose="020F0502020204030204"/>
                <a:sym typeface="+mn-ea"/>
              </a:rPr>
              <a:t>the</a:t>
            </a:r>
            <a:r>
              <a:rPr sz="1600" spc="-15" dirty="0">
                <a:solidFill>
                  <a:srgbClr val="E8DBCD"/>
                </a:solidFill>
                <a:latin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1600" spc="-10" dirty="0">
                <a:solidFill>
                  <a:srgbClr val="E8DBCD"/>
                </a:solidFill>
                <a:latin typeface="Calibri" panose="020F0502020204030204"/>
                <a:cs typeface="Calibri" panose="020F0502020204030204"/>
                <a:sym typeface="+mn-ea"/>
              </a:rPr>
              <a:t>planned</a:t>
            </a:r>
            <a:r>
              <a:rPr sz="1600" spc="-35" dirty="0">
                <a:solidFill>
                  <a:srgbClr val="E8DBCD"/>
                </a:solidFill>
                <a:latin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1600" spc="-10" dirty="0">
                <a:solidFill>
                  <a:srgbClr val="E8DBCD"/>
                </a:solidFill>
                <a:latin typeface="Calibri" panose="020F0502020204030204"/>
                <a:cs typeface="Calibri" panose="020F0502020204030204"/>
                <a:sym typeface="+mn-ea"/>
              </a:rPr>
              <a:t>structure,</a:t>
            </a:r>
            <a:r>
              <a:rPr sz="1600" spc="-30" dirty="0">
                <a:solidFill>
                  <a:srgbClr val="E8DBCD"/>
                </a:solidFill>
                <a:latin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1600" spc="-10" dirty="0">
                <a:solidFill>
                  <a:srgbClr val="E8DBCD"/>
                </a:solidFill>
                <a:latin typeface="Calibri" panose="020F0502020204030204"/>
                <a:cs typeface="Calibri" panose="020F0502020204030204"/>
                <a:sym typeface="+mn-ea"/>
              </a:rPr>
              <a:t>navigation</a:t>
            </a:r>
            <a:r>
              <a:rPr sz="1600" spc="-30" dirty="0">
                <a:solidFill>
                  <a:srgbClr val="E8DBCD"/>
                </a:solidFill>
                <a:latin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1600" dirty="0">
                <a:solidFill>
                  <a:srgbClr val="E8DBCD"/>
                </a:solidFill>
                <a:latin typeface="Calibri" panose="020F0502020204030204"/>
                <a:cs typeface="Calibri" panose="020F0502020204030204"/>
                <a:sym typeface="+mn-ea"/>
              </a:rPr>
              <a:t>and</a:t>
            </a:r>
            <a:r>
              <a:rPr sz="1600" spc="-25" dirty="0">
                <a:solidFill>
                  <a:srgbClr val="E8DBCD"/>
                </a:solidFill>
                <a:latin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1600" spc="-10" dirty="0">
                <a:solidFill>
                  <a:srgbClr val="E8DBCD"/>
                </a:solidFill>
                <a:latin typeface="Calibri" panose="020F0502020204030204"/>
                <a:cs typeface="Calibri" panose="020F0502020204030204"/>
                <a:sym typeface="+mn-ea"/>
              </a:rPr>
              <a:t>visual-</a:t>
            </a:r>
            <a:r>
              <a:rPr sz="1600" dirty="0">
                <a:solidFill>
                  <a:srgbClr val="E8DBCD"/>
                </a:solidFill>
                <a:latin typeface="Calibri" panose="020F0502020204030204"/>
                <a:cs typeface="Calibri" panose="020F0502020204030204"/>
                <a:sym typeface="+mn-ea"/>
              </a:rPr>
              <a:t>design</a:t>
            </a:r>
            <a:r>
              <a:rPr sz="1600" spc="-25" dirty="0">
                <a:solidFill>
                  <a:srgbClr val="E8DBCD"/>
                </a:solidFill>
                <a:latin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1600" dirty="0">
                <a:solidFill>
                  <a:srgbClr val="E8DBCD"/>
                </a:solidFill>
                <a:latin typeface="Calibri" panose="020F0502020204030204"/>
                <a:cs typeface="Calibri" panose="020F0502020204030204"/>
                <a:sym typeface="+mn-ea"/>
              </a:rPr>
              <a:t>goals</a:t>
            </a:r>
            <a:r>
              <a:rPr sz="1600" spc="-20" dirty="0">
                <a:solidFill>
                  <a:srgbClr val="E8DBCD"/>
                </a:solidFill>
                <a:latin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1600" dirty="0">
                <a:solidFill>
                  <a:srgbClr val="E8DBCD"/>
                </a:solidFill>
                <a:latin typeface="Calibri" panose="020F0502020204030204"/>
                <a:cs typeface="Calibri" panose="020F0502020204030204"/>
                <a:sym typeface="+mn-ea"/>
              </a:rPr>
              <a:t>set</a:t>
            </a:r>
            <a:r>
              <a:rPr sz="1600" spc="-30" dirty="0">
                <a:solidFill>
                  <a:srgbClr val="E8DBCD"/>
                </a:solidFill>
                <a:latin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1600" dirty="0">
                <a:solidFill>
                  <a:srgbClr val="E8DBCD"/>
                </a:solidFill>
                <a:latin typeface="Calibri" panose="020F0502020204030204"/>
                <a:cs typeface="Calibri" panose="020F0502020204030204"/>
                <a:sym typeface="+mn-ea"/>
              </a:rPr>
              <a:t>out</a:t>
            </a:r>
            <a:r>
              <a:rPr sz="1600" spc="-15" dirty="0">
                <a:solidFill>
                  <a:srgbClr val="E8DBCD"/>
                </a:solidFill>
                <a:latin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1600" dirty="0">
                <a:solidFill>
                  <a:srgbClr val="E8DBCD"/>
                </a:solidFill>
                <a:latin typeface="Calibri" panose="020F0502020204030204"/>
                <a:cs typeface="Calibri" panose="020F0502020204030204"/>
                <a:sym typeface="+mn-ea"/>
              </a:rPr>
              <a:t>at</a:t>
            </a:r>
            <a:r>
              <a:rPr sz="1600" spc="-30" dirty="0">
                <a:solidFill>
                  <a:srgbClr val="E8DBCD"/>
                </a:solidFill>
                <a:latin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1600" dirty="0">
                <a:solidFill>
                  <a:srgbClr val="E8DBCD"/>
                </a:solidFill>
                <a:latin typeface="Calibri" panose="020F0502020204030204"/>
                <a:cs typeface="Calibri" panose="020F0502020204030204"/>
                <a:sym typeface="+mn-ea"/>
              </a:rPr>
              <a:t>the</a:t>
            </a:r>
            <a:r>
              <a:rPr sz="1600" spc="-15" dirty="0">
                <a:solidFill>
                  <a:srgbClr val="E8DBCD"/>
                </a:solidFill>
                <a:latin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1600" dirty="0">
                <a:solidFill>
                  <a:srgbClr val="E8DBCD"/>
                </a:solidFill>
                <a:latin typeface="Calibri" panose="020F0502020204030204"/>
                <a:cs typeface="Calibri" panose="020F0502020204030204"/>
                <a:sym typeface="+mn-ea"/>
              </a:rPr>
              <a:t>start</a:t>
            </a:r>
            <a:r>
              <a:rPr sz="1600" spc="-30" dirty="0">
                <a:solidFill>
                  <a:srgbClr val="E8DBCD"/>
                </a:solidFill>
                <a:latin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1600" dirty="0">
                <a:solidFill>
                  <a:srgbClr val="E8DBCD"/>
                </a:solidFill>
                <a:latin typeface="Calibri" panose="020F0502020204030204"/>
                <a:cs typeface="Calibri" panose="020F0502020204030204"/>
                <a:sym typeface="+mn-ea"/>
              </a:rPr>
              <a:t>of</a:t>
            </a:r>
            <a:r>
              <a:rPr sz="1600" spc="-35" dirty="0">
                <a:solidFill>
                  <a:srgbClr val="E8DBCD"/>
                </a:solidFill>
                <a:latin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1600" dirty="0">
                <a:solidFill>
                  <a:srgbClr val="E8DBCD"/>
                </a:solidFill>
                <a:latin typeface="Calibri" panose="020F0502020204030204"/>
                <a:cs typeface="Calibri" panose="020F0502020204030204"/>
                <a:sym typeface="+mn-ea"/>
              </a:rPr>
              <a:t>the</a:t>
            </a:r>
            <a:r>
              <a:rPr sz="1600" spc="-30" dirty="0">
                <a:solidFill>
                  <a:srgbClr val="E8DBCD"/>
                </a:solidFill>
                <a:latin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1600" spc="-10" dirty="0">
                <a:solidFill>
                  <a:srgbClr val="E8DBCD"/>
                </a:solidFill>
                <a:latin typeface="Calibri" panose="020F0502020204030204"/>
                <a:cs typeface="Calibri" panose="020F0502020204030204"/>
                <a:sym typeface="+mn-ea"/>
              </a:rPr>
              <a:t>project.</a:t>
            </a:r>
            <a:endParaRPr lang="en-GB" altLang="en-US" sz="1600" spc="-10" dirty="0">
              <a:solidFill>
                <a:srgbClr val="E8DBCD"/>
              </a:solidFill>
              <a:latin typeface="Calibri" panose="020F0502020204030204"/>
              <a:cs typeface="Calibri" panose="020F0502020204030204"/>
              <a:sym typeface="+mn-e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814705" y="3167380"/>
            <a:ext cx="558165" cy="564515"/>
          </a:xfrm>
          <a:custGeom>
            <a:avLst/>
            <a:gdLst/>
            <a:ahLst/>
            <a:cxnLst/>
            <a:rect l="l" t="t" r="r" b="b"/>
            <a:pathLst>
              <a:path w="503555" h="503554">
                <a:moveTo>
                  <a:pt x="82791" y="0"/>
                </a:moveTo>
                <a:lnTo>
                  <a:pt x="41389" y="11150"/>
                </a:lnTo>
                <a:lnTo>
                  <a:pt x="11518" y="41389"/>
                </a:lnTo>
                <a:lnTo>
                  <a:pt x="355" y="82435"/>
                </a:lnTo>
                <a:lnTo>
                  <a:pt x="0" y="420839"/>
                </a:lnTo>
                <a:lnTo>
                  <a:pt x="719" y="431605"/>
                </a:lnTo>
                <a:lnTo>
                  <a:pt x="17036" y="470900"/>
                </a:lnTo>
                <a:lnTo>
                  <a:pt x="50942" y="496894"/>
                </a:lnTo>
                <a:lnTo>
                  <a:pt x="82435" y="503275"/>
                </a:lnTo>
                <a:lnTo>
                  <a:pt x="420839" y="503275"/>
                </a:lnTo>
                <a:lnTo>
                  <a:pt x="462241" y="492112"/>
                </a:lnTo>
                <a:lnTo>
                  <a:pt x="492112" y="461873"/>
                </a:lnTo>
                <a:lnTo>
                  <a:pt x="502512" y="431761"/>
                </a:lnTo>
                <a:lnTo>
                  <a:pt x="502543" y="431605"/>
                </a:lnTo>
                <a:lnTo>
                  <a:pt x="503275" y="420839"/>
                </a:lnTo>
                <a:lnTo>
                  <a:pt x="503251" y="82435"/>
                </a:lnTo>
                <a:lnTo>
                  <a:pt x="502543" y="71869"/>
                </a:lnTo>
                <a:lnTo>
                  <a:pt x="486121" y="32575"/>
                </a:lnTo>
                <a:lnTo>
                  <a:pt x="452322" y="6736"/>
                </a:lnTo>
                <a:lnTo>
                  <a:pt x="420839" y="355"/>
                </a:lnTo>
                <a:lnTo>
                  <a:pt x="82791" y="0"/>
                </a:lnTo>
                <a:close/>
              </a:path>
            </a:pathLst>
          </a:custGeom>
          <a:solidFill>
            <a:srgbClr val="0E756D"/>
          </a:solidFill>
        </p:spPr>
        <p:txBody>
          <a:bodyPr wrap="square" lIns="0" tIns="0" rIns="0" bIns="0" rtlCol="0"/>
          <a:lstStyle/>
          <a:p>
            <a:r>
              <a:rPr lang="en-US" altLang="" sz="2400"/>
              <a:t>  </a:t>
            </a:r>
            <a:r>
              <a:rPr lang="en-US" altLang="" sz="2800"/>
              <a:t>2</a:t>
            </a:r>
            <a:endParaRPr lang="en-US" altLang="" sz="2800"/>
          </a:p>
        </p:txBody>
      </p:sp>
      <p:sp>
        <p:nvSpPr>
          <p:cNvPr id="11" name="Text Box 10"/>
          <p:cNvSpPr txBox="1"/>
          <p:nvPr/>
        </p:nvSpPr>
        <p:spPr>
          <a:xfrm>
            <a:off x="1981835" y="3168015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800" b="1" spc="-114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  <a:sym typeface="+mn-ea"/>
              </a:rPr>
              <a:t>A</a:t>
            </a:r>
            <a:r>
              <a:rPr sz="1800" b="1" spc="30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1800" b="1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  <a:sym typeface="+mn-ea"/>
              </a:rPr>
              <a:t>Strong,</a:t>
            </a:r>
            <a:r>
              <a:rPr sz="1800" b="1" spc="35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1800" b="1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  <a:sym typeface="+mn-ea"/>
              </a:rPr>
              <a:t>Reusable</a:t>
            </a:r>
            <a:r>
              <a:rPr sz="1800" b="1" spc="25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1800" b="1" spc="-10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  <a:sym typeface="+mn-ea"/>
              </a:rPr>
              <a:t>Foundation</a:t>
            </a:r>
            <a:endParaRPr lang="en-GB" altLang="en-US" sz="1800" b="1" spc="-10" dirty="0">
              <a:solidFill>
                <a:srgbClr val="FF0000"/>
              </a:solidFill>
              <a:latin typeface="Times New Roman" panose="02020603050405020304"/>
              <a:cs typeface="Times New Roman" panose="02020603050405020304"/>
              <a:sym typeface="+mn-ea"/>
            </a:endParaRPr>
          </a:p>
        </p:txBody>
      </p:sp>
      <p:sp>
        <p:nvSpPr>
          <p:cNvPr id="14" name="Text Box 13"/>
          <p:cNvSpPr txBox="1"/>
          <p:nvPr/>
        </p:nvSpPr>
        <p:spPr>
          <a:xfrm>
            <a:off x="1906270" y="3505200"/>
            <a:ext cx="963422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E8DBCD"/>
                </a:solidFill>
                <a:latin typeface="Calibri" panose="020F0502020204030204"/>
                <a:cs typeface="Calibri" panose="020F0502020204030204"/>
                <a:sym typeface="+mn-ea"/>
              </a:rPr>
              <a:t>The</a:t>
            </a:r>
            <a:r>
              <a:rPr sz="1600" spc="-45" dirty="0">
                <a:solidFill>
                  <a:srgbClr val="E8DBCD"/>
                </a:solidFill>
                <a:latin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1600" dirty="0">
                <a:solidFill>
                  <a:srgbClr val="E8DBCD"/>
                </a:solidFill>
                <a:latin typeface="Calibri" panose="020F0502020204030204"/>
                <a:cs typeface="Calibri" panose="020F0502020204030204"/>
                <a:sym typeface="+mn-ea"/>
              </a:rPr>
              <a:t>design</a:t>
            </a:r>
            <a:r>
              <a:rPr sz="1600" spc="-35" dirty="0">
                <a:solidFill>
                  <a:srgbClr val="E8DBCD"/>
                </a:solidFill>
                <a:latin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1600" spc="-10" dirty="0">
                <a:solidFill>
                  <a:srgbClr val="E8DBCD"/>
                </a:solidFill>
                <a:latin typeface="Calibri" panose="020F0502020204030204"/>
                <a:cs typeface="Calibri" panose="020F0502020204030204"/>
                <a:sym typeface="+mn-ea"/>
              </a:rPr>
              <a:t>token</a:t>
            </a:r>
            <a:r>
              <a:rPr sz="1600" spc="-25" dirty="0">
                <a:solidFill>
                  <a:srgbClr val="E8DBCD"/>
                </a:solidFill>
                <a:latin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1600" dirty="0">
                <a:solidFill>
                  <a:srgbClr val="E8DBCD"/>
                </a:solidFill>
                <a:latin typeface="Calibri" panose="020F0502020204030204"/>
                <a:cs typeface="Calibri" panose="020F0502020204030204"/>
                <a:sym typeface="+mn-ea"/>
              </a:rPr>
              <a:t>and</a:t>
            </a:r>
            <a:r>
              <a:rPr sz="1600" spc="-40" dirty="0">
                <a:solidFill>
                  <a:srgbClr val="E8DBCD"/>
                </a:solidFill>
                <a:latin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1600" spc="-10" dirty="0">
                <a:solidFill>
                  <a:srgbClr val="E8DBCD"/>
                </a:solidFill>
                <a:latin typeface="Calibri" panose="020F0502020204030204"/>
                <a:cs typeface="Calibri" panose="020F0502020204030204"/>
                <a:sym typeface="+mn-ea"/>
              </a:rPr>
              <a:t>component</a:t>
            </a:r>
            <a:r>
              <a:rPr sz="1600" spc="-40" dirty="0">
                <a:solidFill>
                  <a:srgbClr val="E8DBCD"/>
                </a:solidFill>
                <a:latin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1600" spc="-10" dirty="0">
                <a:solidFill>
                  <a:srgbClr val="E8DBCD"/>
                </a:solidFill>
                <a:latin typeface="Calibri" panose="020F0502020204030204"/>
                <a:cs typeface="Calibri" panose="020F0502020204030204"/>
                <a:sym typeface="+mn-ea"/>
              </a:rPr>
              <a:t>system</a:t>
            </a:r>
            <a:r>
              <a:rPr sz="1600" spc="-30" dirty="0">
                <a:solidFill>
                  <a:srgbClr val="E8DBCD"/>
                </a:solidFill>
                <a:latin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1600" dirty="0">
                <a:solidFill>
                  <a:srgbClr val="E8DBCD"/>
                </a:solidFill>
                <a:latin typeface="Calibri" panose="020F0502020204030204"/>
                <a:cs typeface="Calibri" panose="020F0502020204030204"/>
                <a:sym typeface="+mn-ea"/>
              </a:rPr>
              <a:t>is</a:t>
            </a:r>
            <a:r>
              <a:rPr sz="1600" spc="-30" dirty="0">
                <a:solidFill>
                  <a:srgbClr val="E8DBCD"/>
                </a:solidFill>
                <a:latin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1600" spc="-10" dirty="0">
                <a:solidFill>
                  <a:srgbClr val="E8DBCD"/>
                </a:solidFill>
                <a:latin typeface="Calibri" panose="020F0502020204030204"/>
                <a:cs typeface="Calibri" panose="020F0502020204030204"/>
                <a:sym typeface="+mn-ea"/>
              </a:rPr>
              <a:t>broad</a:t>
            </a:r>
            <a:r>
              <a:rPr sz="1600" spc="-40" dirty="0">
                <a:solidFill>
                  <a:srgbClr val="E8DBCD"/>
                </a:solidFill>
                <a:latin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1600" dirty="0">
                <a:solidFill>
                  <a:srgbClr val="E8DBCD"/>
                </a:solidFill>
                <a:latin typeface="Calibri" panose="020F0502020204030204"/>
                <a:cs typeface="Calibri" panose="020F0502020204030204"/>
                <a:sym typeface="+mn-ea"/>
              </a:rPr>
              <a:t>enough</a:t>
            </a:r>
            <a:r>
              <a:rPr sz="1600" spc="-40" dirty="0">
                <a:solidFill>
                  <a:srgbClr val="E8DBCD"/>
                </a:solidFill>
                <a:latin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1600" dirty="0">
                <a:solidFill>
                  <a:srgbClr val="E8DBCD"/>
                </a:solidFill>
                <a:latin typeface="Calibri" panose="020F0502020204030204"/>
                <a:cs typeface="Calibri" panose="020F0502020204030204"/>
                <a:sym typeface="+mn-ea"/>
              </a:rPr>
              <a:t>to</a:t>
            </a:r>
            <a:r>
              <a:rPr sz="1600" spc="-30" dirty="0">
                <a:solidFill>
                  <a:srgbClr val="E8DBCD"/>
                </a:solidFill>
                <a:latin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1600" dirty="0">
                <a:solidFill>
                  <a:srgbClr val="E8DBCD"/>
                </a:solidFill>
                <a:latin typeface="Calibri" panose="020F0502020204030204"/>
                <a:cs typeface="Calibri" panose="020F0502020204030204"/>
                <a:sym typeface="+mn-ea"/>
              </a:rPr>
              <a:t>extend</a:t>
            </a:r>
            <a:r>
              <a:rPr sz="1600" spc="-30" dirty="0">
                <a:solidFill>
                  <a:srgbClr val="E8DBCD"/>
                </a:solidFill>
                <a:latin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1600" dirty="0">
                <a:solidFill>
                  <a:srgbClr val="E8DBCD"/>
                </a:solidFill>
                <a:latin typeface="Calibri" panose="020F0502020204030204"/>
                <a:cs typeface="Calibri" panose="020F0502020204030204"/>
                <a:sym typeface="+mn-ea"/>
              </a:rPr>
              <a:t>with</a:t>
            </a:r>
            <a:r>
              <a:rPr sz="1600" spc="-40" dirty="0">
                <a:solidFill>
                  <a:srgbClr val="E8DBCD"/>
                </a:solidFill>
                <a:latin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1600" dirty="0">
                <a:solidFill>
                  <a:srgbClr val="E8DBCD"/>
                </a:solidFill>
                <a:latin typeface="Calibri" panose="020F0502020204030204"/>
                <a:cs typeface="Calibri" panose="020F0502020204030204"/>
                <a:sym typeface="+mn-ea"/>
              </a:rPr>
              <a:t>new</a:t>
            </a:r>
            <a:r>
              <a:rPr sz="1600" spc="-35" dirty="0">
                <a:solidFill>
                  <a:srgbClr val="E8DBCD"/>
                </a:solidFill>
                <a:latin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1600" dirty="0">
                <a:solidFill>
                  <a:srgbClr val="E8DBCD"/>
                </a:solidFill>
                <a:latin typeface="Calibri" panose="020F0502020204030204"/>
                <a:cs typeface="Calibri" panose="020F0502020204030204"/>
                <a:sym typeface="+mn-ea"/>
              </a:rPr>
              <a:t>pages</a:t>
            </a:r>
            <a:r>
              <a:rPr sz="1600" spc="-35" dirty="0">
                <a:solidFill>
                  <a:srgbClr val="E8DBCD"/>
                </a:solidFill>
                <a:latin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1600" dirty="0">
                <a:solidFill>
                  <a:srgbClr val="E8DBCD"/>
                </a:solidFill>
                <a:latin typeface="Calibri" panose="020F0502020204030204"/>
                <a:cs typeface="Calibri" panose="020F0502020204030204"/>
                <a:sym typeface="+mn-ea"/>
              </a:rPr>
              <a:t>or</a:t>
            </a:r>
            <a:r>
              <a:rPr sz="1600" spc="-30" dirty="0">
                <a:solidFill>
                  <a:srgbClr val="E8DBCD"/>
                </a:solidFill>
                <a:latin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1600" spc="-10" dirty="0">
                <a:solidFill>
                  <a:srgbClr val="E8DBCD"/>
                </a:solidFill>
                <a:latin typeface="Calibri" panose="020F0502020204030204"/>
                <a:cs typeface="Calibri" panose="020F0502020204030204"/>
                <a:sym typeface="+mn-ea"/>
              </a:rPr>
              <a:t>categories</a:t>
            </a:r>
            <a:r>
              <a:rPr sz="1600" spc="-35" dirty="0">
                <a:solidFill>
                  <a:srgbClr val="E8DBCD"/>
                </a:solidFill>
                <a:latin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1600" dirty="0">
                <a:solidFill>
                  <a:srgbClr val="E8DBCD"/>
                </a:solidFill>
                <a:latin typeface="Calibri" panose="020F0502020204030204"/>
                <a:cs typeface="Calibri" panose="020F0502020204030204"/>
                <a:sym typeface="+mn-ea"/>
              </a:rPr>
              <a:t>at</a:t>
            </a:r>
            <a:r>
              <a:rPr sz="1600" spc="-40" dirty="0">
                <a:solidFill>
                  <a:srgbClr val="E8DBCD"/>
                </a:solidFill>
                <a:latin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1600" dirty="0">
                <a:solidFill>
                  <a:srgbClr val="E8DBCD"/>
                </a:solidFill>
                <a:latin typeface="Calibri" panose="020F0502020204030204"/>
                <a:cs typeface="Calibri" panose="020F0502020204030204"/>
                <a:sym typeface="+mn-ea"/>
              </a:rPr>
              <a:t>minimal</a:t>
            </a:r>
            <a:r>
              <a:rPr sz="1600" spc="-40" dirty="0">
                <a:solidFill>
                  <a:srgbClr val="E8DBCD"/>
                </a:solidFill>
                <a:latin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1600" spc="-10" dirty="0">
                <a:solidFill>
                  <a:srgbClr val="E8DBCD"/>
                </a:solidFill>
                <a:latin typeface="Calibri" panose="020F0502020204030204"/>
                <a:cs typeface="Calibri" panose="020F0502020204030204"/>
                <a:sym typeface="+mn-ea"/>
              </a:rPr>
              <a:t>cost.</a:t>
            </a:r>
            <a:endParaRPr lang="en-GB" altLang="en-US" sz="1600" spc="-10" dirty="0">
              <a:solidFill>
                <a:srgbClr val="E8DBCD"/>
              </a:solidFill>
              <a:latin typeface="Calibri" panose="020F0502020204030204"/>
              <a:cs typeface="Calibri" panose="020F0502020204030204"/>
              <a:sym typeface="+mn-e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822325" y="4331970"/>
            <a:ext cx="572135" cy="554355"/>
          </a:xfrm>
          <a:custGeom>
            <a:avLst/>
            <a:gdLst/>
            <a:ahLst/>
            <a:cxnLst/>
            <a:rect l="l" t="t" r="r" b="b"/>
            <a:pathLst>
              <a:path w="503555" h="503554">
                <a:moveTo>
                  <a:pt x="82791" y="0"/>
                </a:moveTo>
                <a:lnTo>
                  <a:pt x="41389" y="11150"/>
                </a:lnTo>
                <a:lnTo>
                  <a:pt x="11518" y="41389"/>
                </a:lnTo>
                <a:lnTo>
                  <a:pt x="355" y="82435"/>
                </a:lnTo>
                <a:lnTo>
                  <a:pt x="0" y="420839"/>
                </a:lnTo>
                <a:lnTo>
                  <a:pt x="719" y="431605"/>
                </a:lnTo>
                <a:lnTo>
                  <a:pt x="17036" y="470900"/>
                </a:lnTo>
                <a:lnTo>
                  <a:pt x="50942" y="496894"/>
                </a:lnTo>
                <a:lnTo>
                  <a:pt x="82435" y="503275"/>
                </a:lnTo>
                <a:lnTo>
                  <a:pt x="420839" y="503275"/>
                </a:lnTo>
                <a:lnTo>
                  <a:pt x="462241" y="492112"/>
                </a:lnTo>
                <a:lnTo>
                  <a:pt x="492112" y="461873"/>
                </a:lnTo>
                <a:lnTo>
                  <a:pt x="502512" y="431761"/>
                </a:lnTo>
                <a:lnTo>
                  <a:pt x="502543" y="431605"/>
                </a:lnTo>
                <a:lnTo>
                  <a:pt x="503275" y="420839"/>
                </a:lnTo>
                <a:lnTo>
                  <a:pt x="503251" y="82435"/>
                </a:lnTo>
                <a:lnTo>
                  <a:pt x="502543" y="71869"/>
                </a:lnTo>
                <a:lnTo>
                  <a:pt x="486121" y="32575"/>
                </a:lnTo>
                <a:lnTo>
                  <a:pt x="452322" y="6736"/>
                </a:lnTo>
                <a:lnTo>
                  <a:pt x="420839" y="355"/>
                </a:lnTo>
                <a:lnTo>
                  <a:pt x="82791" y="0"/>
                </a:lnTo>
                <a:close/>
              </a:path>
            </a:pathLst>
          </a:custGeom>
          <a:solidFill>
            <a:srgbClr val="E7B822"/>
          </a:solidFill>
        </p:spPr>
        <p:txBody>
          <a:bodyPr wrap="square" lIns="0" tIns="0" rIns="0" bIns="0" rtlCol="0"/>
          <a:lstStyle/>
          <a:p>
            <a:r>
              <a:rPr lang="en-US" altLang="" sz="2400"/>
              <a:t>  </a:t>
            </a:r>
            <a:r>
              <a:rPr lang="en-US" altLang="" sz="2800"/>
              <a:t>3</a:t>
            </a:r>
            <a:endParaRPr lang="en-US" altLang="" sz="2800"/>
          </a:p>
        </p:txBody>
      </p:sp>
      <p:sp>
        <p:nvSpPr>
          <p:cNvPr id="17" name="Text Box 16"/>
          <p:cNvSpPr txBox="1"/>
          <p:nvPr/>
        </p:nvSpPr>
        <p:spPr>
          <a:xfrm>
            <a:off x="1906270" y="4211955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800" b="1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  <a:sym typeface="+mn-ea"/>
              </a:rPr>
              <a:t>Next</a:t>
            </a:r>
            <a:r>
              <a:rPr sz="1800" b="1" spc="20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1800" b="1" spc="-10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  <a:sym typeface="+mn-ea"/>
              </a:rPr>
              <a:t>Steps</a:t>
            </a:r>
            <a:endParaRPr lang="en-GB" altLang="en-US" sz="1800" b="1" spc="-10" dirty="0">
              <a:solidFill>
                <a:srgbClr val="FF0000"/>
              </a:solidFill>
              <a:latin typeface="Times New Roman" panose="02020603050405020304"/>
              <a:cs typeface="Times New Roman" panose="02020603050405020304"/>
              <a:sym typeface="+mn-ea"/>
            </a:endParaRPr>
          </a:p>
        </p:txBody>
      </p:sp>
      <p:sp>
        <p:nvSpPr>
          <p:cNvPr id="18" name="Text Box 17"/>
          <p:cNvSpPr txBox="1"/>
          <p:nvPr/>
        </p:nvSpPr>
        <p:spPr>
          <a:xfrm>
            <a:off x="1981835" y="4507865"/>
            <a:ext cx="940181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E8DBCD"/>
                </a:solidFill>
                <a:latin typeface="Calibri" panose="020F0502020204030204"/>
                <a:cs typeface="Calibri" panose="020F0502020204030204"/>
                <a:sym typeface="+mn-ea"/>
              </a:rPr>
              <a:t>Wire</a:t>
            </a:r>
            <a:r>
              <a:rPr sz="1600" spc="-35" dirty="0">
                <a:solidFill>
                  <a:srgbClr val="E8DBCD"/>
                </a:solidFill>
                <a:latin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1600" dirty="0">
                <a:solidFill>
                  <a:srgbClr val="E8DBCD"/>
                </a:solidFill>
                <a:latin typeface="Calibri" panose="020F0502020204030204"/>
                <a:cs typeface="Calibri" panose="020F0502020204030204"/>
                <a:sym typeface="+mn-ea"/>
              </a:rPr>
              <a:t>a</a:t>
            </a:r>
            <a:r>
              <a:rPr sz="1600" spc="-40" dirty="0">
                <a:solidFill>
                  <a:srgbClr val="E8DBCD"/>
                </a:solidFill>
                <a:latin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1600" dirty="0">
                <a:solidFill>
                  <a:srgbClr val="E8DBCD"/>
                </a:solidFill>
                <a:latin typeface="Calibri" panose="020F0502020204030204"/>
                <a:cs typeface="Calibri" panose="020F0502020204030204"/>
                <a:sym typeface="+mn-ea"/>
              </a:rPr>
              <a:t>real</a:t>
            </a:r>
            <a:r>
              <a:rPr sz="1600" spc="-40" dirty="0">
                <a:solidFill>
                  <a:srgbClr val="E8DBCD"/>
                </a:solidFill>
                <a:latin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1600" spc="-10" dirty="0">
                <a:solidFill>
                  <a:srgbClr val="E8DBCD"/>
                </a:solidFill>
                <a:latin typeface="Calibri" panose="020F0502020204030204"/>
                <a:cs typeface="Calibri" panose="020F0502020204030204"/>
                <a:sym typeface="+mn-ea"/>
              </a:rPr>
              <a:t>backend</a:t>
            </a:r>
            <a:r>
              <a:rPr sz="1600" spc="-30" dirty="0">
                <a:solidFill>
                  <a:srgbClr val="E8DBCD"/>
                </a:solidFill>
                <a:latin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1600" dirty="0">
                <a:solidFill>
                  <a:srgbClr val="E8DBCD"/>
                </a:solidFill>
                <a:latin typeface="Calibri" panose="020F0502020204030204"/>
                <a:cs typeface="Calibri" panose="020F0502020204030204"/>
                <a:sym typeface="+mn-ea"/>
              </a:rPr>
              <a:t>for</a:t>
            </a:r>
            <a:r>
              <a:rPr sz="1600" spc="-30" dirty="0">
                <a:solidFill>
                  <a:srgbClr val="E8DBCD"/>
                </a:solidFill>
                <a:latin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1600" dirty="0">
                <a:solidFill>
                  <a:srgbClr val="E8DBCD"/>
                </a:solidFill>
                <a:latin typeface="Calibri" panose="020F0502020204030204"/>
                <a:cs typeface="Calibri" panose="020F0502020204030204"/>
                <a:sym typeface="+mn-ea"/>
              </a:rPr>
              <a:t>live</a:t>
            </a:r>
            <a:r>
              <a:rPr sz="1600" spc="-35" dirty="0">
                <a:solidFill>
                  <a:srgbClr val="E8DBCD"/>
                </a:solidFill>
                <a:latin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1600" spc="-10" dirty="0">
                <a:solidFill>
                  <a:srgbClr val="E8DBCD"/>
                </a:solidFill>
                <a:latin typeface="Calibri" panose="020F0502020204030204"/>
                <a:cs typeface="Calibri" panose="020F0502020204030204"/>
                <a:sym typeface="+mn-ea"/>
              </a:rPr>
              <a:t>search,</a:t>
            </a:r>
            <a:r>
              <a:rPr sz="1600" spc="-40" dirty="0">
                <a:solidFill>
                  <a:srgbClr val="E8DBCD"/>
                </a:solidFill>
                <a:latin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1600" spc="-10" dirty="0">
                <a:solidFill>
                  <a:srgbClr val="E8DBCD"/>
                </a:solidFill>
                <a:latin typeface="Calibri" panose="020F0502020204030204"/>
                <a:cs typeface="Calibri" panose="020F0502020204030204"/>
                <a:sym typeface="+mn-ea"/>
              </a:rPr>
              <a:t>availability</a:t>
            </a:r>
            <a:r>
              <a:rPr sz="1600" spc="-25" dirty="0">
                <a:solidFill>
                  <a:srgbClr val="E8DBCD"/>
                </a:solidFill>
                <a:latin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1600" dirty="0">
                <a:solidFill>
                  <a:srgbClr val="E8DBCD"/>
                </a:solidFill>
                <a:latin typeface="Calibri" panose="020F0502020204030204"/>
                <a:cs typeface="Calibri" panose="020F0502020204030204"/>
                <a:sym typeface="+mn-ea"/>
              </a:rPr>
              <a:t>and</a:t>
            </a:r>
            <a:r>
              <a:rPr sz="1600" spc="-40" dirty="0">
                <a:solidFill>
                  <a:srgbClr val="E8DBCD"/>
                </a:solidFill>
                <a:latin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1600" dirty="0">
                <a:solidFill>
                  <a:srgbClr val="E8DBCD"/>
                </a:solidFill>
                <a:latin typeface="Calibri" panose="020F0502020204030204"/>
                <a:cs typeface="Calibri" panose="020F0502020204030204"/>
                <a:sym typeface="+mn-ea"/>
              </a:rPr>
              <a:t>booking;</a:t>
            </a:r>
            <a:r>
              <a:rPr sz="1600" spc="-40" dirty="0">
                <a:solidFill>
                  <a:srgbClr val="E8DBCD"/>
                </a:solidFill>
                <a:latin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1600" dirty="0">
                <a:solidFill>
                  <a:srgbClr val="E8DBCD"/>
                </a:solidFill>
                <a:latin typeface="Calibri" panose="020F0502020204030204"/>
                <a:cs typeface="Calibri" panose="020F0502020204030204"/>
                <a:sym typeface="+mn-ea"/>
              </a:rPr>
              <a:t>connect</a:t>
            </a:r>
            <a:r>
              <a:rPr sz="1600" spc="-35" dirty="0">
                <a:solidFill>
                  <a:srgbClr val="E8DBCD"/>
                </a:solidFill>
                <a:latin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1600" dirty="0">
                <a:solidFill>
                  <a:srgbClr val="E8DBCD"/>
                </a:solidFill>
                <a:latin typeface="Calibri" panose="020F0502020204030204"/>
                <a:cs typeface="Calibri" panose="020F0502020204030204"/>
                <a:sym typeface="+mn-ea"/>
              </a:rPr>
              <a:t>a</a:t>
            </a:r>
            <a:r>
              <a:rPr sz="1600" spc="-35" dirty="0">
                <a:solidFill>
                  <a:srgbClr val="E8DBCD"/>
                </a:solidFill>
                <a:latin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1600" spc="-10" dirty="0">
                <a:solidFill>
                  <a:srgbClr val="E8DBCD"/>
                </a:solidFill>
                <a:latin typeface="Calibri" panose="020F0502020204030204"/>
                <a:cs typeface="Calibri" panose="020F0502020204030204"/>
                <a:sym typeface="+mn-ea"/>
              </a:rPr>
              <a:t>payment</a:t>
            </a:r>
            <a:r>
              <a:rPr sz="1600" spc="-35" dirty="0">
                <a:solidFill>
                  <a:srgbClr val="E8DBCD"/>
                </a:solidFill>
                <a:latin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1600" spc="-10" dirty="0">
                <a:solidFill>
                  <a:srgbClr val="E8DBCD"/>
                </a:solidFill>
                <a:latin typeface="Calibri" panose="020F0502020204030204"/>
                <a:cs typeface="Calibri" panose="020F0502020204030204"/>
                <a:sym typeface="+mn-ea"/>
              </a:rPr>
              <a:t>gateway</a:t>
            </a:r>
            <a:r>
              <a:rPr sz="1600" spc="-40" dirty="0">
                <a:solidFill>
                  <a:srgbClr val="E8DBCD"/>
                </a:solidFill>
                <a:latin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1600" dirty="0">
                <a:solidFill>
                  <a:srgbClr val="E8DBCD"/>
                </a:solidFill>
                <a:latin typeface="Calibri" panose="020F0502020204030204"/>
                <a:cs typeface="Calibri" panose="020F0502020204030204"/>
                <a:sym typeface="+mn-ea"/>
              </a:rPr>
              <a:t>to</a:t>
            </a:r>
            <a:r>
              <a:rPr sz="1600" spc="-30" dirty="0">
                <a:solidFill>
                  <a:srgbClr val="E8DBCD"/>
                </a:solidFill>
                <a:latin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1600" dirty="0">
                <a:solidFill>
                  <a:srgbClr val="E8DBCD"/>
                </a:solidFill>
                <a:latin typeface="Calibri" panose="020F0502020204030204"/>
                <a:cs typeface="Calibri" panose="020F0502020204030204"/>
                <a:sym typeface="+mn-ea"/>
              </a:rPr>
              <a:t>move</a:t>
            </a:r>
            <a:r>
              <a:rPr sz="1600" spc="-30" dirty="0">
                <a:solidFill>
                  <a:srgbClr val="E8DBCD"/>
                </a:solidFill>
                <a:latin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1600" spc="-10" dirty="0">
                <a:solidFill>
                  <a:srgbClr val="E8DBCD"/>
                </a:solidFill>
                <a:latin typeface="Calibri" panose="020F0502020204030204"/>
                <a:cs typeface="Calibri" panose="020F0502020204030204"/>
                <a:sym typeface="+mn-ea"/>
              </a:rPr>
              <a:t>beyond</a:t>
            </a:r>
            <a:r>
              <a:rPr sz="1600" spc="-40" dirty="0">
                <a:solidFill>
                  <a:srgbClr val="E8DBCD"/>
                </a:solidFill>
                <a:latin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1600" dirty="0">
                <a:solidFill>
                  <a:srgbClr val="E8DBCD"/>
                </a:solidFill>
                <a:latin typeface="Calibri" panose="020F0502020204030204"/>
                <a:cs typeface="Calibri" panose="020F0502020204030204"/>
                <a:sym typeface="+mn-ea"/>
              </a:rPr>
              <a:t>the</a:t>
            </a:r>
            <a:r>
              <a:rPr sz="1600" spc="-40" dirty="0">
                <a:solidFill>
                  <a:srgbClr val="E8DBCD"/>
                </a:solidFill>
                <a:latin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1600" dirty="0">
                <a:solidFill>
                  <a:srgbClr val="E8DBCD"/>
                </a:solidFill>
                <a:latin typeface="Calibri" panose="020F0502020204030204"/>
                <a:cs typeface="Calibri" panose="020F0502020204030204"/>
                <a:sym typeface="+mn-ea"/>
              </a:rPr>
              <a:t>demo</a:t>
            </a:r>
            <a:r>
              <a:rPr sz="1600" spc="-35" dirty="0">
                <a:solidFill>
                  <a:srgbClr val="E8DBCD"/>
                </a:solidFill>
                <a:latin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1600" spc="-10" dirty="0">
                <a:solidFill>
                  <a:srgbClr val="E8DBCD"/>
                </a:solidFill>
                <a:latin typeface="Calibri" panose="020F0502020204030204"/>
                <a:cs typeface="Calibri" panose="020F0502020204030204"/>
                <a:sym typeface="+mn-ea"/>
              </a:rPr>
              <a:t>flow.</a:t>
            </a:r>
            <a:endParaRPr lang="en-GB" altLang="en-US" sz="1600" spc="-10" dirty="0">
              <a:solidFill>
                <a:srgbClr val="E8DBCD"/>
              </a:solidFill>
              <a:latin typeface="Calibri" panose="020F0502020204030204"/>
              <a:cs typeface="Calibri" panose="020F0502020204030204"/>
              <a:sym typeface="+mn-ea"/>
            </a:endParaRPr>
          </a:p>
        </p:txBody>
      </p:sp>
      <p:sp>
        <p:nvSpPr>
          <p:cNvPr id="19" name="Date Placeholder 18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D8BD707-D9CF-40AE-B4C6-C98DA3205C09}" type="datetime1">
              <a:rPr lang="en-US"/>
            </a:fld>
            <a:endParaRPr lang="en-US"/>
          </a:p>
        </p:txBody>
      </p:sp>
      <p:sp>
        <p:nvSpPr>
          <p:cNvPr id="20" name="Slide Number Placeholder 19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381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25" dirty="0"/>
            </a:fld>
            <a:endParaRPr spc="-25" dirty="0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t>Elite Stays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6100" y="610235"/>
            <a:ext cx="11082020" cy="5559425"/>
          </a:xfrm>
        </p:spPr>
        <p:txBody>
          <a:bodyPr>
            <a:noAutofit/>
          </a:bodyPr>
          <a:p>
            <a:pPr marL="0" indent="0">
              <a:buNone/>
            </a:pPr>
            <a:endParaRPr lang="en-US" altLang="en-GB" sz="9600"/>
          </a:p>
          <a:p>
            <a:pPr marL="0" indent="0">
              <a:buNone/>
            </a:pPr>
            <a:r>
              <a:rPr lang="en-US" altLang="en-GB" sz="9600"/>
              <a:t>       </a:t>
            </a:r>
            <a:r>
              <a:rPr lang="en-US" altLang="en-GB" sz="9600" i="1">
                <a:latin typeface="Mongolian Baiti" panose="03000500000000000000" charset="0"/>
                <a:cs typeface="Mongolian Baiti" panose="03000500000000000000" charset="0"/>
              </a:rPr>
              <a:t>Thank You</a:t>
            </a:r>
            <a:endParaRPr lang="en-US" altLang="en-GB" sz="9600" i="1">
              <a:latin typeface="Mongolian Baiti" panose="03000500000000000000" charset="0"/>
              <a:cs typeface="Mongolian Baiti" panose="03000500000000000000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D8BD707-D9CF-40AE-B4C6-C98DA3205C09}" type="datetime1">
              <a:rPr lang="en-US"/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381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25" dirty="0"/>
            </a:fld>
            <a:endParaRPr spc="-25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t>Elite Stays</a:t>
            </a: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67.45,&quot;left&quot;:75.99692913385825,&quot;top&quot;:132.64692913385827,&quot;width&quot;:820.35}"/>
</p:tagLst>
</file>

<file path=ppt/tags/tag2.xml><?xml version="1.0" encoding="utf-8"?>
<p:tagLst xmlns:p="http://schemas.openxmlformats.org/presentationml/2006/main">
  <p:tag name="KSO_WM_DIAGRAM_VIRTUALLY_FRAME" val="{&quot;height&quot;:267.45,&quot;left&quot;:75.99692913385825,&quot;top&quot;:132.64692913385827,&quot;width&quot;:820.35}"/>
</p:tagLst>
</file>

<file path=ppt/tags/tag3.xml><?xml version="1.0" encoding="utf-8"?>
<p:tagLst xmlns:p="http://schemas.openxmlformats.org/presentationml/2006/main">
  <p:tag name="KSO_WM_DIAGRAM_VIRTUALLY_FRAME" val="{&quot;height&quot;:267.45,&quot;left&quot;:75.99692913385825,&quot;top&quot;:132.64692913385827,&quot;width&quot;:820.35}"/>
</p:tagLst>
</file>

<file path=ppt/tags/tag4.xml><?xml version="1.0" encoding="utf-8"?>
<p:tagLst xmlns:p="http://schemas.openxmlformats.org/presentationml/2006/main">
  <p:tag name="KSO_WM_DIAGRAM_VIRTUALLY_FRAME" val="{&quot;height&quot;:267.45,&quot;left&quot;:75.99692913385825,&quot;top&quot;:132.64692913385827,&quot;width&quot;:820.35}"/>
</p:tagLst>
</file>

<file path=ppt/tags/tag5.xml><?xml version="1.0" encoding="utf-8"?>
<p:tagLst xmlns:p="http://schemas.openxmlformats.org/presentationml/2006/main">
  <p:tag name="KSO_WM_DIAGRAM_VIRTUALLY_FRAME" val="{&quot;height&quot;:267.45,&quot;left&quot;:75.99692913385825,&quot;top&quot;:132.64692913385827,&quot;width&quot;:820.35}"/>
</p:tagLst>
</file>

<file path=ppt/tags/tag6.xml><?xml version="1.0" encoding="utf-8"?>
<p:tagLst xmlns:p="http://schemas.openxmlformats.org/presentationml/2006/main">
  <p:tag name="KSO_WM_DIAGRAM_VIRTUALLY_FRAME" val="{&quot;height&quot;:267.45,&quot;left&quot;:75.99692913385825,&quot;top&quot;:132.64692913385827,&quot;width&quot;:820.35}"/>
</p:tagLst>
</file>

<file path=ppt/tags/tag7.xml><?xml version="1.0" encoding="utf-8"?>
<p:tagLst xmlns:p="http://schemas.openxmlformats.org/presentationml/2006/main">
  <p:tag name="KSO_WM_DIAGRAM_VIRTUALLY_FRAME" val="{&quot;height&quot;:267.45,&quot;left&quot;:75.99692913385825,&quot;top&quot;:132.64692913385827,&quot;width&quot;:820.35}"/>
</p:tagLst>
</file>

<file path=ppt/tags/tag8.xml><?xml version="1.0" encoding="utf-8"?>
<p:tagLst xmlns:p="http://schemas.openxmlformats.org/presentationml/2006/main">
  <p:tag name="KSO_WM_DIAGRAM_VIRTUALLY_FRAME" val="{&quot;height&quot;:267.45,&quot;left&quot;:75.99692913385825,&quot;top&quot;:132.64692913385827,&quot;width&quot;:820.35}"/>
</p:tagLst>
</file>

<file path=ppt/tags/tag9.xml><?xml version="1.0" encoding="utf-8"?>
<p:tagLst xmlns:p="http://schemas.openxmlformats.org/presentationml/2006/main">
  <p:tag name="KSO_WM_DIAGRAM_VIRTUALLY_FRAME" val="{&quot;height&quot;:267.45,&quot;left&quot;:75.99692913385825,&quot;top&quot;:132.64692913385827,&quot;width&quot;:820.35}"/>
</p:tagLst>
</file>

<file path=ppt/tags/tag10.xml><?xml version="1.0" encoding="utf-8"?>
<p:tagLst xmlns:p="http://schemas.openxmlformats.org/presentationml/2006/main">
  <p:tag name="KSO_WM_DIAGRAM_VIRTUALLY_FRAME" val="{&quot;height&quot;:267.45,&quot;left&quot;:75.99692913385825,&quot;top&quot;:132.64692913385827,&quot;width&quot;:820.35}"/>
</p:tagLst>
</file>

<file path=ppt/tags/tag11.xml><?xml version="1.0" encoding="utf-8"?>
<p:tagLst xmlns:p="http://schemas.openxmlformats.org/presentationml/2006/main">
  <p:tag name="KSO_WM_DIAGRAM_VIRTUALLY_FRAME" val="{&quot;height&quot;:267.45,&quot;left&quot;:75.99692913385825,&quot;top&quot;:132.64692913385827,&quot;width&quot;:820.35}"/>
</p:tagLst>
</file>

<file path=ppt/tags/tag12.xml><?xml version="1.0" encoding="utf-8"?>
<p:tagLst xmlns:p="http://schemas.openxmlformats.org/presentationml/2006/main">
  <p:tag name="KSO_WM_DIAGRAM_VIRTUALLY_FRAME" val="{&quot;height&quot;:267.45,&quot;left&quot;:75.99692913385825,&quot;top&quot;:132.64692913385827,&quot;width&quot;:820.35}"/>
</p:tagLst>
</file>

<file path=ppt/tags/tag13.xml><?xml version="1.0" encoding="utf-8"?>
<p:tagLst xmlns:p="http://schemas.openxmlformats.org/presentationml/2006/main">
  <p:tag name="KSO_WM_DIAGRAM_VIRTUALLY_FRAME" val="{&quot;height&quot;:267.45,&quot;left&quot;:75.99692913385825,&quot;top&quot;:132.64692913385827,&quot;width&quot;:820.35}"/>
</p:tagLst>
</file>

<file path=ppt/tags/tag14.xml><?xml version="1.0" encoding="utf-8"?>
<p:tagLst xmlns:p="http://schemas.openxmlformats.org/presentationml/2006/main">
  <p:tag name="KSO_WM_DIAGRAM_VIRTUALLY_FRAME" val="{&quot;height&quot;:267.45,&quot;left&quot;:75.99692913385825,&quot;top&quot;:132.64692913385827,&quot;width&quot;:820.35}"/>
</p:tagLst>
</file>

<file path=ppt/tags/tag15.xml><?xml version="1.0" encoding="utf-8"?>
<p:tagLst xmlns:p="http://schemas.openxmlformats.org/presentationml/2006/main">
  <p:tag name="KSO_WM_DIAGRAM_VIRTUALLY_FRAME" val="{&quot;height&quot;:267.45,&quot;left&quot;:75.99692913385825,&quot;top&quot;:132.64692913385827,&quot;width&quot;:820.35}"/>
</p:tagLst>
</file>

<file path=ppt/tags/tag16.xml><?xml version="1.0" encoding="utf-8"?>
<p:tagLst xmlns:p="http://schemas.openxmlformats.org/presentationml/2006/main">
  <p:tag name="KSO_WM_DIAGRAM_VIRTUALLY_FRAME" val="{&quot;height&quot;:267.45,&quot;left&quot;:75.99692913385825,&quot;top&quot;:132.64692913385827,&quot;width&quot;:820.35}"/>
</p:tagLst>
</file>

<file path=ppt/tags/tag17.xml><?xml version="1.0" encoding="utf-8"?>
<p:tagLst xmlns:p="http://schemas.openxmlformats.org/presentationml/2006/main">
  <p:tag name="KSO_WM_DIAGRAM_VIRTUALLY_FRAME" val="{&quot;height&quot;:267.45,&quot;left&quot;:75.99692913385825,&quot;top&quot;:132.64692913385827,&quot;width&quot;:820.35}"/>
</p:tagLst>
</file>

<file path=ppt/tags/tag18.xml><?xml version="1.0" encoding="utf-8"?>
<p:tagLst xmlns:p="http://schemas.openxmlformats.org/presentationml/2006/main">
  <p:tag name="KSO_WM_DIAGRAM_VIRTUALLY_FRAME" val="{&quot;height&quot;:267.45,&quot;left&quot;:75.99692913385825,&quot;top&quot;:132.64692913385827,&quot;width&quot;:820.35}"/>
</p:tagLst>
</file>

<file path=ppt/tags/tag19.xml><?xml version="1.0" encoding="utf-8"?>
<p:tagLst xmlns:p="http://schemas.openxmlformats.org/presentationml/2006/main">
  <p:tag name="KSO_WM_DIAGRAM_VIRTUALLY_FRAME" val="{&quot;height&quot;:281.85,&quot;left&quot;:93.39692913385825,&quot;top&quot;:132.64692913385827,&quot;width&quot;:793.1000000000001}"/>
</p:tagLst>
</file>

<file path=ppt/tags/tag20.xml><?xml version="1.0" encoding="utf-8"?>
<p:tagLst xmlns:p="http://schemas.openxmlformats.org/presentationml/2006/main">
  <p:tag name="KSO_WM_DIAGRAM_VIRTUALLY_FRAME" val="{&quot;height&quot;:281.85,&quot;left&quot;:93.39692913385825,&quot;top&quot;:132.64692913385827,&quot;width&quot;:793.1000000000001}"/>
</p:tagLst>
</file>

<file path=ppt/tags/tag21.xml><?xml version="1.0" encoding="utf-8"?>
<p:tagLst xmlns:p="http://schemas.openxmlformats.org/presentationml/2006/main">
  <p:tag name="KSO_WM_DIAGRAM_VIRTUALLY_FRAME" val="{&quot;height&quot;:281.85,&quot;left&quot;:93.39692913385825,&quot;top&quot;:132.64692913385827,&quot;width&quot;:793.1000000000001}"/>
</p:tagLst>
</file>

<file path=ppt/tags/tag22.xml><?xml version="1.0" encoding="utf-8"?>
<p:tagLst xmlns:p="http://schemas.openxmlformats.org/presentationml/2006/main">
  <p:tag name="KSO_WM_DIAGRAM_VIRTUALLY_FRAME" val="{&quot;height&quot;:281.85,&quot;left&quot;:93.39692913385825,&quot;top&quot;:132.64692913385827,&quot;width&quot;:793.1000000000001}"/>
</p:tagLst>
</file>

<file path=ppt/tags/tag23.xml><?xml version="1.0" encoding="utf-8"?>
<p:tagLst xmlns:p="http://schemas.openxmlformats.org/presentationml/2006/main">
  <p:tag name="KSO_WM_DIAGRAM_VIRTUALLY_FRAME" val="{&quot;height&quot;:281.85,&quot;left&quot;:93.39692913385825,&quot;top&quot;:132.64692913385827,&quot;width&quot;:793.1000000000001}"/>
</p:tagLst>
</file>

<file path=ppt/tags/tag24.xml><?xml version="1.0" encoding="utf-8"?>
<p:tagLst xmlns:p="http://schemas.openxmlformats.org/presentationml/2006/main">
  <p:tag name="KSO_WM_DIAGRAM_VIRTUALLY_FRAME" val="{&quot;height&quot;:281.85,&quot;left&quot;:93.39692913385825,&quot;top&quot;:132.64692913385827,&quot;width&quot;:793.1000000000001}"/>
</p:tagLst>
</file>

<file path=ppt/tags/tag25.xml><?xml version="1.0" encoding="utf-8"?>
<p:tagLst xmlns:p="http://schemas.openxmlformats.org/presentationml/2006/main">
  <p:tag name="KSO_WM_DIAGRAM_VIRTUALLY_FRAME" val="{&quot;height&quot;:281.85,&quot;left&quot;:93.39692913385825,&quot;top&quot;:132.64692913385827,&quot;width&quot;:793.1000000000001}"/>
</p:tagLst>
</file>

<file path=ppt/tags/tag26.xml><?xml version="1.0" encoding="utf-8"?>
<p:tagLst xmlns:p="http://schemas.openxmlformats.org/presentationml/2006/main">
  <p:tag name="KSO_WM_DIAGRAM_VIRTUALLY_FRAME" val="{&quot;height&quot;:281.85,&quot;left&quot;:93.39692913385825,&quot;top&quot;:132.64692913385827,&quot;width&quot;:793.1000000000001}"/>
</p:tagLst>
</file>

<file path=ppt/tags/tag27.xml><?xml version="1.0" encoding="utf-8"?>
<p:tagLst xmlns:p="http://schemas.openxmlformats.org/presentationml/2006/main">
  <p:tag name="KSO_WM_DIAGRAM_VIRTUALLY_FRAME" val="{&quot;height&quot;:281.85,&quot;left&quot;:93.39692913385825,&quot;top&quot;:132.64692913385827,&quot;width&quot;:793.1000000000001}"/>
</p:tagLst>
</file>

<file path=ppt/tags/tag28.xml><?xml version="1.0" encoding="utf-8"?>
<p:tagLst xmlns:p="http://schemas.openxmlformats.org/presentationml/2006/main">
  <p:tag name="KSO_WM_DIAGRAM_VIRTUALLY_FRAME" val="{&quot;height&quot;:281.85,&quot;left&quot;:93.39692913385825,&quot;top&quot;:132.64692913385827,&quot;width&quot;:793.1000000000001}"/>
</p:tagLst>
</file>

<file path=ppt/tags/tag29.xml><?xml version="1.0" encoding="utf-8"?>
<p:tagLst xmlns:p="http://schemas.openxmlformats.org/presentationml/2006/main">
  <p:tag name="KSO_WM_DIAGRAM_VIRTUALLY_FRAME" val="{&quot;height&quot;:281.85,&quot;left&quot;:93.39692913385825,&quot;top&quot;:132.64692913385827,&quot;width&quot;:793.1000000000001}"/>
</p:tagLst>
</file>

<file path=ppt/tags/tag30.xml><?xml version="1.0" encoding="utf-8"?>
<p:tagLst xmlns:p="http://schemas.openxmlformats.org/presentationml/2006/main">
  <p:tag name="KSO_WM_DIAGRAM_VIRTUALLY_FRAME" val="{&quot;height&quot;:281.85,&quot;left&quot;:93.39692913385825,&quot;top&quot;:132.64692913385827,&quot;width&quot;:793.1000000000001}"/>
</p:tagLst>
</file>

<file path=ppt/tags/tag31.xml><?xml version="1.0" encoding="utf-8"?>
<p:tagLst xmlns:p="http://schemas.openxmlformats.org/presentationml/2006/main">
  <p:tag name="KSO_WM_DIAGRAM_VIRTUALLY_FRAME" val="{&quot;height&quot;:281.85,&quot;left&quot;:93.39692913385825,&quot;top&quot;:132.64692913385827,&quot;width&quot;:793.1000000000001}"/>
</p:tagLst>
</file>

<file path=ppt/tags/tag32.xml><?xml version="1.0" encoding="utf-8"?>
<p:tagLst xmlns:p="http://schemas.openxmlformats.org/presentationml/2006/main">
  <p:tag name="KSO_WM_DIAGRAM_VIRTUALLY_FRAME" val="{&quot;height&quot;:281.85,&quot;left&quot;:93.39692913385825,&quot;top&quot;:132.64692913385827,&quot;width&quot;:793.1000000000001}"/>
</p:tagLst>
</file>

<file path=ppt/tags/tag33.xml><?xml version="1.0" encoding="utf-8"?>
<p:tagLst xmlns:p="http://schemas.openxmlformats.org/presentationml/2006/main">
  <p:tag name="KSO_WM_DIAGRAM_VIRTUALLY_FRAME" val="{&quot;height&quot;:281.85,&quot;left&quot;:93.39692913385825,&quot;top&quot;:132.64692913385827,&quot;width&quot;:793.1000000000001}"/>
</p:tagLst>
</file>

<file path=ppt/tags/tag34.xml><?xml version="1.0" encoding="utf-8"?>
<p:tagLst xmlns:p="http://schemas.openxmlformats.org/presentationml/2006/main">
  <p:tag name="KSO_WM_DIAGRAM_VIRTUALLY_FRAME" val="{&quot;height&quot;:281.85,&quot;left&quot;:93.39692913385825,&quot;top&quot;:132.64692913385827,&quot;width&quot;:793.1000000000001}"/>
</p:tagLst>
</file>

<file path=ppt/tags/tag35.xml><?xml version="1.0" encoding="utf-8"?>
<p:tagLst xmlns:p="http://schemas.openxmlformats.org/presentationml/2006/main">
  <p:tag name="KSO_WM_DIAGRAM_VIRTUALLY_FRAME" val="{&quot;height&quot;:281.85,&quot;left&quot;:93.39692913385825,&quot;top&quot;:132.64692913385827,&quot;width&quot;:793.1000000000001}"/>
</p:tagLst>
</file>

<file path=ppt/tags/tag36.xml><?xml version="1.0" encoding="utf-8"?>
<p:tagLst xmlns:p="http://schemas.openxmlformats.org/presentationml/2006/main">
  <p:tag name="KSO_WM_DIAGRAM_VIRTUALLY_FRAME" val="{&quot;height&quot;:281.85,&quot;left&quot;:93.39692913385825,&quot;top&quot;:132.64692913385827,&quot;width&quot;:793.1000000000001}"/>
</p:tagLst>
</file>

<file path=ppt/tags/tag37.xml><?xml version="1.0" encoding="utf-8"?>
<p:tagLst xmlns:p="http://schemas.openxmlformats.org/presentationml/2006/main">
  <p:tag name="KSO_WM_DIAGRAM_VIRTUALLY_FRAME" val="{&quot;height&quot;:281.85,&quot;left&quot;:93.39692913385825,&quot;top&quot;:132.64692913385827,&quot;width&quot;:793.1000000000001}"/>
</p:tagLst>
</file>

<file path=ppt/tags/tag38.xml><?xml version="1.0" encoding="utf-8"?>
<p:tagLst xmlns:p="http://schemas.openxmlformats.org/presentationml/2006/main">
  <p:tag name="KSO_WM_DIAGRAM_VIRTUALLY_FRAME" val="{&quot;height&quot;:281.85,&quot;left&quot;:93.39692913385825,&quot;top&quot;:132.64692913385827,&quot;width&quot;:793.1000000000001}"/>
</p:tagLst>
</file>

<file path=ppt/tags/tag39.xml><?xml version="1.0" encoding="utf-8"?>
<p:tagLst xmlns:p="http://schemas.openxmlformats.org/presentationml/2006/main">
  <p:tag name="KSO_WM_DIAGRAM_VIRTUALLY_FRAME" val="{&quot;height&quot;:281.85,&quot;left&quot;:93.39692913385825,&quot;top&quot;:132.64692913385827,&quot;width&quot;:793.1000000000001}"/>
</p:tagLst>
</file>

<file path=ppt/tags/tag40.xml><?xml version="1.0" encoding="utf-8"?>
<p:tagLst xmlns:p="http://schemas.openxmlformats.org/presentationml/2006/main">
  <p:tag name="KSO_WM_DIAGRAM_VIRTUALLY_FRAME" val="{&quot;height&quot;:281.85,&quot;left&quot;:93.39692913385825,&quot;top&quot;:132.64692913385827,&quot;width&quot;:793.1000000000001}"/>
</p:tagLst>
</file>

<file path=ppt/tags/tag41.xml><?xml version="1.0" encoding="utf-8"?>
<p:tagLst xmlns:p="http://schemas.openxmlformats.org/presentationml/2006/main">
  <p:tag name="KSO_WM_DIAGRAM_VIRTUALLY_FRAME" val="{&quot;height&quot;:281.85,&quot;left&quot;:93.39692913385825,&quot;top&quot;:132.64692913385827,&quot;width&quot;:793.1000000000001}"/>
</p:tagLst>
</file>

<file path=ppt/tags/tag42.xml><?xml version="1.0" encoding="utf-8"?>
<p:tagLst xmlns:p="http://schemas.openxmlformats.org/presentationml/2006/main">
  <p:tag name="KSO_WM_DIAGRAM_VIRTUALLY_FRAME" val="{&quot;height&quot;:281.85,&quot;left&quot;:93.39692913385825,&quot;top&quot;:132.64692913385827,&quot;width&quot;:793.1000000000001}"/>
</p:tagLst>
</file>

<file path=ppt/tags/tag43.xml><?xml version="1.0" encoding="utf-8"?>
<p:tagLst xmlns:p="http://schemas.openxmlformats.org/presentationml/2006/main">
  <p:tag name="KSO_WM_DIAGRAM_VIRTUALLY_FRAME" val="{&quot;height&quot;:235.05,&quot;left&quot;:43.59692913385827,&quot;top&quot;:184.54692913385827,&quot;width&quot;:879.45}"/>
</p:tagLst>
</file>

<file path=ppt/tags/tag44.xml><?xml version="1.0" encoding="utf-8"?>
<p:tagLst xmlns:p="http://schemas.openxmlformats.org/presentationml/2006/main">
  <p:tag name="KSO_WM_DIAGRAM_VIRTUALLY_FRAME" val="{&quot;height&quot;:235.05,&quot;left&quot;:43.59692913385827,&quot;top&quot;:184.54692913385827,&quot;width&quot;:879.45}"/>
</p:tagLst>
</file>

<file path=ppt/tags/tag45.xml><?xml version="1.0" encoding="utf-8"?>
<p:tagLst xmlns:p="http://schemas.openxmlformats.org/presentationml/2006/main">
  <p:tag name="KSO_WM_DIAGRAM_VIRTUALLY_FRAME" val="{&quot;height&quot;:235.05,&quot;left&quot;:43.59692913385827,&quot;top&quot;:184.54692913385827,&quot;width&quot;:879.45}"/>
</p:tagLst>
</file>

<file path=ppt/tags/tag46.xml><?xml version="1.0" encoding="utf-8"?>
<p:tagLst xmlns:p="http://schemas.openxmlformats.org/presentationml/2006/main">
  <p:tag name="KSO_WM_DIAGRAM_VIRTUALLY_FRAME" val="{&quot;height&quot;:235.05,&quot;left&quot;:43.59692913385827,&quot;top&quot;:184.54692913385827,&quot;width&quot;:879.45}"/>
</p:tagLst>
</file>

<file path=ppt/tags/tag47.xml><?xml version="1.0" encoding="utf-8"?>
<p:tagLst xmlns:p="http://schemas.openxmlformats.org/presentationml/2006/main">
  <p:tag name="KSO_WM_DIAGRAM_VIRTUALLY_FRAME" val="{&quot;height&quot;:235.05,&quot;left&quot;:43.59692913385827,&quot;top&quot;:184.54692913385827,&quot;width&quot;:879.45}"/>
</p:tagLst>
</file>

<file path=ppt/tags/tag48.xml><?xml version="1.0" encoding="utf-8"?>
<p:tagLst xmlns:p="http://schemas.openxmlformats.org/presentationml/2006/main">
  <p:tag name="KSO_WM_DIAGRAM_VIRTUALLY_FRAME" val="{&quot;height&quot;:235.05,&quot;left&quot;:43.59692913385827,&quot;top&quot;:184.54692913385827,&quot;width&quot;:879.45}"/>
</p:tagLst>
</file>

<file path=ppt/tags/tag49.xml><?xml version="1.0" encoding="utf-8"?>
<p:tagLst xmlns:p="http://schemas.openxmlformats.org/presentationml/2006/main">
  <p:tag name="KSO_WM_DIAGRAM_VIRTUALLY_FRAME" val="{&quot;height&quot;:235.05,&quot;left&quot;:43.59692913385827,&quot;top&quot;:184.54692913385827,&quot;width&quot;:879.45}"/>
</p:tagLst>
</file>

<file path=ppt/tags/tag50.xml><?xml version="1.0" encoding="utf-8"?>
<p:tagLst xmlns:p="http://schemas.openxmlformats.org/presentationml/2006/main">
  <p:tag name="KSO_WM_DIAGRAM_VIRTUALLY_FRAME" val="{&quot;height&quot;:235.05,&quot;left&quot;:43.59692913385827,&quot;top&quot;:184.54692913385827,&quot;width&quot;:879.45}"/>
</p:tagLst>
</file>

<file path=ppt/tags/tag51.xml><?xml version="1.0" encoding="utf-8"?>
<p:tagLst xmlns:p="http://schemas.openxmlformats.org/presentationml/2006/main">
  <p:tag name="KSO_WM_DIAGRAM_VIRTUALLY_FRAME" val="{&quot;height&quot;:235.05,&quot;left&quot;:43.59692913385827,&quot;top&quot;:184.54692913385827,&quot;width&quot;:879.45}"/>
</p:tagLst>
</file>

<file path=ppt/tags/tag52.xml><?xml version="1.0" encoding="utf-8"?>
<p:tagLst xmlns:p="http://schemas.openxmlformats.org/presentationml/2006/main">
  <p:tag name="KSO_WM_DIAGRAM_VIRTUALLY_FRAME" val="{&quot;height&quot;:235.05,&quot;left&quot;:43.59692913385827,&quot;top&quot;:184.54692913385827,&quot;width&quot;:879.45}"/>
</p:tagLst>
</file>

<file path=ppt/tags/tag53.xml><?xml version="1.0" encoding="utf-8"?>
<p:tagLst xmlns:p="http://schemas.openxmlformats.org/presentationml/2006/main">
  <p:tag name="KSO_WM_DIAGRAM_VIRTUALLY_FRAME" val="{&quot;height&quot;:235.05,&quot;left&quot;:43.59692913385827,&quot;top&quot;:184.54692913385827,&quot;width&quot;:879.45}"/>
</p:tagLst>
</file>

<file path=ppt/tags/tag54.xml><?xml version="1.0" encoding="utf-8"?>
<p:tagLst xmlns:p="http://schemas.openxmlformats.org/presentationml/2006/main">
  <p:tag name="KSO_WM_DIAGRAM_VIRTUALLY_FRAME" val="{&quot;height&quot;:235.05,&quot;left&quot;:43.59692913385827,&quot;top&quot;:184.54692913385827,&quot;width&quot;:879.45}"/>
</p:tagLst>
</file>

<file path=ppt/tags/tag55.xml><?xml version="1.0" encoding="utf-8"?>
<p:tagLst xmlns:p="http://schemas.openxmlformats.org/presentationml/2006/main">
  <p:tag name="KSO_WM_DIAGRAM_VIRTUALLY_FRAME" val="{&quot;height&quot;:235.05,&quot;left&quot;:43.59692913385827,&quot;top&quot;:184.54692913385827,&quot;width&quot;:879.45}"/>
</p:tagLst>
</file>

<file path=ppt/tags/tag56.xml><?xml version="1.0" encoding="utf-8"?>
<p:tagLst xmlns:p="http://schemas.openxmlformats.org/presentationml/2006/main">
  <p:tag name="KSO_WM_DIAGRAM_VIRTUALLY_FRAME" val="{&quot;height&quot;:235.05,&quot;left&quot;:43.59692913385827,&quot;top&quot;:184.54692913385827,&quot;width&quot;:879.45}"/>
</p:tagLst>
</file>

<file path=ppt/tags/tag57.xml><?xml version="1.0" encoding="utf-8"?>
<p:tagLst xmlns:p="http://schemas.openxmlformats.org/presentationml/2006/main">
  <p:tag name="KSO_WM_DIAGRAM_VIRTUALLY_FRAME" val="{&quot;height&quot;:235.05,&quot;left&quot;:43.59692913385827,&quot;top&quot;:184.54692913385827,&quot;width&quot;:879.45}"/>
</p:tagLst>
</file>

<file path=ppt/tags/tag58.xml><?xml version="1.0" encoding="utf-8"?>
<p:tagLst xmlns:p="http://schemas.openxmlformats.org/presentationml/2006/main">
  <p:tag name="KSO_WM_DIAGRAM_VIRTUALLY_FRAME" val="{&quot;height&quot;:235.05,&quot;left&quot;:43.59692913385827,&quot;top&quot;:184.54692913385827,&quot;width&quot;:879.45}"/>
</p:tagLst>
</file>

<file path=ppt/tags/tag59.xml><?xml version="1.0" encoding="utf-8"?>
<p:tagLst xmlns:p="http://schemas.openxmlformats.org/presentationml/2006/main">
  <p:tag name="KSO_WM_DIAGRAM_VIRTUALLY_FRAME" val="{&quot;height&quot;:235.05,&quot;left&quot;:43.59692913385827,&quot;top&quot;:184.54692913385827,&quot;width&quot;:879.45}"/>
</p:tagLst>
</file>

<file path=ppt/tags/tag60.xml><?xml version="1.0" encoding="utf-8"?>
<p:tagLst xmlns:p="http://schemas.openxmlformats.org/presentationml/2006/main">
  <p:tag name="KSO_WM_DIAGRAM_VIRTUALLY_FRAME" val="{&quot;height&quot;:235.05,&quot;left&quot;:43.59692913385827,&quot;top&quot;:184.54692913385827,&quot;width&quot;:879.45}"/>
</p:tagLst>
</file>

<file path=ppt/tags/tag61.xml><?xml version="1.0" encoding="utf-8"?>
<p:tagLst xmlns:p="http://schemas.openxmlformats.org/presentationml/2006/main">
  <p:tag name="KSO_WM_DIAGRAM_VIRTUALLY_FRAME" val="{&quot;height&quot;:235.05,&quot;left&quot;:43.59692913385827,&quot;top&quot;:184.54692913385827,&quot;width&quot;:879.45}"/>
</p:tagLst>
</file>

<file path=ppt/tags/tag62.xml><?xml version="1.0" encoding="utf-8"?>
<p:tagLst xmlns:p="http://schemas.openxmlformats.org/presentationml/2006/main">
  <p:tag name="KSO_WM_DIAGRAM_VIRTUALLY_FRAME" val="{&quot;height&quot;:235.05,&quot;left&quot;:43.59692913385827,&quot;top&quot;:184.54692913385827,&quot;width&quot;:879.45}"/>
</p:tagLst>
</file>

<file path=ppt/tags/tag63.xml><?xml version="1.0" encoding="utf-8"?>
<p:tagLst xmlns:p="http://schemas.openxmlformats.org/presentationml/2006/main">
  <p:tag name="KSO_WM_DIAGRAM_VIRTUALLY_FRAME" val="{&quot;height&quot;:235.05,&quot;left&quot;:43.59692913385827,&quot;top&quot;:184.54692913385827,&quot;width&quot;:879.45}"/>
</p:tagLst>
</file>

<file path=ppt/tags/tag64.xml><?xml version="1.0" encoding="utf-8"?>
<p:tagLst xmlns:p="http://schemas.openxmlformats.org/presentationml/2006/main">
  <p:tag name="KSO_WM_DIAGRAM_VIRTUALLY_FRAME" val="{&quot;height&quot;:235.05,&quot;left&quot;:43.59692913385827,&quot;top&quot;:184.54692913385827,&quot;width&quot;:879.45}"/>
</p:tagLst>
</file>

<file path=ppt/tags/tag65.xml><?xml version="1.0" encoding="utf-8"?>
<p:tagLst xmlns:p="http://schemas.openxmlformats.org/presentationml/2006/main">
  <p:tag name="KSO_WM_DIAGRAM_VIRTUALLY_FRAME" val="{&quot;height&quot;:235.05,&quot;left&quot;:43.59692913385827,&quot;top&quot;:184.54692913385827,&quot;width&quot;:879.45}"/>
</p:tagLst>
</file>

<file path=ppt/tags/tag66.xml><?xml version="1.0" encoding="utf-8"?>
<p:tagLst xmlns:p="http://schemas.openxmlformats.org/presentationml/2006/main">
  <p:tag name="KSO_WM_DIAGRAM_VIRTUALLY_FRAME" val="{&quot;height&quot;:235.05,&quot;left&quot;:43.59692913385827,&quot;top&quot;:184.54692913385827,&quot;width&quot;:879.45}"/>
</p:tagLst>
</file>

<file path=ppt/tags/tag67.xml><?xml version="1.0" encoding="utf-8"?>
<p:tagLst xmlns:p="http://schemas.openxmlformats.org/presentationml/2006/main">
  <p:tag name="KSO_WM_DIAGRAM_VIRTUALLY_FRAME" val="{&quot;height&quot;:235.05,&quot;left&quot;:43.59692913385827,&quot;top&quot;:184.54692913385827,&quot;width&quot;:879.45}"/>
</p:tagLst>
</file>

<file path=ppt/tags/tag68.xml><?xml version="1.0" encoding="utf-8"?>
<p:tagLst xmlns:p="http://schemas.openxmlformats.org/presentationml/2006/main">
  <p:tag name="KSO_WM_DIAGRAM_VIRTUALLY_FRAME" val="{&quot;height&quot;:235.05,&quot;left&quot;:43.59692913385827,&quot;top&quot;:184.54692913385827,&quot;width&quot;:879.45}"/>
</p:tagLst>
</file>

<file path=ppt/tags/tag69.xml><?xml version="1.0" encoding="utf-8"?>
<p:tagLst xmlns:p="http://schemas.openxmlformats.org/presentationml/2006/main">
  <p:tag name="KSO_WM_DIAGRAM_VIRTUALLY_FRAME" val="{&quot;height&quot;:235.05,&quot;left&quot;:43.59692913385827,&quot;top&quot;:184.54692913385827,&quot;width&quot;:879.45}"/>
</p:tagLst>
</file>

<file path=ppt/tags/tag70.xml><?xml version="1.0" encoding="utf-8"?>
<p:tagLst xmlns:p="http://schemas.openxmlformats.org/presentationml/2006/main">
  <p:tag name="KSO_WM_DIAGRAM_VIRTUALLY_FRAME" val="{&quot;height&quot;:235.05,&quot;left&quot;:43.59692913385827,&quot;top&quot;:184.54692913385827,&quot;width&quot;:879.45}"/>
</p:tagLst>
</file>

<file path=ppt/tags/tag71.xml><?xml version="1.0" encoding="utf-8"?>
<p:tagLst xmlns:p="http://schemas.openxmlformats.org/presentationml/2006/main">
  <p:tag name="KSO_WM_DIAGRAM_VIRTUALLY_FRAME" val="{&quot;height&quot;:235.05,&quot;left&quot;:43.59692913385827,&quot;top&quot;:184.54692913385827,&quot;width&quot;:879.45}"/>
</p:tagLst>
</file>

<file path=ppt/tags/tag72.xml><?xml version="1.0" encoding="utf-8"?>
<p:tagLst xmlns:p="http://schemas.openxmlformats.org/presentationml/2006/main">
  <p:tag name="KSO_WM_DIAGRAM_VIRTUALLY_FRAME" val="{&quot;height&quot;:235.05,&quot;left&quot;:43.59692913385827,&quot;top&quot;:184.54692913385827,&quot;width&quot;:879.45}"/>
</p:tagLst>
</file>

<file path=ppt/tags/tag73.xml><?xml version="1.0" encoding="utf-8"?>
<p:tagLst xmlns:p="http://schemas.openxmlformats.org/presentationml/2006/main">
  <p:tag name="KSO_WM_DIAGRAM_VIRTUALLY_FRAME" val="{&quot;height&quot;:394,&quot;left&quot;:31.821968503937008,&quot;top&quot;:6.000944881889791,&quot;width&quot;:926.75}"/>
</p:tagLst>
</file>

<file path=ppt/tags/tag74.xml><?xml version="1.0" encoding="utf-8"?>
<p:tagLst xmlns:p="http://schemas.openxmlformats.org/presentationml/2006/main">
  <p:tag name="KSO_WM_DIAGRAM_VIRTUALLY_FRAME" val="{&quot;height&quot;:394,&quot;left&quot;:31.821968503937008,&quot;top&quot;:6.000944881889791,&quot;width&quot;:926.75}"/>
</p:tagLst>
</file>

<file path=ppt/tags/tag75.xml><?xml version="1.0" encoding="utf-8"?>
<p:tagLst xmlns:p="http://schemas.openxmlformats.org/presentationml/2006/main">
  <p:tag name="KSO_WM_DIAGRAM_VIRTUALLY_FRAME" val="{&quot;height&quot;:394,&quot;left&quot;:31.821968503937008,&quot;top&quot;:6.000944881889791,&quot;width&quot;:926.75}"/>
</p:tagLst>
</file>

<file path=ppt/tags/tag76.xml><?xml version="1.0" encoding="utf-8"?>
<p:tagLst xmlns:p="http://schemas.openxmlformats.org/presentationml/2006/main">
  <p:tag name="KSO_WM_DIAGRAM_VIRTUALLY_FRAME" val="{&quot;height&quot;:394,&quot;left&quot;:31.821968503937008,&quot;top&quot;:6.000944881889791,&quot;width&quot;:926.75}"/>
</p:tagLst>
</file>

<file path=ppt/tags/tag77.xml><?xml version="1.0" encoding="utf-8"?>
<p:tagLst xmlns:p="http://schemas.openxmlformats.org/presentationml/2006/main">
  <p:tag name="KSO_WM_DIAGRAM_VIRTUALLY_FRAME" val="{&quot;height&quot;:394,&quot;left&quot;:31.821968503937008,&quot;top&quot;:6.000944881889791,&quot;width&quot;:926.75}"/>
</p:tagLst>
</file>

<file path=ppt/tags/tag78.xml><?xml version="1.0" encoding="utf-8"?>
<p:tagLst xmlns:p="http://schemas.openxmlformats.org/presentationml/2006/main">
  <p:tag name="KSO_WM_DIAGRAM_VIRTUALLY_FRAME" val="{&quot;height&quot;:281.85,&quot;left&quot;:42.646929133858265,&quot;top&quot;:132.64692913385827,&quot;width&quot;:879.45}"/>
</p:tagLst>
</file>

<file path=ppt/tags/tag79.xml><?xml version="1.0" encoding="utf-8"?>
<p:tagLst xmlns:p="http://schemas.openxmlformats.org/presentationml/2006/main">
  <p:tag name="KSO_WM_DIAGRAM_VIRTUALLY_FRAME" val="{&quot;height&quot;:281.85,&quot;left&quot;:42.646929133858265,&quot;top&quot;:132.64692913385827,&quot;width&quot;:879.45}"/>
</p:tagLst>
</file>

<file path=ppt/tags/tag80.xml><?xml version="1.0" encoding="utf-8"?>
<p:tagLst xmlns:p="http://schemas.openxmlformats.org/presentationml/2006/main">
  <p:tag name="KSO_WM_DIAGRAM_VIRTUALLY_FRAME" val="{&quot;height&quot;:281.85,&quot;left&quot;:42.646929133858265,&quot;top&quot;:132.64692913385827,&quot;width&quot;:879.45}"/>
</p:tagLst>
</file>

<file path=ppt/tags/tag81.xml><?xml version="1.0" encoding="utf-8"?>
<p:tagLst xmlns:p="http://schemas.openxmlformats.org/presentationml/2006/main">
  <p:tag name="KSO_WM_DIAGRAM_VIRTUALLY_FRAME" val="{&quot;height&quot;:281.85,&quot;left&quot;:42.646929133858265,&quot;top&quot;:132.64692913385827,&quot;width&quot;:879.45}"/>
</p:tagLst>
</file>

<file path=ppt/tags/tag82.xml><?xml version="1.0" encoding="utf-8"?>
<p:tagLst xmlns:p="http://schemas.openxmlformats.org/presentationml/2006/main">
  <p:tag name="KSO_WM_DIAGRAM_VIRTUALLY_FRAME" val="{&quot;height&quot;:281.85,&quot;left&quot;:42.646929133858265,&quot;top&quot;:132.64692913385827,&quot;width&quot;:879.45}"/>
</p:tagLst>
</file>

<file path=ppt/tags/tag83.xml><?xml version="1.0" encoding="utf-8"?>
<p:tagLst xmlns:p="http://schemas.openxmlformats.org/presentationml/2006/main">
  <p:tag name="KSO_WM_DIAGRAM_VIRTUALLY_FRAME" val="{&quot;height&quot;:281.85,&quot;left&quot;:42.646929133858265,&quot;top&quot;:132.64692913385827,&quot;width&quot;:879.45}"/>
</p:tagLst>
</file>

<file path=ppt/tags/tag84.xml><?xml version="1.0" encoding="utf-8"?>
<p:tagLst xmlns:p="http://schemas.openxmlformats.org/presentationml/2006/main">
  <p:tag name="KSO_WM_DIAGRAM_VIRTUALLY_FRAME" val="{&quot;height&quot;:281.85,&quot;left&quot;:42.646929133858265,&quot;top&quot;:132.64692913385827,&quot;width&quot;:879.45}"/>
</p:tagLst>
</file>

<file path=ppt/tags/tag85.xml><?xml version="1.0" encoding="utf-8"?>
<p:tagLst xmlns:p="http://schemas.openxmlformats.org/presentationml/2006/main">
  <p:tag name="KSO_WM_DIAGRAM_VIRTUALLY_FRAME" val="{&quot;height&quot;:281.85,&quot;left&quot;:42.646929133858265,&quot;top&quot;:132.64692913385827,&quot;width&quot;:879.45}"/>
</p:tagLst>
</file>

<file path=ppt/tags/tag86.xml><?xml version="1.0" encoding="utf-8"?>
<p:tagLst xmlns:p="http://schemas.openxmlformats.org/presentationml/2006/main">
  <p:tag name="KSO_WM_DIAGRAM_VIRTUALLY_FRAME" val="{&quot;height&quot;:281.85,&quot;left&quot;:42.646929133858265,&quot;top&quot;:132.64692913385827,&quot;width&quot;:879.45}"/>
</p:tagLst>
</file>

<file path=ppt/tags/tag87.xml><?xml version="1.0" encoding="utf-8"?>
<p:tagLst xmlns:p="http://schemas.openxmlformats.org/presentationml/2006/main">
  <p:tag name="KSO_WM_DIAGRAM_VIRTUALLY_FRAME" val="{&quot;height&quot;:281.85,&quot;left&quot;:42.646929133858265,&quot;top&quot;:132.64692913385827,&quot;width&quot;:879.45}"/>
</p:tagLst>
</file>

<file path=ppt/tags/tag88.xml><?xml version="1.0" encoding="utf-8"?>
<p:tagLst xmlns:p="http://schemas.openxmlformats.org/presentationml/2006/main">
  <p:tag name="KSO_WM_DIAGRAM_VIRTUALLY_FRAME" val="{&quot;height&quot;:281.85,&quot;left&quot;:42.646929133858265,&quot;top&quot;:132.64692913385827,&quot;width&quot;:879.45}"/>
</p:tagLst>
</file>

<file path=ppt/tags/tag89.xml><?xml version="1.0" encoding="utf-8"?>
<p:tagLst xmlns:p="http://schemas.openxmlformats.org/presentationml/2006/main">
  <p:tag name="KSO_WM_DIAGRAM_VIRTUALLY_FRAME" val="{&quot;height&quot;:281.85,&quot;left&quot;:42.646929133858265,&quot;top&quot;:132.64692913385827,&quot;width&quot;:879.45}"/>
</p:tagLst>
</file>

<file path=ppt/tags/tag90.xml><?xml version="1.0" encoding="utf-8"?>
<p:tagLst xmlns:p="http://schemas.openxmlformats.org/presentationml/2006/main">
  <p:tag name="KSO_WM_DIAGRAM_VIRTUALLY_FRAME" val="{&quot;height&quot;:281.85,&quot;left&quot;:42.646929133858265,&quot;top&quot;:132.64692913385827,&quot;width&quot;:879.45}"/>
</p:tagLst>
</file>

<file path=ppt/tags/tag91.xml><?xml version="1.0" encoding="utf-8"?>
<p:tagLst xmlns:p="http://schemas.openxmlformats.org/presentationml/2006/main">
  <p:tag name="KSO_WM_DIAGRAM_VIRTUALLY_FRAME" val="{&quot;height&quot;:281.85,&quot;left&quot;:42.646929133858265,&quot;top&quot;:132.64692913385827,&quot;width&quot;:879.45}"/>
</p:tagLst>
</file>

<file path=ppt/tags/tag92.xml><?xml version="1.0" encoding="utf-8"?>
<p:tagLst xmlns:p="http://schemas.openxmlformats.org/presentationml/2006/main">
  <p:tag name="KSO_WM_DIAGRAM_VIRTUALLY_FRAME" val="{&quot;height&quot;:281.85,&quot;left&quot;:42.646929133858265,&quot;top&quot;:132.64692913385827,&quot;width&quot;:879.45}"/>
</p:tagLst>
</file>

<file path=ppt/tags/tag93.xml><?xml version="1.0" encoding="utf-8"?>
<p:tagLst xmlns:p="http://schemas.openxmlformats.org/presentationml/2006/main">
  <p:tag name="KSO_WM_DIAGRAM_VIRTUALLY_FRAME" val="{&quot;height&quot;:281.85,&quot;left&quot;:42.646929133858265,&quot;top&quot;:132.64692913385827,&quot;width&quot;:879.45}"/>
</p:tagLst>
</file>

<file path=ppt/tags/tag94.xml><?xml version="1.0" encoding="utf-8"?>
<p:tagLst xmlns:p="http://schemas.openxmlformats.org/presentationml/2006/main">
  <p:tag name="KSO_WM_DIAGRAM_VIRTUALLY_FRAME" val="{&quot;height&quot;:281.85,&quot;left&quot;:42.646929133858265,&quot;top&quot;:132.64692913385827,&quot;width&quot;:879.45}"/>
</p:tagLst>
</file>

<file path=ppt/tags/tag95.xml><?xml version="1.0" encoding="utf-8"?>
<p:tagLst xmlns:p="http://schemas.openxmlformats.org/presentationml/2006/main">
  <p:tag name="KSO_WM_DIAGRAM_VIRTUALLY_FRAME" val="{&quot;height&quot;:281.85,&quot;left&quot;:42.646929133858265,&quot;top&quot;:132.64692913385827,&quot;width&quot;:879.45}"/>
</p:tagLst>
</file>

<file path=ppt/tags/tag96.xml><?xml version="1.0" encoding="utf-8"?>
<p:tagLst xmlns:p="http://schemas.openxmlformats.org/presentationml/2006/main">
  <p:tag name="KSO_WM_DIAGRAM_VIRTUALLY_FRAME" val="{&quot;height&quot;:281.85,&quot;left&quot;:42.646929133858265,&quot;top&quot;:132.64692913385827,&quot;width&quot;:879.45}"/>
</p:tagLst>
</file>

<file path=ppt/tags/tag97.xml><?xml version="1.0" encoding="utf-8"?>
<p:tagLst xmlns:p="http://schemas.openxmlformats.org/presentationml/2006/main">
  <p:tag name="KSO_WM_DIAGRAM_VIRTUALLY_FRAME" val="{&quot;height&quot;:281.85,&quot;left&quot;:42.646929133858265,&quot;top&quot;:132.64692913385827,&quot;width&quot;:879.45}"/>
</p:tagLst>
</file>

<file path=ppt/tags/tag98.xml><?xml version="1.0" encoding="utf-8"?>
<p:tagLst xmlns:p="http://schemas.openxmlformats.org/presentationml/2006/main">
  <p:tag name="KSO_WM_DIAGRAM_VIRTUALLY_FRAME" val="{&quot;height&quot;:281.85,&quot;left&quot;:42.646929133858265,&quot;top&quot;:132.64692913385827,&quot;width&quot;:879.45}"/>
</p:tagLst>
</file>

<file path=ppt/tags/tag99.xml><?xml version="1.0" encoding="utf-8"?>
<p:tagLst xmlns:p="http://schemas.openxmlformats.org/presentationml/2006/main">
  <p:tag name="KSO_WM_DIAGRAM_VIRTUALLY_FRAME" val="{&quot;height&quot;:281.85,&quot;left&quot;:42.646929133858265,&quot;top&quot;:132.64692913385827,&quot;width&quot;:879.45}"/>
</p:tagLst>
</file>

<file path=ppt/tags/tag100.xml><?xml version="1.0" encoding="utf-8"?>
<p:tagLst xmlns:p="http://schemas.openxmlformats.org/presentationml/2006/main">
  <p:tag name="KSO_WM_DIAGRAM_VIRTUALLY_FRAME" val="{&quot;height&quot;:281.85,&quot;left&quot;:42.646929133858265,&quot;top&quot;:132.64692913385827,&quot;width&quot;:879.45}"/>
</p:tagLst>
</file>

<file path=ppt/tags/tag101.xml><?xml version="1.0" encoding="utf-8"?>
<p:tagLst xmlns:p="http://schemas.openxmlformats.org/presentationml/2006/main">
  <p:tag name="KSO_WM_DIAGRAM_VIRTUALLY_FRAME" val="{&quot;height&quot;:281.85,&quot;left&quot;:42.646929133858265,&quot;top&quot;:132.64692913385827,&quot;width&quot;:879.45}"/>
</p:tagLst>
</file>

<file path=ppt/tags/tag102.xml><?xml version="1.0" encoding="utf-8"?>
<p:tagLst xmlns:p="http://schemas.openxmlformats.org/presentationml/2006/main">
  <p:tag name="KSO_WM_DIAGRAM_VIRTUALLY_FRAME" val="{&quot;height&quot;:112.65,&quot;left&quot;:42.675905511811024,&quot;top&quot;:132.675905511811,&quot;width&quot;:893.8499212598424}"/>
</p:tagLst>
</file>

<file path=ppt/tags/tag103.xml><?xml version="1.0" encoding="utf-8"?>
<p:tagLst xmlns:p="http://schemas.openxmlformats.org/presentationml/2006/main">
  <p:tag name="KSO_WM_DIAGRAM_VIRTUALLY_FRAME" val="{&quot;height&quot;:112.65,&quot;left&quot;:42.675905511811024,&quot;top&quot;:132.675905511811,&quot;width&quot;:893.8499212598424}"/>
</p:tagLst>
</file>

<file path=ppt/tags/tag104.xml><?xml version="1.0" encoding="utf-8"?>
<p:tagLst xmlns:p="http://schemas.openxmlformats.org/presentationml/2006/main">
  <p:tag name="KSO_WM_DIAGRAM_VIRTUALLY_FRAME" val="{&quot;height&quot;:112.65,&quot;left&quot;:42.675905511811024,&quot;top&quot;:132.675905511811,&quot;width&quot;:893.8499212598424}"/>
</p:tagLst>
</file>

<file path=ppt/tags/tag105.xml><?xml version="1.0" encoding="utf-8"?>
<p:tagLst xmlns:p="http://schemas.openxmlformats.org/presentationml/2006/main">
  <p:tag name="KSO_WM_DIAGRAM_VIRTUALLY_FRAME" val="{&quot;height&quot;:112.65,&quot;left&quot;:42.675905511811024,&quot;top&quot;:132.675905511811,&quot;width&quot;:893.8499212598424}"/>
</p:tagLst>
</file>

<file path=ppt/tags/tag106.xml><?xml version="1.0" encoding="utf-8"?>
<p:tagLst xmlns:p="http://schemas.openxmlformats.org/presentationml/2006/main">
  <p:tag name="KSO_WM_DIAGRAM_VIRTUALLY_FRAME" val="{&quot;height&quot;:112.65,&quot;left&quot;:42.675905511811024,&quot;top&quot;:132.675905511811,&quot;width&quot;:893.8499212598424}"/>
</p:tagLst>
</file>

<file path=ppt/tags/tag107.xml><?xml version="1.0" encoding="utf-8"?>
<p:tagLst xmlns:p="http://schemas.openxmlformats.org/presentationml/2006/main">
  <p:tag name="KSO_WM_DIAGRAM_VIRTUALLY_FRAME" val="{&quot;height&quot;:112.65,&quot;left&quot;:42.675905511811024,&quot;top&quot;:132.675905511811,&quot;width&quot;:893.8499212598424}"/>
</p:tagLst>
</file>

<file path=ppt/tags/tag108.xml><?xml version="1.0" encoding="utf-8"?>
<p:tagLst xmlns:p="http://schemas.openxmlformats.org/presentationml/2006/main">
  <p:tag name="KSO_WM_DIAGRAM_VIRTUALLY_FRAME" val="{&quot;height&quot;:112.65,&quot;left&quot;:42.675905511811024,&quot;top&quot;:132.675905511811,&quot;width&quot;:893.8499212598424}"/>
</p:tagLst>
</file>

<file path=ppt/tags/tag109.xml><?xml version="1.0" encoding="utf-8"?>
<p:tagLst xmlns:p="http://schemas.openxmlformats.org/presentationml/2006/main">
  <p:tag name="KSO_WM_DIAGRAM_VIRTUALLY_FRAME" val="{&quot;height&quot;:112.65,&quot;left&quot;:42.675905511811024,&quot;top&quot;:132.675905511811,&quot;width&quot;:893.8499212598424}"/>
</p:tagLst>
</file>

<file path=ppt/tags/tag110.xml><?xml version="1.0" encoding="utf-8"?>
<p:tagLst xmlns:p="http://schemas.openxmlformats.org/presentationml/2006/main">
  <p:tag name="KSO_WM_DIAGRAM_VIRTUALLY_FRAME" val="{&quot;height&quot;:112.65,&quot;left&quot;:42.675905511811024,&quot;top&quot;:132.675905511811,&quot;width&quot;:893.8499212598424}"/>
</p:tagLst>
</file>

<file path=ppt/tags/tag111.xml><?xml version="1.0" encoding="utf-8"?>
<p:tagLst xmlns:p="http://schemas.openxmlformats.org/presentationml/2006/main">
  <p:tag name="KSO_WM_DIAGRAM_VIRTUALLY_FRAME" val="{&quot;height&quot;:112.65,&quot;left&quot;:42.675905511811024,&quot;top&quot;:132.675905511811,&quot;width&quot;:893.8499212598424}"/>
</p:tagLst>
</file>

<file path=ppt/tags/tag112.xml><?xml version="1.0" encoding="utf-8"?>
<p:tagLst xmlns:p="http://schemas.openxmlformats.org/presentationml/2006/main">
  <p:tag name="KSO_WM_DIAGRAM_VIRTUALLY_FRAME" val="{&quot;height&quot;:112.65,&quot;left&quot;:42.675905511811024,&quot;top&quot;:132.675905511811,&quot;width&quot;:893.8499212598424}"/>
</p:tagLst>
</file>

<file path=ppt/tags/tag113.xml><?xml version="1.0" encoding="utf-8"?>
<p:tagLst xmlns:p="http://schemas.openxmlformats.org/presentationml/2006/main">
  <p:tag name="KSO_WM_DIAGRAM_VIRTUALLY_FRAME" val="{&quot;height&quot;:112.65,&quot;left&quot;:42.675905511811024,&quot;top&quot;:132.675905511811,&quot;width&quot;:893.8499212598424}"/>
</p:tagLst>
</file>

<file path=ppt/tags/tag114.xml><?xml version="1.0" encoding="utf-8"?>
<p:tagLst xmlns:p="http://schemas.openxmlformats.org/presentationml/2006/main">
  <p:tag name="KSO_WM_DIAGRAM_VIRTUALLY_FRAME" val="{&quot;height&quot;:112.65,&quot;left&quot;:42.675905511811024,&quot;top&quot;:132.675905511811,&quot;width&quot;:893.8499212598424}"/>
</p:tagLst>
</file>

<file path=ppt/tags/tag115.xml><?xml version="1.0" encoding="utf-8"?>
<p:tagLst xmlns:p="http://schemas.openxmlformats.org/presentationml/2006/main">
  <p:tag name="KSO_WM_DIAGRAM_VIRTUALLY_FRAME" val="{&quot;height&quot;:112.65,&quot;left&quot;:42.675905511811024,&quot;top&quot;:132.675905511811,&quot;width&quot;:893.8499212598424}"/>
</p:tagLst>
</file>

<file path=ppt/tags/tag116.xml><?xml version="1.0" encoding="utf-8"?>
<p:tagLst xmlns:p="http://schemas.openxmlformats.org/presentationml/2006/main">
  <p:tag name="KSO_WM_DIAGRAM_VIRTUALLY_FRAME" val="{&quot;height&quot;:112.65,&quot;left&quot;:42.675905511811024,&quot;top&quot;:132.675905511811,&quot;width&quot;:893.8499212598424}"/>
</p:tagLst>
</file>

<file path=ppt/tags/tag117.xml><?xml version="1.0" encoding="utf-8"?>
<p:tagLst xmlns:p="http://schemas.openxmlformats.org/presentationml/2006/main">
  <p:tag name="KSO_WM_DIAGRAM_VIRTUALLY_FRAME" val="{&quot;height&quot;:112.65,&quot;left&quot;:42.675905511811024,&quot;top&quot;:132.675905511811,&quot;width&quot;:893.8499212598424}"/>
</p:tagLst>
</file>

<file path=ppt/tags/tag118.xml><?xml version="1.0" encoding="utf-8"?>
<p:tagLst xmlns:p="http://schemas.openxmlformats.org/presentationml/2006/main">
  <p:tag name="KSO_WM_DIAGRAM_VIRTUALLY_FRAME" val="{&quot;height&quot;:112.65,&quot;left&quot;:42.675905511811024,&quot;top&quot;:132.675905511811,&quot;width&quot;:893.8499212598424}"/>
</p:tagLst>
</file>

<file path=ppt/tags/tag119.xml><?xml version="1.0" encoding="utf-8"?>
<p:tagLst xmlns:p="http://schemas.openxmlformats.org/presentationml/2006/main">
  <p:tag name="KSO_WM_DIAGRAM_VIRTUALLY_FRAME" val="{&quot;height&quot;:112.65,&quot;left&quot;:42.675905511811024,&quot;top&quot;:132.675905511811,&quot;width&quot;:893.8499212598424}"/>
</p:tagLst>
</file>

<file path=ppt/tags/tag120.xml><?xml version="1.0" encoding="utf-8"?>
<p:tagLst xmlns:p="http://schemas.openxmlformats.org/presentationml/2006/main">
  <p:tag name="KSO_WM_DIAGRAM_VIRTUALLY_FRAME" val="{&quot;height&quot;:112.65,&quot;left&quot;:42.675905511811024,&quot;top&quot;:132.675905511811,&quot;width&quot;:893.8499212598424}"/>
</p:tagLst>
</file>

<file path=ppt/tags/tag121.xml><?xml version="1.0" encoding="utf-8"?>
<p:tagLst xmlns:p="http://schemas.openxmlformats.org/presentationml/2006/main">
  <p:tag name="KSO_WM_DIAGRAM_VIRTUALLY_FRAME" val="{&quot;height&quot;:112.65,&quot;left&quot;:42.675905511811024,&quot;top&quot;:132.675905511811,&quot;width&quot;:893.8499212598424}"/>
</p:tagLst>
</file>

<file path=ppt/tags/tag122.xml><?xml version="1.0" encoding="utf-8"?>
<p:tagLst xmlns:p="http://schemas.openxmlformats.org/presentationml/2006/main">
  <p:tag name="KSO_WM_DIAGRAM_VIRTUALLY_FRAME" val="{&quot;height&quot;:112.65,&quot;left&quot;:42.675905511811024,&quot;top&quot;:132.675905511811,&quot;width&quot;:893.8499212598424}"/>
</p:tagLst>
</file>

<file path=ppt/tags/tag123.xml><?xml version="1.0" encoding="utf-8"?>
<p:tagLst xmlns:p="http://schemas.openxmlformats.org/presentationml/2006/main">
  <p:tag name="KSO_WM_DIAGRAM_VIRTUALLY_FRAME" val="{&quot;height&quot;:112.65,&quot;left&quot;:42.675905511811024,&quot;top&quot;:132.675905511811,&quot;width&quot;:893.8499212598424}"/>
</p:tagLst>
</file>

<file path=ppt/tags/tag124.xml><?xml version="1.0" encoding="utf-8"?>
<p:tagLst xmlns:p="http://schemas.openxmlformats.org/presentationml/2006/main">
  <p:tag name="KSO_WM_DIAGRAM_VIRTUALLY_FRAME" val="{&quot;height&quot;:112.65,&quot;left&quot;:42.675905511811024,&quot;top&quot;:132.675905511811,&quot;width&quot;:893.8499212598424}"/>
</p:tagLst>
</file>

<file path=ppt/tags/tag125.xml><?xml version="1.0" encoding="utf-8"?>
<p:tagLst xmlns:p="http://schemas.openxmlformats.org/presentationml/2006/main">
  <p:tag name="KSO_WM_DIAGRAM_VIRTUALLY_FRAME" val="{&quot;height&quot;:112.65,&quot;left&quot;:42.675905511811024,&quot;top&quot;:132.675905511811,&quot;width&quot;:893.8499212598424}"/>
</p:tagLst>
</file>

<file path=ppt/tags/tag126.xml><?xml version="1.0" encoding="utf-8"?>
<p:tagLst xmlns:p="http://schemas.openxmlformats.org/presentationml/2006/main">
  <p:tag name="KSO_WM_DIAGRAM_VIRTUALLY_FRAME" val="{&quot;height&quot;:112.65,&quot;left&quot;:42.675905511811024,&quot;top&quot;:132.675905511811,&quot;width&quot;:893.8499212598424}"/>
</p:tagLst>
</file>

<file path=ppt/tags/tag127.xml><?xml version="1.0" encoding="utf-8"?>
<p:tagLst xmlns:p="http://schemas.openxmlformats.org/presentationml/2006/main">
  <p:tag name="KSO_WM_DIAGRAM_VIRTUALLY_FRAME" val="{&quot;height&quot;:112.65,&quot;left&quot;:42.675905511811024,&quot;top&quot;:132.675905511811,&quot;width&quot;:893.8499212598424}"/>
</p:tagLst>
</file>

<file path=ppt/tags/tag128.xml><?xml version="1.0" encoding="utf-8"?>
<p:tagLst xmlns:p="http://schemas.openxmlformats.org/presentationml/2006/main">
  <p:tag name="KSO_WM_DIAGRAM_VIRTUALLY_FRAME" val="{&quot;height&quot;:112.65,&quot;left&quot;:42.675905511811024,&quot;top&quot;:132.675905511811,&quot;width&quot;:893.8499212598424}"/>
</p:tagLst>
</file>

<file path=ppt/tags/tag129.xml><?xml version="1.0" encoding="utf-8"?>
<p:tagLst xmlns:p="http://schemas.openxmlformats.org/presentationml/2006/main">
  <p:tag name="KSO_WM_DIAGRAM_VIRTUALLY_FRAME" val="{&quot;height&quot;:112.65,&quot;left&quot;:42.675905511811024,&quot;top&quot;:132.675905511811,&quot;width&quot;:893.8499212598424}"/>
</p:tagLst>
</file>

<file path=ppt/tags/tag130.xml><?xml version="1.0" encoding="utf-8"?>
<p:tagLst xmlns:p="http://schemas.openxmlformats.org/presentationml/2006/main">
  <p:tag name="KSO_WM_DIAGRAM_VIRTUALLY_FRAME" val="{&quot;height&quot;:112.65,&quot;left&quot;:42.675905511811024,&quot;top&quot;:132.675905511811,&quot;width&quot;:893.8499212598424}"/>
</p:tagLst>
</file>

<file path=ppt/tags/tag131.xml><?xml version="1.0" encoding="utf-8"?>
<p:tagLst xmlns:p="http://schemas.openxmlformats.org/presentationml/2006/main">
  <p:tag name="KSO_WM_DIAGRAM_VIRTUALLY_FRAME" val="{&quot;height&quot;:112.65,&quot;left&quot;:42.675905511811024,&quot;top&quot;:132.675905511811,&quot;width&quot;:893.8499212598424}"/>
</p:tagLst>
</file>

<file path=ppt/tags/tag132.xml><?xml version="1.0" encoding="utf-8"?>
<p:tagLst xmlns:p="http://schemas.openxmlformats.org/presentationml/2006/main">
  <p:tag name="KSO_WM_DIAGRAM_VIRTUALLY_FRAME" val="{&quot;height&quot;:164.01102362204722,&quot;left&quot;:42.675905511811024,&quot;top&quot;:121.64692913385827,&quot;width&quot;:847.0499999999998}"/>
</p:tagLst>
</file>

<file path=ppt/tags/tag133.xml><?xml version="1.0" encoding="utf-8"?>
<p:tagLst xmlns:p="http://schemas.openxmlformats.org/presentationml/2006/main">
  <p:tag name="KSO_WM_DIAGRAM_VIRTUALLY_FRAME" val="{&quot;height&quot;:164.01102362204722,&quot;left&quot;:42.675905511811024,&quot;top&quot;:121.64692913385827,&quot;width&quot;:847.0499999999998}"/>
</p:tagLst>
</file>

<file path=ppt/tags/tag134.xml><?xml version="1.0" encoding="utf-8"?>
<p:tagLst xmlns:p="http://schemas.openxmlformats.org/presentationml/2006/main">
  <p:tag name="KSO_WM_DIAGRAM_VIRTUALLY_FRAME" val="{&quot;height&quot;:164.01102362204722,&quot;left&quot;:42.675905511811024,&quot;top&quot;:121.64692913385827,&quot;width&quot;:847.0499999999998}"/>
</p:tagLst>
</file>

<file path=ppt/tags/tag135.xml><?xml version="1.0" encoding="utf-8"?>
<p:tagLst xmlns:p="http://schemas.openxmlformats.org/presentationml/2006/main">
  <p:tag name="KSO_WM_DIAGRAM_VIRTUALLY_FRAME" val="{&quot;height&quot;:164.01102362204722,&quot;left&quot;:42.675905511811024,&quot;top&quot;:121.64692913385827,&quot;width&quot;:847.0499999999998}"/>
</p:tagLst>
</file>

<file path=ppt/tags/tag136.xml><?xml version="1.0" encoding="utf-8"?>
<p:tagLst xmlns:p="http://schemas.openxmlformats.org/presentationml/2006/main">
  <p:tag name="KSO_WM_DIAGRAM_VIRTUALLY_FRAME" val="{&quot;height&quot;:164.01102362204722,&quot;left&quot;:42.675905511811024,&quot;top&quot;:121.64692913385827,&quot;width&quot;:847.0499999999998}"/>
</p:tagLst>
</file>

<file path=ppt/tags/tag137.xml><?xml version="1.0" encoding="utf-8"?>
<p:tagLst xmlns:p="http://schemas.openxmlformats.org/presentationml/2006/main">
  <p:tag name="KSO_WM_DIAGRAM_VIRTUALLY_FRAME" val="{&quot;height&quot;:164.01102362204722,&quot;left&quot;:42.675905511811024,&quot;top&quot;:121.64692913385827,&quot;width&quot;:847.0499999999998}"/>
</p:tagLst>
</file>

<file path=ppt/tags/tag138.xml><?xml version="1.0" encoding="utf-8"?>
<p:tagLst xmlns:p="http://schemas.openxmlformats.org/presentationml/2006/main">
  <p:tag name="KSO_WM_DIAGRAM_VIRTUALLY_FRAME" val="{&quot;height&quot;:164.01102362204722,&quot;left&quot;:42.675905511811024,&quot;top&quot;:121.64692913385827,&quot;width&quot;:847.0499999999998}"/>
</p:tagLst>
</file>

<file path=ppt/tags/tag139.xml><?xml version="1.0" encoding="utf-8"?>
<p:tagLst xmlns:p="http://schemas.openxmlformats.org/presentationml/2006/main">
  <p:tag name="KSO_WM_DIAGRAM_VIRTUALLY_FRAME" val="{&quot;height&quot;:164.01102362204722,&quot;left&quot;:42.675905511811024,&quot;top&quot;:121.64692913385827,&quot;width&quot;:847.0499999999998}"/>
</p:tagLst>
</file>

<file path=ppt/tags/tag140.xml><?xml version="1.0" encoding="utf-8"?>
<p:tagLst xmlns:p="http://schemas.openxmlformats.org/presentationml/2006/main">
  <p:tag name="KSO_WM_DIAGRAM_VIRTUALLY_FRAME" val="{&quot;height&quot;:164.01102362204722,&quot;left&quot;:42.675905511811024,&quot;top&quot;:121.64692913385827,&quot;width&quot;:847.0499999999998}"/>
</p:tagLst>
</file>

<file path=ppt/tags/tag141.xml><?xml version="1.0" encoding="utf-8"?>
<p:tagLst xmlns:p="http://schemas.openxmlformats.org/presentationml/2006/main">
  <p:tag name="KSO_WM_DIAGRAM_VIRTUALLY_FRAME" val="{&quot;height&quot;:164.01102362204722,&quot;left&quot;:42.675905511811024,&quot;top&quot;:121.64692913385827,&quot;width&quot;:847.0499999999998}"/>
</p:tagLst>
</file>

<file path=ppt/tags/tag142.xml><?xml version="1.0" encoding="utf-8"?>
<p:tagLst xmlns:p="http://schemas.openxmlformats.org/presentationml/2006/main">
  <p:tag name="KSO_WM_DIAGRAM_VIRTUALLY_FRAME" val="{&quot;height&quot;:164.01102362204722,&quot;left&quot;:42.675905511811024,&quot;top&quot;:121.64692913385827,&quot;width&quot;:847.0499999999998}"/>
</p:tagLst>
</file>

<file path=ppt/tags/tag143.xml><?xml version="1.0" encoding="utf-8"?>
<p:tagLst xmlns:p="http://schemas.openxmlformats.org/presentationml/2006/main">
  <p:tag name="KSO_WM_DIAGRAM_VIRTUALLY_FRAME" val="{&quot;height&quot;:164.01102362204722,&quot;left&quot;:42.675905511811024,&quot;top&quot;:121.64692913385827,&quot;width&quot;:847.0499999999998}"/>
</p:tagLst>
</file>

<file path=ppt/tags/tag144.xml><?xml version="1.0" encoding="utf-8"?>
<p:tagLst xmlns:p="http://schemas.openxmlformats.org/presentationml/2006/main">
  <p:tag name="KSO_WM_DIAGRAM_VIRTUALLY_FRAME" val="{&quot;height&quot;:164.01102362204722,&quot;left&quot;:42.675905511811024,&quot;top&quot;:121.64692913385827,&quot;width&quot;:847.0499999999998}"/>
</p:tagLst>
</file>

<file path=ppt/tags/tag145.xml><?xml version="1.0" encoding="utf-8"?>
<p:tagLst xmlns:p="http://schemas.openxmlformats.org/presentationml/2006/main">
  <p:tag name="KSO_WM_DIAGRAM_VIRTUALLY_FRAME" val="{&quot;height&quot;:164.01102362204722,&quot;left&quot;:42.675905511811024,&quot;top&quot;:121.64692913385827,&quot;width&quot;:847.0499999999998}"/>
</p:tagLst>
</file>

<file path=ppt/tags/tag146.xml><?xml version="1.0" encoding="utf-8"?>
<p:tagLst xmlns:p="http://schemas.openxmlformats.org/presentationml/2006/main">
  <p:tag name="KSO_WM_DIAGRAM_VIRTUALLY_FRAME" val="{&quot;height&quot;:164.01102362204722,&quot;left&quot;:42.675905511811024,&quot;top&quot;:121.64692913385827,&quot;width&quot;:847.0499999999998}"/>
</p:tagLst>
</file>

<file path=ppt/tags/tag147.xml><?xml version="1.0" encoding="utf-8"?>
<p:tagLst xmlns:p="http://schemas.openxmlformats.org/presentationml/2006/main">
  <p:tag name="KSO_WM_DIAGRAM_VIRTUALLY_FRAME" val="{&quot;height&quot;:164.01102362204722,&quot;left&quot;:42.675905511811024,&quot;top&quot;:121.64692913385827,&quot;width&quot;:847.0499999999998}"/>
</p:tagLst>
</file>

<file path=ppt/theme/theme1.xml><?xml version="1.0" encoding="utf-8"?>
<a:theme xmlns:a="http://schemas.openxmlformats.org/drawingml/2006/main" name="Art_mountaineering">
  <a:themeElements>
    <a:clrScheme name="">
      <a:dk1>
        <a:srgbClr val="777777"/>
      </a:dk1>
      <a:lt1>
        <a:srgbClr val="FFFFFF"/>
      </a:lt1>
      <a:dk2>
        <a:srgbClr val="779EFF"/>
      </a:dk2>
      <a:lt2>
        <a:srgbClr val="FFFF00"/>
      </a:lt2>
      <a:accent1>
        <a:srgbClr val="33CCCC"/>
      </a:accent1>
      <a:accent2>
        <a:srgbClr val="FFFFF7"/>
      </a:accent2>
      <a:accent3>
        <a:srgbClr val="BDCCFF"/>
      </a:accent3>
      <a:accent4>
        <a:srgbClr val="DADADA"/>
      </a:accent4>
      <a:accent5>
        <a:srgbClr val="ADE2E2"/>
      </a:accent5>
      <a:accent6>
        <a:srgbClr val="E7E7E0"/>
      </a:accent6>
      <a:hlink>
        <a:srgbClr val="FF5050"/>
      </a:hlink>
      <a:folHlink>
        <a:srgbClr val="000099"/>
      </a:folHlink>
    </a:clrScheme>
    <a:fontScheme name="Art_mountaineering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>
    <a:extraClrScheme>
      <a:clrScheme name="Art_mountaineering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rt_mountaineering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rt_mountaineering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rt_mountaineering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rt_mountaineering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rt_mountaineering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rt_mountaineering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rt_mountaineering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rt_mountaineering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rt_mountaineering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rt_mountaineering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rt_mountaineering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5459</Words>
  <Application>WPS Presentation</Application>
  <PresentationFormat>On-screen Show (4:3)</PresentationFormat>
  <Paragraphs>422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39" baseType="lpstr">
      <vt:lpstr>Arial</vt:lpstr>
      <vt:lpstr>SimSun</vt:lpstr>
      <vt:lpstr>Wingdings</vt:lpstr>
      <vt:lpstr>Times New Roman</vt:lpstr>
      <vt:lpstr>Calibri</vt:lpstr>
      <vt:lpstr>Courier New</vt:lpstr>
      <vt:lpstr>Trebuchet MS</vt:lpstr>
      <vt:lpstr>Microsoft YaHei</vt:lpstr>
      <vt:lpstr>Arial Unicode MS</vt:lpstr>
      <vt:lpstr>Calibri</vt:lpstr>
      <vt:lpstr>Bahnschrift SemiLight</vt:lpstr>
      <vt:lpstr>Trebuchet MS</vt:lpstr>
      <vt:lpstr>Times New Roman</vt:lpstr>
      <vt:lpstr>Sitka Text</vt:lpstr>
      <vt:lpstr>Bahnschrift Light SemiCondensed</vt:lpstr>
      <vt:lpstr>Bahnschrift Condensed</vt:lpstr>
      <vt:lpstr>Comic Sans MS</vt:lpstr>
      <vt:lpstr>Bahnschrift</vt:lpstr>
      <vt:lpstr>Cambria</vt:lpstr>
      <vt:lpstr>Bahnschrift Light Condensed</vt:lpstr>
      <vt:lpstr>Bahnschrift SemiBold Condensed</vt:lpstr>
      <vt:lpstr>Bahnschrift SemiBold SemiCondensed</vt:lpstr>
      <vt:lpstr>Candara</vt:lpstr>
      <vt:lpstr>MS Gothic</vt:lpstr>
      <vt:lpstr>Mongolian Baiti</vt:lpstr>
      <vt:lpstr>Art_mountaineering</vt:lpstr>
      <vt:lpstr>A Refined Hotel Booking Experience</vt:lpstr>
      <vt:lpstr>Introduction</vt:lpstr>
      <vt:lpstr>Project Objectives</vt:lpstr>
      <vt:lpstr>Site Map — 6 Pages</vt:lpstr>
      <vt:lpstr>Core Technologies — Structure C Layout</vt:lpstr>
      <vt:lpstr>U N D E R T H E H O O D Core Technologies — Motion C Interactivity</vt:lpstr>
      <vt:lpstr>Key Features</vt:lpstr>
      <vt:lpstr>Hero banner with booking search, featured destinations and dual call-to-action buttons</vt:lpstr>
      <vt:lpstr>Six room cards plus a full pricing comparison table with size, guests and rate</vt:lpstr>
      <vt:lpstr>A 14-city destination grid, and a diamond photo mosaic that opens into a lightbox</vt:lpstr>
      <vt:lpstr>Colours, Type C Motif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 OT E L B O O K I N G W E B S I T E P R O J E C T  Elite StaysA Refined Hotel Booking Experience</dc:title>
  <dc:creator>PptxGenJS</dc:creator>
  <dc:subject>PptxGenJS Presentation</dc:subject>
  <cp:lastModifiedBy>Chandu Chimata</cp:lastModifiedBy>
  <cp:revision>2</cp:revision>
  <dcterms:created xsi:type="dcterms:W3CDTF">2026-08-02T08:00:15Z</dcterms:created>
  <dcterms:modified xsi:type="dcterms:W3CDTF">2026-08-02T08:00:54Z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2026-08-02T05:30:00Z</vt:filetime>
  </property>
  <property fmtid="{D5CDD505-2E9C-101B-9397-08002B2CF9AE}" pid="4" name="Creator">
    <vt:lpwstr>Impress</vt:lpwstr>
  </property>
  <property fmtid="{D5CDD505-2E9C-101B-9397-08002B2CF9AE}" pid="5" name="Producer">
    <vt:lpwstr>LibreOffice 24.2</vt:lpwstr>
  </property>
  <property fmtid="{D5CDD505-2E9C-101B-9397-08002B2CF9AE}" pid="6" name="LastSaved">
    <vt:filetime>2026-08-02T05:30:00Z</vt:filetime>
  </property>
  <property fmtid="{D5CDD505-2E9C-101B-9397-08002B2CF9AE}" pid="7" name="ICV">
    <vt:lpwstr>5ACBAA6EC79F4D0DBDF79AB7EA1F4D3B_13</vt:lpwstr>
  </property>
  <property fmtid="{D5CDD505-2E9C-101B-9397-08002B2CF9AE}" pid="8" name="KSOProductBuildVer">
    <vt:lpwstr>2057-12.2.0.23206</vt:lpwstr>
  </property>
</Properties>
</file>